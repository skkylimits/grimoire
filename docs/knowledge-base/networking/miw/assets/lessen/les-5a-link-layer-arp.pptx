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Lst>
  <p:notesMasterIdLst>
    <p:notesMasterId r:id="rId62"/>
  </p:notesMasterIdLst>
  <p:sldIdLst>
    <p:sldId id="256" r:id="rId7"/>
    <p:sldId id="322" r:id="rId8"/>
    <p:sldId id="324" r:id="rId9"/>
    <p:sldId id="329" r:id="rId10"/>
    <p:sldId id="330" r:id="rId11"/>
    <p:sldId id="331" r:id="rId12"/>
    <p:sldId id="332" r:id="rId13"/>
    <p:sldId id="334" r:id="rId14"/>
    <p:sldId id="333" r:id="rId15"/>
    <p:sldId id="335" r:id="rId16"/>
    <p:sldId id="257" r:id="rId17"/>
    <p:sldId id="258" r:id="rId18"/>
    <p:sldId id="259" r:id="rId19"/>
    <p:sldId id="336" r:id="rId20"/>
    <p:sldId id="339" r:id="rId21"/>
    <p:sldId id="337" r:id="rId22"/>
    <p:sldId id="261" r:id="rId23"/>
    <p:sldId id="265" r:id="rId24"/>
    <p:sldId id="338" r:id="rId25"/>
    <p:sldId id="262" r:id="rId26"/>
    <p:sldId id="263" r:id="rId27"/>
    <p:sldId id="264" r:id="rId28"/>
    <p:sldId id="266" r:id="rId29"/>
    <p:sldId id="267" r:id="rId30"/>
    <p:sldId id="268" r:id="rId31"/>
    <p:sldId id="269" r:id="rId32"/>
    <p:sldId id="270" r:id="rId33"/>
    <p:sldId id="271" r:id="rId34"/>
    <p:sldId id="341" r:id="rId35"/>
    <p:sldId id="342" r:id="rId36"/>
    <p:sldId id="272" r:id="rId37"/>
    <p:sldId id="273" r:id="rId38"/>
    <p:sldId id="274" r:id="rId39"/>
    <p:sldId id="275" r:id="rId40"/>
    <p:sldId id="276" r:id="rId41"/>
    <p:sldId id="277" r:id="rId42"/>
    <p:sldId id="278" r:id="rId43"/>
    <p:sldId id="340" r:id="rId44"/>
    <p:sldId id="279" r:id="rId45"/>
    <p:sldId id="280" r:id="rId46"/>
    <p:sldId id="281" r:id="rId47"/>
    <p:sldId id="282" r:id="rId48"/>
    <p:sldId id="283" r:id="rId49"/>
    <p:sldId id="284" r:id="rId50"/>
    <p:sldId id="288" r:id="rId51"/>
    <p:sldId id="313" r:id="rId52"/>
    <p:sldId id="314" r:id="rId53"/>
    <p:sldId id="315" r:id="rId54"/>
    <p:sldId id="316" r:id="rId55"/>
    <p:sldId id="317" r:id="rId56"/>
    <p:sldId id="318" r:id="rId57"/>
    <p:sldId id="319" r:id="rId58"/>
    <p:sldId id="285" r:id="rId59"/>
    <p:sldId id="320" r:id="rId60"/>
    <p:sldId id="286" r:id="rId61"/>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53"/>
    <p:restoredTop sz="94655"/>
  </p:normalViewPr>
  <p:slideViewPr>
    <p:cSldViewPr snapToGrid="0" snapToObjects="1">
      <p:cViewPr varScale="1">
        <p:scale>
          <a:sx n="82" d="100"/>
          <a:sy n="82" d="100"/>
        </p:scale>
        <p:origin x="12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emen Mink" userId="02c75056-c953-496c-b2d7-5759e7a9e3ca" providerId="ADAL" clId="{518D10B8-D202-4C65-B400-32F738647D10}"/>
    <pc:docChg chg="custSel delSld modSld">
      <pc:chgData name="Tiemen Mink" userId="02c75056-c953-496c-b2d7-5759e7a9e3ca" providerId="ADAL" clId="{518D10B8-D202-4C65-B400-32F738647D10}" dt="2023-05-29T09:22:23.948" v="116" actId="6549"/>
      <pc:docMkLst>
        <pc:docMk/>
      </pc:docMkLst>
      <pc:sldChg chg="modSp mod">
        <pc:chgData name="Tiemen Mink" userId="02c75056-c953-496c-b2d7-5759e7a9e3ca" providerId="ADAL" clId="{518D10B8-D202-4C65-B400-32F738647D10}" dt="2023-05-29T09:19:15.438" v="24" actId="6549"/>
        <pc:sldMkLst>
          <pc:docMk/>
          <pc:sldMk cId="0" sldId="256"/>
        </pc:sldMkLst>
        <pc:spChg chg="mod">
          <ac:chgData name="Tiemen Mink" userId="02c75056-c953-496c-b2d7-5759e7a9e3ca" providerId="ADAL" clId="{518D10B8-D202-4C65-B400-32F738647D10}" dt="2023-05-29T09:19:15.438" v="24" actId="6549"/>
          <ac:spMkLst>
            <pc:docMk/>
            <pc:sldMk cId="0" sldId="256"/>
            <ac:spMk id="247" creationId="{00000000-0000-0000-0000-000000000000}"/>
          </ac:spMkLst>
        </pc:spChg>
      </pc:sldChg>
      <pc:sldChg chg="modSp mod">
        <pc:chgData name="Tiemen Mink" userId="02c75056-c953-496c-b2d7-5759e7a9e3ca" providerId="ADAL" clId="{518D10B8-D202-4C65-B400-32F738647D10}" dt="2023-05-29T09:22:23.948" v="116" actId="6549"/>
        <pc:sldMkLst>
          <pc:docMk/>
          <pc:sldMk cId="0" sldId="285"/>
        </pc:sldMkLst>
        <pc:spChg chg="mod">
          <ac:chgData name="Tiemen Mink" userId="02c75056-c953-496c-b2d7-5759e7a9e3ca" providerId="ADAL" clId="{518D10B8-D202-4C65-B400-32F738647D10}" dt="2023-05-29T09:22:23.948" v="116" actId="6549"/>
          <ac:spMkLst>
            <pc:docMk/>
            <pc:sldMk cId="0" sldId="285"/>
            <ac:spMk id="2924" creationId="{00000000-0000-0000-0000-000000000000}"/>
          </ac:spMkLst>
        </pc:spChg>
        <pc:spChg chg="mod">
          <ac:chgData name="Tiemen Mink" userId="02c75056-c953-496c-b2d7-5759e7a9e3ca" providerId="ADAL" clId="{518D10B8-D202-4C65-B400-32F738647D10}" dt="2023-05-29T09:21:56.391" v="95" actId="20577"/>
          <ac:spMkLst>
            <pc:docMk/>
            <pc:sldMk cId="0" sldId="285"/>
            <ac:spMk id="2925" creationId="{00000000-0000-0000-0000-000000000000}"/>
          </ac:spMkLst>
        </pc:spChg>
      </pc:sldChg>
      <pc:sldChg chg="del">
        <pc:chgData name="Tiemen Mink" userId="02c75056-c953-496c-b2d7-5759e7a9e3ca" providerId="ADAL" clId="{518D10B8-D202-4C65-B400-32F738647D10}" dt="2023-05-29T09:20:12.459" v="38" actId="47"/>
        <pc:sldMkLst>
          <pc:docMk/>
          <pc:sldMk cId="0" sldId="287"/>
        </pc:sldMkLst>
      </pc:sldChg>
      <pc:sldChg chg="del">
        <pc:chgData name="Tiemen Mink" userId="02c75056-c953-496c-b2d7-5759e7a9e3ca" providerId="ADAL" clId="{518D10B8-D202-4C65-B400-32F738647D10}" dt="2023-05-29T09:20:27.210" v="39" actId="47"/>
        <pc:sldMkLst>
          <pc:docMk/>
          <pc:sldMk cId="0" sldId="300"/>
        </pc:sldMkLst>
      </pc:sldChg>
      <pc:sldChg chg="modSp mod">
        <pc:chgData name="Tiemen Mink" userId="02c75056-c953-496c-b2d7-5759e7a9e3ca" providerId="ADAL" clId="{518D10B8-D202-4C65-B400-32F738647D10}" dt="2023-05-29T09:21:17.070" v="89" actId="20577"/>
        <pc:sldMkLst>
          <pc:docMk/>
          <pc:sldMk cId="0" sldId="319"/>
        </pc:sldMkLst>
        <pc:spChg chg="mod">
          <ac:chgData name="Tiemen Mink" userId="02c75056-c953-496c-b2d7-5759e7a9e3ca" providerId="ADAL" clId="{518D10B8-D202-4C65-B400-32F738647D10}" dt="2023-05-29T09:21:17.070" v="89" actId="20577"/>
          <ac:spMkLst>
            <pc:docMk/>
            <pc:sldMk cId="0" sldId="319"/>
            <ac:spMk id="2843" creationId="{00000000-0000-0000-0000-000000000000}"/>
          </ac:spMkLst>
        </pc:spChg>
        <pc:spChg chg="mod">
          <ac:chgData name="Tiemen Mink" userId="02c75056-c953-496c-b2d7-5759e7a9e3ca" providerId="ADAL" clId="{518D10B8-D202-4C65-B400-32F738647D10}" dt="2023-05-29T09:20:50.999" v="49" actId="20577"/>
          <ac:spMkLst>
            <pc:docMk/>
            <pc:sldMk cId="0" sldId="319"/>
            <ac:spMk id="2844" creationId="{00000000-0000-0000-0000-000000000000}"/>
          </ac:spMkLst>
        </pc:spChg>
      </pc:sldChg>
      <pc:sldChg chg="modSp mod">
        <pc:chgData name="Tiemen Mink" userId="02c75056-c953-496c-b2d7-5759e7a9e3ca" providerId="ADAL" clId="{518D10B8-D202-4C65-B400-32F738647D10}" dt="2023-05-29T09:19:31.228" v="37" actId="20577"/>
        <pc:sldMkLst>
          <pc:docMk/>
          <pc:sldMk cId="1052661238" sldId="322"/>
        </pc:sldMkLst>
        <pc:spChg chg="mod">
          <ac:chgData name="Tiemen Mink" userId="02c75056-c953-496c-b2d7-5759e7a9e3ca" providerId="ADAL" clId="{518D10B8-D202-4C65-B400-32F738647D10}" dt="2023-05-29T09:19:31.228" v="37" actId="20577"/>
          <ac:spMkLst>
            <pc:docMk/>
            <pc:sldMk cId="1052661238" sldId="322"/>
            <ac:spMk id="3" creationId="{138C9233-C378-C642-8CE5-556B3F1E30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0"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nl-NL" sz="3200" b="0" strike="noStrike" spc="-1">
                <a:solidFill>
                  <a:srgbClr val="000000"/>
                </a:solidFill>
                <a:latin typeface="Arial"/>
              </a:rPr>
              <a:t>Klik om de dia te verplaatsen</a:t>
            </a:r>
          </a:p>
        </p:txBody>
      </p:sp>
      <p:sp>
        <p:nvSpPr>
          <p:cNvPr id="241" name="PlaceHolder 2"/>
          <p:cNvSpPr>
            <a:spLocks noGrp="1"/>
          </p:cNvSpPr>
          <p:nvPr>
            <p:ph type="body"/>
          </p:nvPr>
        </p:nvSpPr>
        <p:spPr>
          <a:xfrm>
            <a:off x="756000" y="5078520"/>
            <a:ext cx="6047640" cy="4811040"/>
          </a:xfrm>
          <a:prstGeom prst="rect">
            <a:avLst/>
          </a:prstGeom>
        </p:spPr>
        <p:txBody>
          <a:bodyPr lIns="0" tIns="0" rIns="0" bIns="0">
            <a:noAutofit/>
          </a:bodyPr>
          <a:lstStyle/>
          <a:p>
            <a:r>
              <a:rPr lang="nl-NL" sz="2000" b="0" strike="noStrike" spc="-1">
                <a:latin typeface="Calibri"/>
              </a:rPr>
              <a:t>Klik om het formaat van de notities te bewerken</a:t>
            </a:r>
          </a:p>
        </p:txBody>
      </p:sp>
      <p:sp>
        <p:nvSpPr>
          <p:cNvPr id="242" name="PlaceHolder 3"/>
          <p:cNvSpPr>
            <a:spLocks noGrp="1"/>
          </p:cNvSpPr>
          <p:nvPr>
            <p:ph type="hdr"/>
          </p:nvPr>
        </p:nvSpPr>
        <p:spPr>
          <a:xfrm>
            <a:off x="0" y="0"/>
            <a:ext cx="3280680" cy="534240"/>
          </a:xfrm>
          <a:prstGeom prst="rect">
            <a:avLst/>
          </a:prstGeom>
        </p:spPr>
        <p:txBody>
          <a:bodyPr lIns="0" tIns="0" rIns="0" bIns="0">
            <a:noAutofit/>
          </a:bodyPr>
          <a:lstStyle/>
          <a:p>
            <a:r>
              <a:rPr lang="nl-NL" sz="1400" b="0" strike="noStrike" spc="-1">
                <a:latin typeface="Calibri"/>
              </a:rPr>
              <a:t>&lt;koptekst&gt;</a:t>
            </a:r>
          </a:p>
        </p:txBody>
      </p:sp>
      <p:sp>
        <p:nvSpPr>
          <p:cNvPr id="243" name="PlaceHolder 4"/>
          <p:cNvSpPr>
            <a:spLocks noGrp="1"/>
          </p:cNvSpPr>
          <p:nvPr>
            <p:ph type="dt" idx="12"/>
          </p:nvPr>
        </p:nvSpPr>
        <p:spPr>
          <a:xfrm>
            <a:off x="4278960" y="0"/>
            <a:ext cx="3280680" cy="534240"/>
          </a:xfrm>
          <a:prstGeom prst="rect">
            <a:avLst/>
          </a:prstGeom>
        </p:spPr>
        <p:txBody>
          <a:bodyPr lIns="0" tIns="0" rIns="0" bIns="0">
            <a:noAutofit/>
          </a:bodyPr>
          <a:lstStyle>
            <a:lvl1pPr algn="r">
              <a:defRPr lang="nl-NL" sz="1400" b="0" strike="noStrike" spc="-1">
                <a:latin typeface="Calibri"/>
              </a:defRPr>
            </a:lvl1pPr>
          </a:lstStyle>
          <a:p>
            <a:pPr algn="r"/>
            <a:r>
              <a:rPr lang="nl-NL" sz="1400" b="0" strike="noStrike" spc="-1">
                <a:latin typeface="Calibri"/>
              </a:rPr>
              <a:t>&lt;datum/tijd&gt;</a:t>
            </a:r>
          </a:p>
        </p:txBody>
      </p:sp>
      <p:sp>
        <p:nvSpPr>
          <p:cNvPr id="244" name="PlaceHolder 5"/>
          <p:cNvSpPr>
            <a:spLocks noGrp="1"/>
          </p:cNvSpPr>
          <p:nvPr>
            <p:ph type="ftr" idx="13"/>
          </p:nvPr>
        </p:nvSpPr>
        <p:spPr>
          <a:xfrm>
            <a:off x="0" y="10157400"/>
            <a:ext cx="3280680" cy="534240"/>
          </a:xfrm>
          <a:prstGeom prst="rect">
            <a:avLst/>
          </a:prstGeom>
        </p:spPr>
        <p:txBody>
          <a:bodyPr lIns="0" tIns="0" rIns="0" bIns="0" anchor="b">
            <a:noAutofit/>
          </a:bodyPr>
          <a:lstStyle>
            <a:lvl1pPr>
              <a:defRPr lang="nl-NL" sz="1400" b="0" strike="noStrike" spc="-1">
                <a:latin typeface="Calibri"/>
              </a:defRPr>
            </a:lvl1pPr>
          </a:lstStyle>
          <a:p>
            <a:r>
              <a:rPr lang="nl-NL" sz="1400" b="0" strike="noStrike" spc="-1">
                <a:latin typeface="Calibri"/>
              </a:rPr>
              <a:t>&lt;voettekst&gt;</a:t>
            </a:r>
          </a:p>
        </p:txBody>
      </p:sp>
      <p:sp>
        <p:nvSpPr>
          <p:cNvPr id="245" name="PlaceHolder 6"/>
          <p:cNvSpPr>
            <a:spLocks noGrp="1"/>
          </p:cNvSpPr>
          <p:nvPr>
            <p:ph type="sldNum" idx="14"/>
          </p:nvPr>
        </p:nvSpPr>
        <p:spPr>
          <a:xfrm>
            <a:off x="4278960" y="10157400"/>
            <a:ext cx="3280680" cy="534240"/>
          </a:xfrm>
          <a:prstGeom prst="rect">
            <a:avLst/>
          </a:prstGeom>
        </p:spPr>
        <p:txBody>
          <a:bodyPr lIns="0" tIns="0" rIns="0" bIns="0" anchor="b">
            <a:noAutofit/>
          </a:bodyPr>
          <a:lstStyle>
            <a:lvl1pPr algn="r">
              <a:defRPr lang="nl-NL" sz="1400" b="0" strike="noStrike" spc="-1">
                <a:latin typeface="Calibri"/>
              </a:defRPr>
            </a:lvl1pPr>
          </a:lstStyle>
          <a:p>
            <a:pPr algn="r"/>
            <a:fld id="{BF1A6DA5-8762-4F5D-9B91-3F96291FA71A}" type="slidenum">
              <a:rPr lang="nl-NL" sz="1400" b="0" strike="noStrike" spc="-1">
                <a:latin typeface="Calibri"/>
              </a:rPr>
              <a:t>‹#›</a:t>
            </a:fld>
            <a:endParaRPr lang="nl-NL" sz="1400" b="0" strike="noStrike" spc="-1">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0" name="TextShape 1"/>
          <p:cNvSpPr txBox="1"/>
          <p:nvPr/>
        </p:nvSpPr>
        <p:spPr>
          <a:xfrm>
            <a:off x="3884760" y="8685360"/>
            <a:ext cx="2971440" cy="456840"/>
          </a:xfrm>
          <a:prstGeom prst="rect">
            <a:avLst/>
          </a:prstGeom>
          <a:noFill/>
          <a:ln>
            <a:noFill/>
          </a:ln>
        </p:spPr>
        <p:txBody>
          <a:bodyPr anchor="b">
            <a:noAutofit/>
          </a:bodyPr>
          <a:lstStyle/>
          <a:p>
            <a:pPr algn="r">
              <a:lnSpc>
                <a:spcPct val="100000"/>
              </a:lnSpc>
            </a:pPr>
            <a:fld id="{9A4DCFB6-F06D-408A-91A4-4D868FFBE2EE}" type="slidenum">
              <a:rPr lang="en-US" sz="1200" b="0" strike="noStrike" spc="-1">
                <a:latin typeface="Calibri"/>
              </a:rPr>
              <a:t>12</a:t>
            </a:fld>
            <a:endParaRPr lang="nl-NL" sz="1200" b="0" strike="noStrike" spc="-1">
              <a:latin typeface="Calibri"/>
            </a:endParaRPr>
          </a:p>
        </p:txBody>
      </p:sp>
      <p:sp>
        <p:nvSpPr>
          <p:cNvPr id="2931" name="PlaceHolder 2"/>
          <p:cNvSpPr>
            <a:spLocks noGrp="1" noRot="1" noChangeAspect="1"/>
          </p:cNvSpPr>
          <p:nvPr>
            <p:ph type="sldImg"/>
          </p:nvPr>
        </p:nvSpPr>
        <p:spPr>
          <a:xfrm>
            <a:off x="1143000" y="685800"/>
            <a:ext cx="4572000" cy="3429000"/>
          </a:xfrm>
          <a:prstGeom prst="rect">
            <a:avLst/>
          </a:prstGeom>
        </p:spPr>
      </p:sp>
      <p:sp>
        <p:nvSpPr>
          <p:cNvPr id="2932" name="PlaceHolder 3"/>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3" name="TextShape 1"/>
          <p:cNvSpPr txBox="1"/>
          <p:nvPr/>
        </p:nvSpPr>
        <p:spPr>
          <a:xfrm>
            <a:off x="3884760" y="8685360"/>
            <a:ext cx="2971440" cy="456840"/>
          </a:xfrm>
          <a:prstGeom prst="rect">
            <a:avLst/>
          </a:prstGeom>
          <a:noFill/>
          <a:ln>
            <a:noFill/>
          </a:ln>
        </p:spPr>
        <p:txBody>
          <a:bodyPr anchor="b">
            <a:noAutofit/>
          </a:bodyPr>
          <a:lstStyle/>
          <a:p>
            <a:pPr algn="r">
              <a:lnSpc>
                <a:spcPct val="100000"/>
              </a:lnSpc>
            </a:pPr>
            <a:fld id="{F010EC15-4014-4C7D-BF73-65990A98C436}" type="slidenum">
              <a:rPr lang="en-US" sz="1200" b="0" strike="noStrike" spc="-1">
                <a:latin typeface="Calibri"/>
              </a:rPr>
              <a:t>13</a:t>
            </a:fld>
            <a:endParaRPr lang="nl-NL" sz="1200" b="0" strike="noStrike" spc="-1">
              <a:latin typeface="Calibri"/>
            </a:endParaRPr>
          </a:p>
        </p:txBody>
      </p:sp>
      <p:sp>
        <p:nvSpPr>
          <p:cNvPr id="2934" name="PlaceHolder 2"/>
          <p:cNvSpPr>
            <a:spLocks noGrp="1" noRot="1" noChangeAspect="1"/>
          </p:cNvSpPr>
          <p:nvPr>
            <p:ph type="sldImg"/>
          </p:nvPr>
        </p:nvSpPr>
        <p:spPr>
          <a:xfrm>
            <a:off x="1143000" y="685800"/>
            <a:ext cx="4572000" cy="3429000"/>
          </a:xfrm>
          <a:prstGeom prst="rect">
            <a:avLst/>
          </a:prstGeom>
        </p:spPr>
      </p:sp>
      <p:sp>
        <p:nvSpPr>
          <p:cNvPr id="2935" name="PlaceHolder 3"/>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6" name="PlaceHolder 1"/>
          <p:cNvSpPr>
            <a:spLocks noGrp="1" noRot="1" noChangeAspect="1"/>
          </p:cNvSpPr>
          <p:nvPr>
            <p:ph type="sldImg"/>
          </p:nvPr>
        </p:nvSpPr>
        <p:spPr>
          <a:xfrm>
            <a:off x="1143000" y="685800"/>
            <a:ext cx="4572000" cy="3429000"/>
          </a:xfrm>
          <a:prstGeom prst="rect">
            <a:avLst/>
          </a:prstGeom>
        </p:spPr>
      </p:sp>
      <p:sp>
        <p:nvSpPr>
          <p:cNvPr id="2937" name="PlaceHolder 2"/>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
        <p:nvSpPr>
          <p:cNvPr id="2938" name="TextShape 3"/>
          <p:cNvSpPr txBox="1"/>
          <p:nvPr/>
        </p:nvSpPr>
        <p:spPr>
          <a:xfrm>
            <a:off x="3884760" y="8685360"/>
            <a:ext cx="2971440" cy="456840"/>
          </a:xfrm>
          <a:prstGeom prst="rect">
            <a:avLst/>
          </a:prstGeom>
          <a:noFill/>
          <a:ln>
            <a:noFill/>
          </a:ln>
        </p:spPr>
        <p:txBody>
          <a:bodyPr anchor="b">
            <a:noAutofit/>
          </a:bodyPr>
          <a:lstStyle/>
          <a:p>
            <a:pPr algn="r">
              <a:lnSpc>
                <a:spcPct val="100000"/>
              </a:lnSpc>
            </a:pPr>
            <a:fld id="{8F4C806A-E547-47E2-87B6-D98D8380836D}" type="slidenum">
              <a:rPr lang="nl-NL" sz="1200" b="0" strike="noStrike" spc="-1">
                <a:solidFill>
                  <a:srgbClr val="000000"/>
                </a:solidFill>
                <a:latin typeface="Calibri"/>
                <a:ea typeface="ＭＳ Ｐゴシック"/>
              </a:rPr>
              <a:t>21</a:t>
            </a:fld>
            <a:endParaRPr lang="nl-NL" sz="1200" b="0" strike="noStrike" spc="-1">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9" name="TextShape 1"/>
          <p:cNvSpPr txBox="1"/>
          <p:nvPr/>
        </p:nvSpPr>
        <p:spPr>
          <a:xfrm>
            <a:off x="3884760" y="8685360"/>
            <a:ext cx="2971440" cy="456840"/>
          </a:xfrm>
          <a:prstGeom prst="rect">
            <a:avLst/>
          </a:prstGeom>
          <a:noFill/>
          <a:ln>
            <a:noFill/>
          </a:ln>
        </p:spPr>
        <p:txBody>
          <a:bodyPr anchor="b">
            <a:noAutofit/>
          </a:bodyPr>
          <a:lstStyle/>
          <a:p>
            <a:pPr algn="r">
              <a:lnSpc>
                <a:spcPct val="100000"/>
              </a:lnSpc>
            </a:pPr>
            <a:fld id="{0327AF17-B327-4AC1-9F22-FCF3873C626B}" type="slidenum">
              <a:rPr lang="en-US" sz="1200" b="0" strike="noStrike" spc="-1">
                <a:solidFill>
                  <a:srgbClr val="000000"/>
                </a:solidFill>
                <a:latin typeface="Times New Roman"/>
                <a:ea typeface="MS PGothic"/>
              </a:rPr>
              <a:t>33</a:t>
            </a:fld>
            <a:endParaRPr lang="nl-NL" sz="1200" b="0" strike="noStrike" spc="-1">
              <a:latin typeface="Calibri"/>
            </a:endParaRPr>
          </a:p>
        </p:txBody>
      </p:sp>
      <p:sp>
        <p:nvSpPr>
          <p:cNvPr id="2940" name="PlaceHolder 2"/>
          <p:cNvSpPr>
            <a:spLocks noGrp="1" noRot="1" noChangeAspect="1"/>
          </p:cNvSpPr>
          <p:nvPr>
            <p:ph type="sldImg"/>
          </p:nvPr>
        </p:nvSpPr>
        <p:spPr>
          <a:xfrm>
            <a:off x="1143000" y="685800"/>
            <a:ext cx="4572000" cy="3429000"/>
          </a:xfrm>
          <a:prstGeom prst="rect">
            <a:avLst/>
          </a:prstGeom>
        </p:spPr>
      </p:sp>
      <p:sp>
        <p:nvSpPr>
          <p:cNvPr id="2941" name="PlaceHolder 3"/>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2"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949D7CC1-3BB9-4F36-89B0-D83902835292}" type="slidenum">
              <a:rPr lang="en-US" sz="1100" b="0" strike="noStrike" spc="-1">
                <a:solidFill>
                  <a:srgbClr val="000000"/>
                </a:solidFill>
                <a:latin typeface="Times New Roman"/>
                <a:ea typeface="MS PGothic"/>
              </a:rPr>
              <a:t>34</a:t>
            </a:fld>
            <a:endParaRPr lang="nl-NL" sz="1100" b="0" strike="noStrike" spc="-1">
              <a:latin typeface="Calibri"/>
            </a:endParaRPr>
          </a:p>
        </p:txBody>
      </p:sp>
      <p:sp>
        <p:nvSpPr>
          <p:cNvPr id="2943" name="PlaceHolder 2"/>
          <p:cNvSpPr>
            <a:spLocks noGrp="1" noRot="1" noChangeAspect="1"/>
          </p:cNvSpPr>
          <p:nvPr>
            <p:ph type="sldImg"/>
          </p:nvPr>
        </p:nvSpPr>
        <p:spPr>
          <a:xfrm>
            <a:off x="1143000" y="685800"/>
            <a:ext cx="4572000" cy="3429000"/>
          </a:xfrm>
          <a:prstGeom prst="rect">
            <a:avLst/>
          </a:prstGeom>
        </p:spPr>
      </p:sp>
      <p:sp>
        <p:nvSpPr>
          <p:cNvPr id="2944"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5"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E0D3A7DF-60BE-47B0-9AFA-31BAF96E9EAB}" type="slidenum">
              <a:rPr lang="en-US" sz="1100" b="0" strike="noStrike" spc="-1">
                <a:solidFill>
                  <a:srgbClr val="000000"/>
                </a:solidFill>
                <a:latin typeface="Times New Roman"/>
                <a:ea typeface="MS PGothic"/>
              </a:rPr>
              <a:t>35</a:t>
            </a:fld>
            <a:endParaRPr lang="nl-NL" sz="1100" b="0" strike="noStrike" spc="-1">
              <a:latin typeface="Calibri"/>
            </a:endParaRPr>
          </a:p>
        </p:txBody>
      </p:sp>
      <p:sp>
        <p:nvSpPr>
          <p:cNvPr id="2946" name="PlaceHolder 2"/>
          <p:cNvSpPr>
            <a:spLocks noGrp="1" noRot="1" noChangeAspect="1"/>
          </p:cNvSpPr>
          <p:nvPr>
            <p:ph type="sldImg"/>
          </p:nvPr>
        </p:nvSpPr>
        <p:spPr>
          <a:xfrm>
            <a:off x="1143000" y="685800"/>
            <a:ext cx="4572000" cy="3429000"/>
          </a:xfrm>
          <a:prstGeom prst="rect">
            <a:avLst/>
          </a:prstGeom>
        </p:spPr>
      </p:sp>
      <p:sp>
        <p:nvSpPr>
          <p:cNvPr id="2947"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8"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2709B262-D082-4761-AEB5-6E7242BE9BBD}" type="slidenum">
              <a:rPr lang="en-US" sz="1100" b="0" strike="noStrike" spc="-1">
                <a:solidFill>
                  <a:srgbClr val="000000"/>
                </a:solidFill>
                <a:latin typeface="Times New Roman"/>
                <a:ea typeface="MS PGothic"/>
              </a:rPr>
              <a:t>36</a:t>
            </a:fld>
            <a:endParaRPr lang="nl-NL" sz="1100" b="0" strike="noStrike" spc="-1">
              <a:latin typeface="Calibri"/>
            </a:endParaRPr>
          </a:p>
        </p:txBody>
      </p:sp>
      <p:sp>
        <p:nvSpPr>
          <p:cNvPr id="2949" name="PlaceHolder 2"/>
          <p:cNvSpPr>
            <a:spLocks noGrp="1" noRot="1" noChangeAspect="1"/>
          </p:cNvSpPr>
          <p:nvPr>
            <p:ph type="sldImg"/>
          </p:nvPr>
        </p:nvSpPr>
        <p:spPr>
          <a:xfrm>
            <a:off x="1143000" y="685800"/>
            <a:ext cx="4572000" cy="3429000"/>
          </a:xfrm>
          <a:prstGeom prst="rect">
            <a:avLst/>
          </a:prstGeom>
        </p:spPr>
      </p:sp>
      <p:sp>
        <p:nvSpPr>
          <p:cNvPr id="2950" name="PlaceHolder 3"/>
          <p:cNvSpPr>
            <a:spLocks noGrp="1"/>
          </p:cNvSpPr>
          <p:nvPr>
            <p:ph type="body"/>
          </p:nvPr>
        </p:nvSpPr>
        <p:spPr>
          <a:xfrm>
            <a:off x="914400" y="4343400"/>
            <a:ext cx="5028840" cy="4115880"/>
          </a:xfrm>
          <a:prstGeom prst="rect">
            <a:avLst/>
          </a:prstGeom>
        </p:spPr>
        <p:txBody>
          <a:bodyPr>
            <a:noAutofit/>
          </a:bodyPr>
          <a:lstStyle/>
          <a:p>
            <a:pPr marL="216000" indent="-216000">
              <a:lnSpc>
                <a:spcPct val="100000"/>
              </a:lnSpc>
              <a:spcBef>
                <a:spcPts val="601"/>
              </a:spcBef>
            </a:pPr>
            <a:endParaRPr lang="nl-NL" sz="2000" b="0" strike="noStrike" spc="-1">
              <a:latin typeface="Calibri"/>
            </a:endParaRPr>
          </a:p>
          <a:p>
            <a:pPr marL="216000" indent="-216000">
              <a:lnSpc>
                <a:spcPct val="100000"/>
              </a:lnSpc>
            </a:pPr>
            <a:endParaRPr lang="nl-NL" sz="2000" b="0" strike="noStrike" spc="-1">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1" name="TextShape 1"/>
          <p:cNvSpPr txBox="1"/>
          <p:nvPr/>
        </p:nvSpPr>
        <p:spPr>
          <a:xfrm>
            <a:off x="3884760" y="8685360"/>
            <a:ext cx="2971440" cy="456840"/>
          </a:xfrm>
          <a:prstGeom prst="rect">
            <a:avLst/>
          </a:prstGeom>
          <a:noFill/>
          <a:ln>
            <a:noFill/>
          </a:ln>
        </p:spPr>
        <p:txBody>
          <a:bodyPr anchor="b">
            <a:noAutofit/>
          </a:bodyPr>
          <a:lstStyle/>
          <a:p>
            <a:pPr algn="r">
              <a:lnSpc>
                <a:spcPct val="100000"/>
              </a:lnSpc>
            </a:pPr>
            <a:fld id="{DBD213DC-3243-402F-B2AA-549757DADE20}" type="slidenum">
              <a:rPr lang="en-US" sz="1200" b="0" strike="noStrike" spc="-1">
                <a:solidFill>
                  <a:srgbClr val="000000"/>
                </a:solidFill>
                <a:latin typeface="Times New Roman"/>
                <a:ea typeface="MS PGothic"/>
              </a:rPr>
              <a:t>37</a:t>
            </a:fld>
            <a:endParaRPr lang="nl-NL" sz="1200" b="0" strike="noStrike" spc="-1">
              <a:latin typeface="Calibri"/>
            </a:endParaRPr>
          </a:p>
        </p:txBody>
      </p:sp>
      <p:sp>
        <p:nvSpPr>
          <p:cNvPr id="2952" name="PlaceHolder 2"/>
          <p:cNvSpPr>
            <a:spLocks noGrp="1" noRot="1" noChangeAspect="1"/>
          </p:cNvSpPr>
          <p:nvPr>
            <p:ph type="sldImg"/>
          </p:nvPr>
        </p:nvSpPr>
        <p:spPr>
          <a:xfrm>
            <a:off x="1143000" y="685800"/>
            <a:ext cx="4572000" cy="3429000"/>
          </a:xfrm>
          <a:prstGeom prst="rect">
            <a:avLst/>
          </a:prstGeom>
        </p:spPr>
      </p:sp>
      <p:sp>
        <p:nvSpPr>
          <p:cNvPr id="2953" name="PlaceHolder 3"/>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4"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21CECEA1-EA42-457B-8DC0-9E919E707D4E}" type="slidenum">
              <a:rPr lang="en-US" sz="1100" b="0" strike="noStrike" spc="-1">
                <a:solidFill>
                  <a:srgbClr val="000000"/>
                </a:solidFill>
                <a:latin typeface="Times New Roman"/>
                <a:ea typeface="MS PGothic"/>
              </a:rPr>
              <a:t>39</a:t>
            </a:fld>
            <a:endParaRPr lang="nl-NL" sz="1100" b="0" strike="noStrike" spc="-1">
              <a:latin typeface="Calibri"/>
            </a:endParaRPr>
          </a:p>
        </p:txBody>
      </p:sp>
      <p:sp>
        <p:nvSpPr>
          <p:cNvPr id="2955" name="PlaceHolder 2"/>
          <p:cNvSpPr>
            <a:spLocks noGrp="1" noRot="1" noChangeAspect="1"/>
          </p:cNvSpPr>
          <p:nvPr>
            <p:ph type="sldImg"/>
          </p:nvPr>
        </p:nvSpPr>
        <p:spPr>
          <a:xfrm>
            <a:off x="1143000" y="685800"/>
            <a:ext cx="4572000" cy="3429000"/>
          </a:xfrm>
          <a:prstGeom prst="rect">
            <a:avLst/>
          </a:prstGeom>
        </p:spPr>
      </p:sp>
      <p:sp>
        <p:nvSpPr>
          <p:cNvPr id="2956"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7"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59306298-4087-4918-974F-7BA7D5660AA8}" type="slidenum">
              <a:rPr lang="en-US" sz="1100" b="0" strike="noStrike" spc="-1">
                <a:solidFill>
                  <a:srgbClr val="000000"/>
                </a:solidFill>
                <a:latin typeface="Times New Roman"/>
                <a:ea typeface="MS PGothic"/>
              </a:rPr>
              <a:t>40</a:t>
            </a:fld>
            <a:endParaRPr lang="nl-NL" sz="1100" b="0" strike="noStrike" spc="-1">
              <a:latin typeface="Calibri"/>
            </a:endParaRPr>
          </a:p>
        </p:txBody>
      </p:sp>
      <p:sp>
        <p:nvSpPr>
          <p:cNvPr id="2958" name="PlaceHolder 2"/>
          <p:cNvSpPr>
            <a:spLocks noGrp="1" noRot="1" noChangeAspect="1"/>
          </p:cNvSpPr>
          <p:nvPr>
            <p:ph type="sldImg"/>
          </p:nvPr>
        </p:nvSpPr>
        <p:spPr>
          <a:xfrm>
            <a:off x="1143000" y="685800"/>
            <a:ext cx="4572000" cy="3429000"/>
          </a:xfrm>
          <a:prstGeom prst="rect">
            <a:avLst/>
          </a:prstGeom>
        </p:spPr>
      </p:sp>
      <p:sp>
        <p:nvSpPr>
          <p:cNvPr id="2959"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0"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716798AC-3E67-43B3-A3C9-79F238EAE19B}" type="slidenum">
              <a:rPr lang="en-US" sz="1100" b="0" strike="noStrike" spc="-1">
                <a:solidFill>
                  <a:srgbClr val="000000"/>
                </a:solidFill>
                <a:latin typeface="Times New Roman"/>
                <a:ea typeface="MS PGothic"/>
              </a:rPr>
              <a:t>41</a:t>
            </a:fld>
            <a:endParaRPr lang="nl-NL" sz="1100" b="0" strike="noStrike" spc="-1">
              <a:latin typeface="Calibri"/>
            </a:endParaRPr>
          </a:p>
        </p:txBody>
      </p:sp>
      <p:sp>
        <p:nvSpPr>
          <p:cNvPr id="2961" name="PlaceHolder 2"/>
          <p:cNvSpPr>
            <a:spLocks noGrp="1" noRot="1" noChangeAspect="1"/>
          </p:cNvSpPr>
          <p:nvPr>
            <p:ph type="sldImg"/>
          </p:nvPr>
        </p:nvSpPr>
        <p:spPr>
          <a:xfrm>
            <a:off x="1143000" y="685800"/>
            <a:ext cx="4572000" cy="3429000"/>
          </a:xfrm>
          <a:prstGeom prst="rect">
            <a:avLst/>
          </a:prstGeom>
        </p:spPr>
      </p:sp>
      <p:sp>
        <p:nvSpPr>
          <p:cNvPr id="2962"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3"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3E6C0C7C-C18D-4358-B2F6-D836FDCAFFB4}" type="slidenum">
              <a:rPr lang="en-US" sz="1100" b="0" strike="noStrike" spc="-1">
                <a:solidFill>
                  <a:srgbClr val="000000"/>
                </a:solidFill>
                <a:latin typeface="Times New Roman"/>
                <a:ea typeface="MS PGothic"/>
              </a:rPr>
              <a:t>42</a:t>
            </a:fld>
            <a:endParaRPr lang="nl-NL" sz="1100" b="0" strike="noStrike" spc="-1">
              <a:latin typeface="Calibri"/>
            </a:endParaRPr>
          </a:p>
        </p:txBody>
      </p:sp>
      <p:sp>
        <p:nvSpPr>
          <p:cNvPr id="2964" name="PlaceHolder 2"/>
          <p:cNvSpPr>
            <a:spLocks noGrp="1" noRot="1" noChangeAspect="1"/>
          </p:cNvSpPr>
          <p:nvPr>
            <p:ph type="sldImg"/>
          </p:nvPr>
        </p:nvSpPr>
        <p:spPr>
          <a:xfrm>
            <a:off x="1143000" y="685800"/>
            <a:ext cx="4572000" cy="3429000"/>
          </a:xfrm>
          <a:prstGeom prst="rect">
            <a:avLst/>
          </a:prstGeom>
        </p:spPr>
      </p:sp>
      <p:sp>
        <p:nvSpPr>
          <p:cNvPr id="2965"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6"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CC5D6D78-8D56-44FF-91C8-01D3F1DD11F4}" type="slidenum">
              <a:rPr lang="en-US" sz="1100" b="0" strike="noStrike" spc="-1">
                <a:solidFill>
                  <a:srgbClr val="000000"/>
                </a:solidFill>
                <a:latin typeface="Times New Roman"/>
                <a:ea typeface="MS PGothic"/>
              </a:rPr>
              <a:t>43</a:t>
            </a:fld>
            <a:endParaRPr lang="nl-NL" sz="1100" b="0" strike="noStrike" spc="-1">
              <a:latin typeface="Calibri"/>
            </a:endParaRPr>
          </a:p>
        </p:txBody>
      </p:sp>
      <p:sp>
        <p:nvSpPr>
          <p:cNvPr id="2967" name="PlaceHolder 2"/>
          <p:cNvSpPr>
            <a:spLocks noGrp="1" noRot="1" noChangeAspect="1"/>
          </p:cNvSpPr>
          <p:nvPr>
            <p:ph type="sldImg"/>
          </p:nvPr>
        </p:nvSpPr>
        <p:spPr>
          <a:xfrm>
            <a:off x="1143000" y="685800"/>
            <a:ext cx="4572000" cy="3429000"/>
          </a:xfrm>
          <a:prstGeom prst="rect">
            <a:avLst/>
          </a:prstGeom>
        </p:spPr>
      </p:sp>
      <p:sp>
        <p:nvSpPr>
          <p:cNvPr id="2968"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9453E887-A6FF-4DB1-8D22-67DF44846EA8}" type="slidenum">
              <a:rPr lang="en-US" sz="1100" b="0" strike="noStrike" spc="-1">
                <a:solidFill>
                  <a:srgbClr val="000000"/>
                </a:solidFill>
                <a:latin typeface="Times New Roman"/>
                <a:ea typeface="MS PGothic"/>
              </a:rPr>
              <a:t>44</a:t>
            </a:fld>
            <a:endParaRPr lang="nl-NL" sz="1100" b="0" strike="noStrike" spc="-1">
              <a:latin typeface="Calibri"/>
            </a:endParaRPr>
          </a:p>
        </p:txBody>
      </p:sp>
      <p:sp>
        <p:nvSpPr>
          <p:cNvPr id="2970" name="PlaceHolder 2"/>
          <p:cNvSpPr>
            <a:spLocks noGrp="1" noRot="1" noChangeAspect="1"/>
          </p:cNvSpPr>
          <p:nvPr>
            <p:ph type="sldImg"/>
          </p:nvPr>
        </p:nvSpPr>
        <p:spPr>
          <a:xfrm>
            <a:off x="1143000" y="685800"/>
            <a:ext cx="4572000" cy="3429000"/>
          </a:xfrm>
          <a:prstGeom prst="rect">
            <a:avLst/>
          </a:prstGeom>
        </p:spPr>
      </p:sp>
      <p:sp>
        <p:nvSpPr>
          <p:cNvPr id="2971"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5" name="TextShape 1"/>
          <p:cNvSpPr txBox="1"/>
          <p:nvPr/>
        </p:nvSpPr>
        <p:spPr>
          <a:xfrm>
            <a:off x="3884760" y="8685360"/>
            <a:ext cx="2971440" cy="456840"/>
          </a:xfrm>
          <a:prstGeom prst="rect">
            <a:avLst/>
          </a:prstGeom>
          <a:noFill/>
          <a:ln>
            <a:noFill/>
          </a:ln>
        </p:spPr>
        <p:txBody>
          <a:bodyPr anchor="b">
            <a:noAutofit/>
          </a:bodyPr>
          <a:lstStyle/>
          <a:p>
            <a:pPr algn="r">
              <a:lnSpc>
                <a:spcPct val="100000"/>
              </a:lnSpc>
            </a:pPr>
            <a:fld id="{8F516F67-045E-4107-8D84-09902D206813}" type="slidenum">
              <a:rPr lang="en-US" sz="1200" b="0" strike="noStrike" spc="-1">
                <a:solidFill>
                  <a:srgbClr val="000000"/>
                </a:solidFill>
                <a:latin typeface="Times New Roman"/>
                <a:ea typeface="MS PGothic"/>
              </a:rPr>
              <a:t>46</a:t>
            </a:fld>
            <a:endParaRPr lang="nl-NL" sz="1200" b="0" strike="noStrike" spc="-1">
              <a:latin typeface="Calibri"/>
            </a:endParaRPr>
          </a:p>
        </p:txBody>
      </p:sp>
      <p:sp>
        <p:nvSpPr>
          <p:cNvPr id="2886" name="PlaceHolder 2"/>
          <p:cNvSpPr>
            <a:spLocks noGrp="1" noRot="1" noChangeAspect="1"/>
          </p:cNvSpPr>
          <p:nvPr>
            <p:ph type="sldImg"/>
          </p:nvPr>
        </p:nvSpPr>
        <p:spPr>
          <a:xfrm>
            <a:off x="1143000" y="685800"/>
            <a:ext cx="4571640" cy="3428640"/>
          </a:xfrm>
          <a:prstGeom prst="rect">
            <a:avLst/>
          </a:prstGeom>
        </p:spPr>
      </p:sp>
      <p:sp>
        <p:nvSpPr>
          <p:cNvPr id="2887" name="PlaceHolder 3"/>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8" name="TextShape 1"/>
          <p:cNvSpPr txBox="1"/>
          <p:nvPr/>
        </p:nvSpPr>
        <p:spPr>
          <a:xfrm>
            <a:off x="3884760" y="8685360"/>
            <a:ext cx="2971440" cy="456840"/>
          </a:xfrm>
          <a:prstGeom prst="rect">
            <a:avLst/>
          </a:prstGeom>
          <a:noFill/>
          <a:ln>
            <a:noFill/>
          </a:ln>
        </p:spPr>
        <p:txBody>
          <a:bodyPr anchor="b">
            <a:noAutofit/>
          </a:bodyPr>
          <a:lstStyle/>
          <a:p>
            <a:pPr algn="r">
              <a:lnSpc>
                <a:spcPct val="100000"/>
              </a:lnSpc>
            </a:pPr>
            <a:fld id="{BF8F3D6B-5762-4E5E-BF21-EA3C958F3D44}" type="slidenum">
              <a:rPr lang="en-US" sz="1200" b="0" strike="noStrike" spc="-1">
                <a:solidFill>
                  <a:srgbClr val="000000"/>
                </a:solidFill>
                <a:latin typeface="Times New Roman"/>
                <a:ea typeface="MS PGothic"/>
              </a:rPr>
              <a:t>47</a:t>
            </a:fld>
            <a:endParaRPr lang="nl-NL" sz="1200" b="0" strike="noStrike" spc="-1">
              <a:latin typeface="Calibri"/>
            </a:endParaRPr>
          </a:p>
        </p:txBody>
      </p:sp>
      <p:sp>
        <p:nvSpPr>
          <p:cNvPr id="2889" name="PlaceHolder 2"/>
          <p:cNvSpPr>
            <a:spLocks noGrp="1" noRot="1" noChangeAspect="1"/>
          </p:cNvSpPr>
          <p:nvPr>
            <p:ph type="sldImg"/>
          </p:nvPr>
        </p:nvSpPr>
        <p:spPr>
          <a:xfrm>
            <a:off x="1143000" y="685800"/>
            <a:ext cx="4571640" cy="3428640"/>
          </a:xfrm>
          <a:prstGeom prst="rect">
            <a:avLst/>
          </a:prstGeom>
        </p:spPr>
      </p:sp>
      <p:sp>
        <p:nvSpPr>
          <p:cNvPr id="2890" name="PlaceHolder 3"/>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1"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F77E0020-DDD4-4AF9-8327-614B4C2605B8}" type="slidenum">
              <a:rPr lang="en-US" sz="1100" b="0" strike="noStrike" spc="-1">
                <a:solidFill>
                  <a:srgbClr val="000000"/>
                </a:solidFill>
                <a:latin typeface="Times New Roman"/>
                <a:ea typeface="MS PGothic"/>
              </a:rPr>
              <a:t>48</a:t>
            </a:fld>
            <a:endParaRPr lang="nl-NL" sz="1100" b="0" strike="noStrike" spc="-1">
              <a:latin typeface="Calibri"/>
            </a:endParaRPr>
          </a:p>
        </p:txBody>
      </p:sp>
      <p:sp>
        <p:nvSpPr>
          <p:cNvPr id="2892" name="PlaceHolder 2"/>
          <p:cNvSpPr>
            <a:spLocks noGrp="1" noRot="1" noChangeAspect="1"/>
          </p:cNvSpPr>
          <p:nvPr>
            <p:ph type="sldImg"/>
          </p:nvPr>
        </p:nvSpPr>
        <p:spPr>
          <a:xfrm>
            <a:off x="1143000" y="685800"/>
            <a:ext cx="4572000" cy="3429000"/>
          </a:xfrm>
          <a:prstGeom prst="rect">
            <a:avLst/>
          </a:prstGeom>
        </p:spPr>
      </p:sp>
      <p:sp>
        <p:nvSpPr>
          <p:cNvPr id="2893"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4"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91C9A8A9-645D-41A9-99E3-C2E16473C426}" type="slidenum">
              <a:rPr lang="en-US" sz="1100" b="0" strike="noStrike" spc="-1">
                <a:solidFill>
                  <a:srgbClr val="000000"/>
                </a:solidFill>
                <a:latin typeface="Times New Roman"/>
                <a:ea typeface="MS PGothic"/>
              </a:rPr>
              <a:t>49</a:t>
            </a:fld>
            <a:endParaRPr lang="nl-NL" sz="1100" b="0" strike="noStrike" spc="-1">
              <a:latin typeface="Calibri"/>
            </a:endParaRPr>
          </a:p>
        </p:txBody>
      </p:sp>
      <p:sp>
        <p:nvSpPr>
          <p:cNvPr id="2895" name="PlaceHolder 2"/>
          <p:cNvSpPr>
            <a:spLocks noGrp="1" noRot="1" noChangeAspect="1"/>
          </p:cNvSpPr>
          <p:nvPr>
            <p:ph type="sldImg"/>
          </p:nvPr>
        </p:nvSpPr>
        <p:spPr>
          <a:xfrm>
            <a:off x="1143000" y="685800"/>
            <a:ext cx="4572000" cy="3429000"/>
          </a:xfrm>
          <a:prstGeom prst="rect">
            <a:avLst/>
          </a:prstGeom>
        </p:spPr>
      </p:sp>
      <p:sp>
        <p:nvSpPr>
          <p:cNvPr id="2896"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 name="CustomShape 1"/>
          <p:cNvSpPr/>
          <p:nvPr/>
        </p:nvSpPr>
        <p:spPr>
          <a:xfrm>
            <a:off x="3886200" y="8685360"/>
            <a:ext cx="2971440" cy="458280"/>
          </a:xfrm>
          <a:prstGeom prst="rect">
            <a:avLst/>
          </a:prstGeom>
          <a:noFill/>
          <a:ln>
            <a:noFill/>
          </a:ln>
        </p:spPr>
        <p:style>
          <a:lnRef idx="0">
            <a:scrgbClr r="0" g="0" b="0"/>
          </a:lnRef>
          <a:fillRef idx="0">
            <a:scrgbClr r="0" g="0" b="0"/>
          </a:fillRef>
          <a:effectRef idx="0">
            <a:scrgbClr r="0" g="0" b="0"/>
          </a:effectRef>
          <a:fontRef idx="minor"/>
        </p:style>
        <p:txBody>
          <a:bodyPr anchor="b">
            <a:noAutofit/>
          </a:bodyPr>
          <a:lstStyle/>
          <a:p>
            <a:pPr algn="r">
              <a:lnSpc>
                <a:spcPct val="100000"/>
              </a:lnSpc>
            </a:pPr>
            <a:fld id="{3C5336F4-6F61-4182-BF80-F9AAFBA831C8}" type="slidenum">
              <a:rPr lang="en-US" sz="1100" b="0" strike="noStrike" spc="-1">
                <a:solidFill>
                  <a:srgbClr val="000000"/>
                </a:solidFill>
                <a:latin typeface="Times New Roman"/>
                <a:ea typeface="MS PGothic"/>
              </a:rPr>
              <a:t>50</a:t>
            </a:fld>
            <a:endParaRPr lang="nl-NL" sz="1100" b="0" strike="noStrike" spc="-1">
              <a:latin typeface="Calibri"/>
            </a:endParaRPr>
          </a:p>
        </p:txBody>
      </p:sp>
      <p:sp>
        <p:nvSpPr>
          <p:cNvPr id="2898" name="PlaceHolder 2"/>
          <p:cNvSpPr>
            <a:spLocks noGrp="1" noRot="1" noChangeAspect="1"/>
          </p:cNvSpPr>
          <p:nvPr>
            <p:ph type="sldImg"/>
          </p:nvPr>
        </p:nvSpPr>
        <p:spPr>
          <a:xfrm>
            <a:off x="1143000" y="685800"/>
            <a:ext cx="4572000" cy="3429000"/>
          </a:xfrm>
          <a:prstGeom prst="rect">
            <a:avLst/>
          </a:prstGeom>
        </p:spPr>
      </p:sp>
      <p:sp>
        <p:nvSpPr>
          <p:cNvPr id="2899" name="PlaceHolder 3"/>
          <p:cNvSpPr>
            <a:spLocks noGrp="1"/>
          </p:cNvSpPr>
          <p:nvPr>
            <p:ph type="body"/>
          </p:nvPr>
        </p:nvSpPr>
        <p:spPr>
          <a:xfrm>
            <a:off x="914400" y="4343400"/>
            <a:ext cx="5028840" cy="4115880"/>
          </a:xfrm>
          <a:prstGeom prst="rect">
            <a:avLst/>
          </a:prstGeom>
        </p:spPr>
        <p:txBody>
          <a:bodyPr>
            <a:noAutofit/>
          </a:bodyPr>
          <a:lstStyle/>
          <a:p>
            <a:endParaRPr lang="nl-NL" sz="2000" b="0" strike="noStrike" spc="-1">
              <a:latin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0" name="TextShape 1"/>
          <p:cNvSpPr txBox="1"/>
          <p:nvPr/>
        </p:nvSpPr>
        <p:spPr>
          <a:xfrm>
            <a:off x="3884760" y="8685360"/>
            <a:ext cx="2971440" cy="456840"/>
          </a:xfrm>
          <a:prstGeom prst="rect">
            <a:avLst/>
          </a:prstGeom>
          <a:noFill/>
          <a:ln>
            <a:noFill/>
          </a:ln>
        </p:spPr>
        <p:txBody>
          <a:bodyPr anchor="b">
            <a:noAutofit/>
          </a:bodyPr>
          <a:lstStyle/>
          <a:p>
            <a:pPr algn="r">
              <a:lnSpc>
                <a:spcPct val="100000"/>
              </a:lnSpc>
            </a:pPr>
            <a:fld id="{D55602E8-4E17-4EF0-A8D2-49B338D7A98A}" type="slidenum">
              <a:rPr lang="en-US" sz="1200" b="0" strike="noStrike" spc="-1">
                <a:solidFill>
                  <a:srgbClr val="000000"/>
                </a:solidFill>
                <a:latin typeface="Times New Roman"/>
                <a:ea typeface="MS PGothic"/>
              </a:rPr>
              <a:t>51</a:t>
            </a:fld>
            <a:endParaRPr lang="nl-NL" sz="1200" b="0" strike="noStrike" spc="-1">
              <a:latin typeface="Calibri"/>
            </a:endParaRPr>
          </a:p>
        </p:txBody>
      </p:sp>
      <p:sp>
        <p:nvSpPr>
          <p:cNvPr id="2901" name="PlaceHolder 2"/>
          <p:cNvSpPr>
            <a:spLocks noGrp="1" noRot="1" noChangeAspect="1"/>
          </p:cNvSpPr>
          <p:nvPr>
            <p:ph type="sldImg"/>
          </p:nvPr>
        </p:nvSpPr>
        <p:spPr>
          <a:xfrm>
            <a:off x="1143000" y="685800"/>
            <a:ext cx="4572000" cy="3429000"/>
          </a:xfrm>
          <a:prstGeom prst="rect">
            <a:avLst/>
          </a:prstGeom>
        </p:spPr>
      </p:sp>
      <p:sp>
        <p:nvSpPr>
          <p:cNvPr id="2902" name="PlaceHolder 3"/>
          <p:cNvSpPr>
            <a:spLocks noGrp="1"/>
          </p:cNvSpPr>
          <p:nvPr>
            <p:ph type="body"/>
          </p:nvPr>
        </p:nvSpPr>
        <p:spPr>
          <a:xfrm>
            <a:off x="685800" y="4343400"/>
            <a:ext cx="5486040" cy="4114440"/>
          </a:xfrm>
          <a:prstGeom prst="rect">
            <a:avLst/>
          </a:prstGeom>
        </p:spPr>
        <p:txBody>
          <a:bodyPr>
            <a:noAutofit/>
          </a:bodyPr>
          <a:lstStyle/>
          <a:p>
            <a:endParaRPr lang="nl-NL" sz="2000" b="0" strike="noStrike" spc="-1">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8450F3DE-B3C6-42FC-9A1F-DC0679075746}"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4" name="PlaceHolder 2"/>
          <p:cNvSpPr>
            <a:spLocks noGrp="1"/>
          </p:cNvSpPr>
          <p:nvPr>
            <p:ph type="subTitle"/>
          </p:nvPr>
        </p:nvSpPr>
        <p:spPr>
          <a:xfrm>
            <a:off x="457200" y="2086920"/>
            <a:ext cx="8229240" cy="4038840"/>
          </a:xfrm>
          <a:prstGeom prst="rect">
            <a:avLst/>
          </a:prstGeom>
        </p:spPr>
        <p:txBody>
          <a:bodyPr lIns="0" tIns="0" rIns="0" bIns="0" anchor="ctr">
            <a:noAutofit/>
          </a:bodyPr>
          <a:lstStyle/>
          <a:p>
            <a:pPr algn="ctr"/>
            <a:endParaRPr lang="nl-NL" sz="3200" b="0" strike="noStrike" spc="-1">
              <a:latin typeface="Calibri"/>
            </a:endParaRPr>
          </a:p>
        </p:txBody>
      </p:sp>
      <p:sp>
        <p:nvSpPr>
          <p:cNvPr id="2" name="PlaceHolder 3"/>
          <p:cNvSpPr>
            <a:spLocks noGrp="1"/>
          </p:cNvSpPr>
          <p:nvPr>
            <p:ph type="sldNum" idx="1"/>
          </p:nvPr>
        </p:nvSpPr>
        <p:spPr/>
        <p:txBody>
          <a:bodyPr/>
          <a:lstStyle/>
          <a:p>
            <a:fld id="{34ABE5C8-AFAA-4329-A72F-8E34D88FB17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6" name="PlaceHolder 2"/>
          <p:cNvSpPr>
            <a:spLocks noGrp="1"/>
          </p:cNvSpPr>
          <p:nvPr>
            <p:ph type="body"/>
          </p:nvPr>
        </p:nvSpPr>
        <p:spPr>
          <a:xfrm>
            <a:off x="457200" y="2086920"/>
            <a:ext cx="822924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 name="PlaceHolder 3"/>
          <p:cNvSpPr>
            <a:spLocks noGrp="1"/>
          </p:cNvSpPr>
          <p:nvPr>
            <p:ph type="sldNum" idx="1"/>
          </p:nvPr>
        </p:nvSpPr>
        <p:spPr/>
        <p:txBody>
          <a:bodyPr/>
          <a:lstStyle/>
          <a:p>
            <a:fld id="{19BCBBA9-43F6-4DC2-AA1B-01503D0987C8}"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8"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sldNum" idx="1"/>
          </p:nvPr>
        </p:nvSpPr>
        <p:spPr/>
        <p:txBody>
          <a:bodyPr/>
          <a:lstStyle/>
          <a:p>
            <a:fld id="{702455B0-B10D-47DA-81F4-A157F0A224A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 name="PlaceHolder 2"/>
          <p:cNvSpPr>
            <a:spLocks noGrp="1"/>
          </p:cNvSpPr>
          <p:nvPr>
            <p:ph type="sldNum" idx="1"/>
          </p:nvPr>
        </p:nvSpPr>
        <p:spPr/>
        <p:txBody>
          <a:bodyPr/>
          <a:lstStyle/>
          <a:p>
            <a:fld id="{D10F5012-A5F0-40C4-875F-8BBEAB7CD7E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944640"/>
            <a:ext cx="8229240" cy="5297760"/>
          </a:xfrm>
          <a:prstGeom prst="rect">
            <a:avLst/>
          </a:prstGeom>
        </p:spPr>
        <p:txBody>
          <a:bodyPr lIns="0" tIns="0" rIns="0" bIns="0" anchor="ctr">
            <a:noAutofit/>
          </a:bodyPr>
          <a:lstStyle/>
          <a:p>
            <a:pPr algn="ctr"/>
            <a:endParaRPr lang="nl-NL" sz="3200" b="0" strike="noStrike" spc="-1">
              <a:latin typeface="Calibri"/>
            </a:endParaRPr>
          </a:p>
        </p:txBody>
      </p:sp>
      <p:sp>
        <p:nvSpPr>
          <p:cNvPr id="3" name="PlaceHolder 2"/>
          <p:cNvSpPr>
            <a:spLocks noGrp="1"/>
          </p:cNvSpPr>
          <p:nvPr>
            <p:ph type="sldNum" idx="1"/>
          </p:nvPr>
        </p:nvSpPr>
        <p:spPr/>
        <p:txBody>
          <a:bodyPr/>
          <a:lstStyle/>
          <a:p>
            <a:fld id="{D9622C1C-9649-4E30-8B28-DCCB689DD7B9}"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3"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4"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sldNum" idx="1"/>
          </p:nvPr>
        </p:nvSpPr>
        <p:spPr/>
        <p:txBody>
          <a:bodyPr/>
          <a:lstStyle/>
          <a:p>
            <a:fld id="{BCAF1F60-68D0-4F57-93A9-F585A68D5A7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7"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8"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 name="PlaceHolder 4"/>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sldNum" idx="1"/>
          </p:nvPr>
        </p:nvSpPr>
        <p:spPr/>
        <p:txBody>
          <a:bodyPr/>
          <a:lstStyle/>
          <a:p>
            <a:fld id="{8AB84A62-293B-44CA-9834-5BB30C391D69}"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1"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2"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 name="PlaceHolder 4"/>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sldNum" idx="1"/>
          </p:nvPr>
        </p:nvSpPr>
        <p:spPr/>
        <p:txBody>
          <a:bodyPr/>
          <a:lstStyle/>
          <a:p>
            <a:fld id="{FBF3AC6C-E675-4544-94E0-9E62B347E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5" name="PlaceHolder 2"/>
          <p:cNvSpPr>
            <a:spLocks noGrp="1"/>
          </p:cNvSpPr>
          <p:nvPr>
            <p:ph type="body"/>
          </p:nvPr>
        </p:nvSpPr>
        <p:spPr>
          <a:xfrm>
            <a:off x="457200" y="20869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6" name="PlaceHolder 3"/>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sldNum" idx="1"/>
          </p:nvPr>
        </p:nvSpPr>
        <p:spPr/>
        <p:txBody>
          <a:bodyPr/>
          <a:lstStyle/>
          <a:p>
            <a:fld id="{F6424723-9BD0-48C9-9DD9-D0F3FFB0EDC0}"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8"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9"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0"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1" name="PlaceHolder 5"/>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 name="PlaceHolder 6"/>
          <p:cNvSpPr>
            <a:spLocks noGrp="1"/>
          </p:cNvSpPr>
          <p:nvPr>
            <p:ph type="sldNum" idx="1"/>
          </p:nvPr>
        </p:nvSpPr>
        <p:spPr/>
        <p:txBody>
          <a:bodyPr/>
          <a:lstStyle/>
          <a:p>
            <a:fld id="{39818DD9-0B03-4735-A173-DAD8A1398094}"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3" name="PlaceHolder 2"/>
          <p:cNvSpPr>
            <a:spLocks noGrp="1"/>
          </p:cNvSpPr>
          <p:nvPr>
            <p:ph type="body"/>
          </p:nvPr>
        </p:nvSpPr>
        <p:spPr>
          <a:xfrm>
            <a:off x="45720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4" name="PlaceHolder 3"/>
          <p:cNvSpPr>
            <a:spLocks noGrp="1"/>
          </p:cNvSpPr>
          <p:nvPr>
            <p:ph type="body"/>
          </p:nvPr>
        </p:nvSpPr>
        <p:spPr>
          <a:xfrm>
            <a:off x="323964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5" name="PlaceHolder 4"/>
          <p:cNvSpPr>
            <a:spLocks noGrp="1"/>
          </p:cNvSpPr>
          <p:nvPr>
            <p:ph type="body"/>
          </p:nvPr>
        </p:nvSpPr>
        <p:spPr>
          <a:xfrm>
            <a:off x="602208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6" name="PlaceHolder 5"/>
          <p:cNvSpPr>
            <a:spLocks noGrp="1"/>
          </p:cNvSpPr>
          <p:nvPr>
            <p:ph type="body"/>
          </p:nvPr>
        </p:nvSpPr>
        <p:spPr>
          <a:xfrm>
            <a:off x="45720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7" name="PlaceHolder 6"/>
          <p:cNvSpPr>
            <a:spLocks noGrp="1"/>
          </p:cNvSpPr>
          <p:nvPr>
            <p:ph type="body"/>
          </p:nvPr>
        </p:nvSpPr>
        <p:spPr>
          <a:xfrm>
            <a:off x="323964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8" name="PlaceHolder 7"/>
          <p:cNvSpPr>
            <a:spLocks noGrp="1"/>
          </p:cNvSpPr>
          <p:nvPr>
            <p:ph type="body"/>
          </p:nvPr>
        </p:nvSpPr>
        <p:spPr>
          <a:xfrm>
            <a:off x="602208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 name="PlaceHolder 8"/>
          <p:cNvSpPr>
            <a:spLocks noGrp="1"/>
          </p:cNvSpPr>
          <p:nvPr>
            <p:ph type="sldNum" idx="1"/>
          </p:nvPr>
        </p:nvSpPr>
        <p:spPr/>
        <p:txBody>
          <a:bodyPr/>
          <a:lstStyle/>
          <a:p>
            <a:fld id="{8E2EBAF2-28D1-40E0-BC2F-220BD51A5C0D}"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C735953E-B6FB-4FE0-A8F0-C8F7E9F5C93E}"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44" name="PlaceHolder 2"/>
          <p:cNvSpPr>
            <a:spLocks noGrp="1"/>
          </p:cNvSpPr>
          <p:nvPr>
            <p:ph type="subTitle"/>
          </p:nvPr>
        </p:nvSpPr>
        <p:spPr>
          <a:xfrm>
            <a:off x="457200" y="2086920"/>
            <a:ext cx="8229240" cy="4038840"/>
          </a:xfrm>
          <a:prstGeom prst="rect">
            <a:avLst/>
          </a:prstGeom>
        </p:spPr>
        <p:txBody>
          <a:bodyPr lIns="0" tIns="0" rIns="0" bIns="0" anchor="ctr">
            <a:noAutofit/>
          </a:bodyPr>
          <a:lstStyle/>
          <a:p>
            <a:pPr algn="ctr"/>
            <a:endParaRPr lang="nl-NL" sz="3200" b="0" strike="noStrike" spc="-1">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CBB74F18-55AF-4145-B9B1-1B8B09DB9C85}"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46" name="PlaceHolder 2"/>
          <p:cNvSpPr>
            <a:spLocks noGrp="1"/>
          </p:cNvSpPr>
          <p:nvPr>
            <p:ph type="body"/>
          </p:nvPr>
        </p:nvSpPr>
        <p:spPr>
          <a:xfrm>
            <a:off x="457200" y="2086920"/>
            <a:ext cx="822924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D45A5C0A-5E88-4A1D-8C6B-D8F80D9BD2F2}"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48"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9"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8F2E6857-DD78-4BD2-9A8A-B11B72B5C5EC}"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C3D7BF80-6A3D-426E-9734-6195BAEBCE26}"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457200" y="944640"/>
            <a:ext cx="8229240" cy="5297760"/>
          </a:xfrm>
          <a:prstGeom prst="rect">
            <a:avLst/>
          </a:prstGeom>
        </p:spPr>
        <p:txBody>
          <a:bodyPr lIns="0" tIns="0" rIns="0" bIns="0" anchor="ctr">
            <a:noAutofit/>
          </a:bodyPr>
          <a:lstStyle/>
          <a:p>
            <a:pPr algn="ctr"/>
            <a:endParaRPr lang="nl-NL" sz="3200" b="0" strike="noStrike" spc="-1">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74B98C83-6228-4985-A28D-932324540940}"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53"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4"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5"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960DD49C-A962-4426-B492-E9D57A33F350}"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57"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8"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9" name="PlaceHolder 4"/>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8F35E28A-207C-46E5-B38C-3B237905D4FA}"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61"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2"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3" name="PlaceHolder 4"/>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304BA8FB-29A8-4475-A061-693F01DD239A}"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65" name="PlaceHolder 2"/>
          <p:cNvSpPr>
            <a:spLocks noGrp="1"/>
          </p:cNvSpPr>
          <p:nvPr>
            <p:ph type="body"/>
          </p:nvPr>
        </p:nvSpPr>
        <p:spPr>
          <a:xfrm>
            <a:off x="457200" y="20869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6" name="PlaceHolder 3"/>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60DA05E3-33ED-4A1E-8EAB-F3BDD83FF588}"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68"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9"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0"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1" name="PlaceHolder 5"/>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73399CD2-FF4C-4DA9-827E-9EE64CC576C4}"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73" name="PlaceHolder 2"/>
          <p:cNvSpPr>
            <a:spLocks noGrp="1"/>
          </p:cNvSpPr>
          <p:nvPr>
            <p:ph type="body"/>
          </p:nvPr>
        </p:nvSpPr>
        <p:spPr>
          <a:xfrm>
            <a:off x="45720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4" name="PlaceHolder 3"/>
          <p:cNvSpPr>
            <a:spLocks noGrp="1"/>
          </p:cNvSpPr>
          <p:nvPr>
            <p:ph type="body"/>
          </p:nvPr>
        </p:nvSpPr>
        <p:spPr>
          <a:xfrm>
            <a:off x="323964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5" name="PlaceHolder 4"/>
          <p:cNvSpPr>
            <a:spLocks noGrp="1"/>
          </p:cNvSpPr>
          <p:nvPr>
            <p:ph type="body"/>
          </p:nvPr>
        </p:nvSpPr>
        <p:spPr>
          <a:xfrm>
            <a:off x="602208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6" name="PlaceHolder 5"/>
          <p:cNvSpPr>
            <a:spLocks noGrp="1"/>
          </p:cNvSpPr>
          <p:nvPr>
            <p:ph type="body"/>
          </p:nvPr>
        </p:nvSpPr>
        <p:spPr>
          <a:xfrm>
            <a:off x="45720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7" name="PlaceHolder 6"/>
          <p:cNvSpPr>
            <a:spLocks noGrp="1"/>
          </p:cNvSpPr>
          <p:nvPr>
            <p:ph type="body"/>
          </p:nvPr>
        </p:nvSpPr>
        <p:spPr>
          <a:xfrm>
            <a:off x="323964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8" name="PlaceHolder 7"/>
          <p:cNvSpPr>
            <a:spLocks noGrp="1"/>
          </p:cNvSpPr>
          <p:nvPr>
            <p:ph type="body"/>
          </p:nvPr>
        </p:nvSpPr>
        <p:spPr>
          <a:xfrm>
            <a:off x="602208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87A54895-EF24-4BB4-9418-FBE0F4CEFED3}"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B8A255CF-026A-4F65-8BB5-17E01CD6D799}"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85" name="PlaceHolder 2"/>
          <p:cNvSpPr>
            <a:spLocks noGrp="1"/>
          </p:cNvSpPr>
          <p:nvPr>
            <p:ph type="subTitle"/>
          </p:nvPr>
        </p:nvSpPr>
        <p:spPr>
          <a:xfrm>
            <a:off x="457200" y="2086920"/>
            <a:ext cx="8229240" cy="4038840"/>
          </a:xfrm>
          <a:prstGeom prst="rect">
            <a:avLst/>
          </a:prstGeom>
        </p:spPr>
        <p:txBody>
          <a:bodyPr lIns="0" tIns="0" rIns="0" bIns="0" anchor="ctr">
            <a:noAutofit/>
          </a:bodyPr>
          <a:lstStyle/>
          <a:p>
            <a:pPr algn="ctr"/>
            <a:endParaRPr lang="nl-NL" sz="3200" b="0" strike="noStrike" spc="-1">
              <a:latin typeface="Calibri"/>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9B6319CD-D940-412E-BDB0-EEB1A4901E5F}"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87" name="PlaceHolder 2"/>
          <p:cNvSpPr>
            <a:spLocks noGrp="1"/>
          </p:cNvSpPr>
          <p:nvPr>
            <p:ph type="body"/>
          </p:nvPr>
        </p:nvSpPr>
        <p:spPr>
          <a:xfrm>
            <a:off x="457200" y="2086920"/>
            <a:ext cx="822924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5CE5B987-3EF6-487A-9F08-E97DDEC03D33}"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89"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0"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CBBCBF0C-15FB-4A94-B0B0-0E85E4B8BA06}"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9B69D659-E2C8-42AB-9B32-C0AA8CF9D12A}"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457200" y="944640"/>
            <a:ext cx="8229240" cy="5297760"/>
          </a:xfrm>
          <a:prstGeom prst="rect">
            <a:avLst/>
          </a:prstGeom>
        </p:spPr>
        <p:txBody>
          <a:bodyPr lIns="0" tIns="0" rIns="0" bIns="0" anchor="ctr">
            <a:noAutofit/>
          </a:bodyPr>
          <a:lstStyle/>
          <a:p>
            <a:pPr algn="ctr"/>
            <a:endParaRPr lang="nl-NL" sz="3200" b="0" strike="noStrike" spc="-1">
              <a:latin typeface="Calibri"/>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D78A6032-90EE-48B4-AA7C-AD1EAAC5E673}"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94"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5"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6"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B26158A9-5FD4-492D-B539-BDDD879F31A3}"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98"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9"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0" name="PlaceHolder 4"/>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AF6227DB-1218-4685-9973-C6C80BA71009}"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02"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3"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4" name="PlaceHolder 4"/>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66BDB382-2FBF-4BB1-B063-9B8EADDEF941}"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06" name="PlaceHolder 2"/>
          <p:cNvSpPr>
            <a:spLocks noGrp="1"/>
          </p:cNvSpPr>
          <p:nvPr>
            <p:ph type="body"/>
          </p:nvPr>
        </p:nvSpPr>
        <p:spPr>
          <a:xfrm>
            <a:off x="457200" y="20869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7" name="PlaceHolder 3"/>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471BEAAF-0833-497C-8506-69DF53236187}"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09"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0"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1"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2" name="PlaceHolder 5"/>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CA9AF1EC-ECB9-481A-B7DC-B4E0F089FC07}"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14" name="PlaceHolder 2"/>
          <p:cNvSpPr>
            <a:spLocks noGrp="1"/>
          </p:cNvSpPr>
          <p:nvPr>
            <p:ph type="body"/>
          </p:nvPr>
        </p:nvSpPr>
        <p:spPr>
          <a:xfrm>
            <a:off x="45720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5" name="PlaceHolder 3"/>
          <p:cNvSpPr>
            <a:spLocks noGrp="1"/>
          </p:cNvSpPr>
          <p:nvPr>
            <p:ph type="body"/>
          </p:nvPr>
        </p:nvSpPr>
        <p:spPr>
          <a:xfrm>
            <a:off x="323964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6" name="PlaceHolder 4"/>
          <p:cNvSpPr>
            <a:spLocks noGrp="1"/>
          </p:cNvSpPr>
          <p:nvPr>
            <p:ph type="body"/>
          </p:nvPr>
        </p:nvSpPr>
        <p:spPr>
          <a:xfrm>
            <a:off x="602208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7" name="PlaceHolder 5"/>
          <p:cNvSpPr>
            <a:spLocks noGrp="1"/>
          </p:cNvSpPr>
          <p:nvPr>
            <p:ph type="body"/>
          </p:nvPr>
        </p:nvSpPr>
        <p:spPr>
          <a:xfrm>
            <a:off x="45720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8" name="PlaceHolder 6"/>
          <p:cNvSpPr>
            <a:spLocks noGrp="1"/>
          </p:cNvSpPr>
          <p:nvPr>
            <p:ph type="body"/>
          </p:nvPr>
        </p:nvSpPr>
        <p:spPr>
          <a:xfrm>
            <a:off x="323964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9" name="PlaceHolder 7"/>
          <p:cNvSpPr>
            <a:spLocks noGrp="1"/>
          </p:cNvSpPr>
          <p:nvPr>
            <p:ph type="body"/>
          </p:nvPr>
        </p:nvSpPr>
        <p:spPr>
          <a:xfrm>
            <a:off x="602208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A4FD221D-E621-4BF5-BB19-E2E6A78683B2}"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6"/>
          </p:nvPr>
        </p:nvSpPr>
        <p:spPr/>
        <p:txBody>
          <a:bodyPr/>
          <a:lstStyle/>
          <a:p>
            <a:r>
              <a:t>Footer</a:t>
            </a:r>
          </a:p>
        </p:txBody>
      </p:sp>
      <p:sp>
        <p:nvSpPr>
          <p:cNvPr id="3" name="PlaceHolder 2"/>
          <p:cNvSpPr>
            <a:spLocks noGrp="1"/>
          </p:cNvSpPr>
          <p:nvPr>
            <p:ph type="sldNum" idx="7"/>
          </p:nvPr>
        </p:nvSpPr>
        <p:spPr/>
        <p:txBody>
          <a:bodyPr/>
          <a:lstStyle/>
          <a:p>
            <a:fld id="{D3F114FF-6D16-429B-A19D-C59699714C59}"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25" name="PlaceHolder 2"/>
          <p:cNvSpPr>
            <a:spLocks noGrp="1"/>
          </p:cNvSpPr>
          <p:nvPr>
            <p:ph type="subTitle"/>
          </p:nvPr>
        </p:nvSpPr>
        <p:spPr>
          <a:xfrm>
            <a:off x="457200" y="2086920"/>
            <a:ext cx="8229240" cy="4038840"/>
          </a:xfrm>
          <a:prstGeom prst="rect">
            <a:avLst/>
          </a:prstGeom>
        </p:spPr>
        <p:txBody>
          <a:bodyPr lIns="0" tIns="0" rIns="0" bIns="0" anchor="ctr">
            <a:noAutofit/>
          </a:bodyPr>
          <a:lstStyle/>
          <a:p>
            <a:pPr algn="ctr"/>
            <a:endParaRPr lang="nl-NL" sz="3200" b="0" strike="noStrike" spc="-1">
              <a:latin typeface="Calibri"/>
            </a:endParaRPr>
          </a:p>
        </p:txBody>
      </p:sp>
      <p:sp>
        <p:nvSpPr>
          <p:cNvPr id="4" name="PlaceHolder 3"/>
          <p:cNvSpPr>
            <a:spLocks noGrp="1"/>
          </p:cNvSpPr>
          <p:nvPr>
            <p:ph type="ftr" idx="6"/>
          </p:nvPr>
        </p:nvSpPr>
        <p:spPr/>
        <p:txBody>
          <a:bodyPr/>
          <a:lstStyle/>
          <a:p>
            <a:r>
              <a:t>Footer</a:t>
            </a:r>
          </a:p>
        </p:txBody>
      </p:sp>
      <p:sp>
        <p:nvSpPr>
          <p:cNvPr id="5" name="PlaceHolder 4"/>
          <p:cNvSpPr>
            <a:spLocks noGrp="1"/>
          </p:cNvSpPr>
          <p:nvPr>
            <p:ph type="sldNum" idx="7"/>
          </p:nvPr>
        </p:nvSpPr>
        <p:spPr/>
        <p:txBody>
          <a:bodyPr/>
          <a:lstStyle/>
          <a:p>
            <a:fld id="{2EF110E1-C786-4634-83D7-2CCC636AD712}"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27" name="PlaceHolder 2"/>
          <p:cNvSpPr>
            <a:spLocks noGrp="1"/>
          </p:cNvSpPr>
          <p:nvPr>
            <p:ph type="body"/>
          </p:nvPr>
        </p:nvSpPr>
        <p:spPr>
          <a:xfrm>
            <a:off x="457200" y="2086920"/>
            <a:ext cx="822924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 name="PlaceHolder 3"/>
          <p:cNvSpPr>
            <a:spLocks noGrp="1"/>
          </p:cNvSpPr>
          <p:nvPr>
            <p:ph type="ftr" idx="6"/>
          </p:nvPr>
        </p:nvSpPr>
        <p:spPr/>
        <p:txBody>
          <a:bodyPr/>
          <a:lstStyle/>
          <a:p>
            <a:r>
              <a:t>Footer</a:t>
            </a:r>
          </a:p>
        </p:txBody>
      </p:sp>
      <p:sp>
        <p:nvSpPr>
          <p:cNvPr id="5" name="PlaceHolder 4"/>
          <p:cNvSpPr>
            <a:spLocks noGrp="1"/>
          </p:cNvSpPr>
          <p:nvPr>
            <p:ph type="sldNum" idx="7"/>
          </p:nvPr>
        </p:nvSpPr>
        <p:spPr/>
        <p:txBody>
          <a:bodyPr/>
          <a:lstStyle/>
          <a:p>
            <a:fld id="{D7896C7D-5573-4727-A67A-0214826399BC}"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29"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30"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6"/>
          </p:nvPr>
        </p:nvSpPr>
        <p:spPr/>
        <p:txBody>
          <a:bodyPr/>
          <a:lstStyle/>
          <a:p>
            <a:r>
              <a:t>Footer</a:t>
            </a:r>
          </a:p>
        </p:txBody>
      </p:sp>
      <p:sp>
        <p:nvSpPr>
          <p:cNvPr id="6" name="PlaceHolder 5"/>
          <p:cNvSpPr>
            <a:spLocks noGrp="1"/>
          </p:cNvSpPr>
          <p:nvPr>
            <p:ph type="sldNum" idx="7"/>
          </p:nvPr>
        </p:nvSpPr>
        <p:spPr/>
        <p:txBody>
          <a:bodyPr/>
          <a:lstStyle/>
          <a:p>
            <a:fld id="{26862382-BBA6-4C3F-B034-D29157844765}" type="slidenum">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 name="PlaceHolder 2"/>
          <p:cNvSpPr>
            <a:spLocks noGrp="1"/>
          </p:cNvSpPr>
          <p:nvPr>
            <p:ph type="ftr" idx="6"/>
          </p:nvPr>
        </p:nvSpPr>
        <p:spPr/>
        <p:txBody>
          <a:bodyPr/>
          <a:lstStyle/>
          <a:p>
            <a:r>
              <a:t>Footer</a:t>
            </a:r>
          </a:p>
        </p:txBody>
      </p:sp>
      <p:sp>
        <p:nvSpPr>
          <p:cNvPr id="4" name="PlaceHolder 3"/>
          <p:cNvSpPr>
            <a:spLocks noGrp="1"/>
          </p:cNvSpPr>
          <p:nvPr>
            <p:ph type="sldNum" idx="7"/>
          </p:nvPr>
        </p:nvSpPr>
        <p:spPr/>
        <p:txBody>
          <a:bodyPr/>
          <a:lstStyle/>
          <a:p>
            <a:fld id="{2071CBE6-6722-450E-A80F-41A8269DE039}"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2" name="PlaceHolder 1"/>
          <p:cNvSpPr>
            <a:spLocks noGrp="1"/>
          </p:cNvSpPr>
          <p:nvPr>
            <p:ph type="subTitle"/>
          </p:nvPr>
        </p:nvSpPr>
        <p:spPr>
          <a:xfrm>
            <a:off x="457200" y="944640"/>
            <a:ext cx="8229240" cy="5297760"/>
          </a:xfrm>
          <a:prstGeom prst="rect">
            <a:avLst/>
          </a:prstGeom>
        </p:spPr>
        <p:txBody>
          <a:bodyPr lIns="0" tIns="0" rIns="0" bIns="0" anchor="ctr">
            <a:noAutofit/>
          </a:bodyPr>
          <a:lstStyle/>
          <a:p>
            <a:pPr algn="ctr"/>
            <a:endParaRPr lang="nl-NL" sz="3200" b="0" strike="noStrike" spc="-1">
              <a:latin typeface="Calibri"/>
            </a:endParaRPr>
          </a:p>
        </p:txBody>
      </p:sp>
      <p:sp>
        <p:nvSpPr>
          <p:cNvPr id="3" name="PlaceHolder 2"/>
          <p:cNvSpPr>
            <a:spLocks noGrp="1"/>
          </p:cNvSpPr>
          <p:nvPr>
            <p:ph type="ftr" idx="6"/>
          </p:nvPr>
        </p:nvSpPr>
        <p:spPr/>
        <p:txBody>
          <a:bodyPr/>
          <a:lstStyle/>
          <a:p>
            <a:r>
              <a:t>Footer</a:t>
            </a:r>
          </a:p>
        </p:txBody>
      </p:sp>
      <p:sp>
        <p:nvSpPr>
          <p:cNvPr id="4" name="PlaceHolder 3"/>
          <p:cNvSpPr>
            <a:spLocks noGrp="1"/>
          </p:cNvSpPr>
          <p:nvPr>
            <p:ph type="sldNum" idx="7"/>
          </p:nvPr>
        </p:nvSpPr>
        <p:spPr/>
        <p:txBody>
          <a:bodyPr/>
          <a:lstStyle/>
          <a:p>
            <a:fld id="{8209DB31-D3BC-4B4B-AC21-BF42A45CEEE9}" type="slidenum">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34"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35"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36"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6"/>
          </p:nvPr>
        </p:nvSpPr>
        <p:spPr/>
        <p:txBody>
          <a:bodyPr/>
          <a:lstStyle/>
          <a:p>
            <a:r>
              <a:t>Footer</a:t>
            </a:r>
          </a:p>
        </p:txBody>
      </p:sp>
      <p:sp>
        <p:nvSpPr>
          <p:cNvPr id="7" name="PlaceHolder 6"/>
          <p:cNvSpPr>
            <a:spLocks noGrp="1"/>
          </p:cNvSpPr>
          <p:nvPr>
            <p:ph type="sldNum" idx="7"/>
          </p:nvPr>
        </p:nvSpPr>
        <p:spPr/>
        <p:txBody>
          <a:bodyPr/>
          <a:lstStyle/>
          <a:p>
            <a:fld id="{6CA07F4B-BFE0-486D-A073-E4FD94C36E21}" type="slidenum">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38"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39"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40" name="PlaceHolder 4"/>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6"/>
          </p:nvPr>
        </p:nvSpPr>
        <p:spPr/>
        <p:txBody>
          <a:bodyPr/>
          <a:lstStyle/>
          <a:p>
            <a:r>
              <a:t>Footer</a:t>
            </a:r>
          </a:p>
        </p:txBody>
      </p:sp>
      <p:sp>
        <p:nvSpPr>
          <p:cNvPr id="7" name="PlaceHolder 6"/>
          <p:cNvSpPr>
            <a:spLocks noGrp="1"/>
          </p:cNvSpPr>
          <p:nvPr>
            <p:ph type="sldNum" idx="7"/>
          </p:nvPr>
        </p:nvSpPr>
        <p:spPr/>
        <p:txBody>
          <a:bodyPr/>
          <a:lstStyle/>
          <a:p>
            <a:fld id="{985F3557-1069-45B4-BAE2-83348FE0B702}" type="slidenum">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42"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43"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44" name="PlaceHolder 4"/>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6"/>
          </p:nvPr>
        </p:nvSpPr>
        <p:spPr/>
        <p:txBody>
          <a:bodyPr/>
          <a:lstStyle/>
          <a:p>
            <a:r>
              <a:t>Footer</a:t>
            </a:r>
          </a:p>
        </p:txBody>
      </p:sp>
      <p:sp>
        <p:nvSpPr>
          <p:cNvPr id="7" name="PlaceHolder 6"/>
          <p:cNvSpPr>
            <a:spLocks noGrp="1"/>
          </p:cNvSpPr>
          <p:nvPr>
            <p:ph type="sldNum" idx="7"/>
          </p:nvPr>
        </p:nvSpPr>
        <p:spPr/>
        <p:txBody>
          <a:bodyPr/>
          <a:lstStyle/>
          <a:p>
            <a:fld id="{42E8746D-B49E-4E66-8170-C3BC459D9010}" type="slidenum">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46" name="PlaceHolder 2"/>
          <p:cNvSpPr>
            <a:spLocks noGrp="1"/>
          </p:cNvSpPr>
          <p:nvPr>
            <p:ph type="body"/>
          </p:nvPr>
        </p:nvSpPr>
        <p:spPr>
          <a:xfrm>
            <a:off x="457200" y="20869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47" name="PlaceHolder 3"/>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6"/>
          </p:nvPr>
        </p:nvSpPr>
        <p:spPr/>
        <p:txBody>
          <a:bodyPr/>
          <a:lstStyle/>
          <a:p>
            <a:r>
              <a:t>Footer</a:t>
            </a:r>
          </a:p>
        </p:txBody>
      </p:sp>
      <p:sp>
        <p:nvSpPr>
          <p:cNvPr id="6" name="PlaceHolder 5"/>
          <p:cNvSpPr>
            <a:spLocks noGrp="1"/>
          </p:cNvSpPr>
          <p:nvPr>
            <p:ph type="sldNum" idx="7"/>
          </p:nvPr>
        </p:nvSpPr>
        <p:spPr/>
        <p:txBody>
          <a:bodyPr/>
          <a:lstStyle/>
          <a:p>
            <a:fld id="{2BE5BA63-592F-4E8B-8EA5-8294045EEA60}" type="slidenum">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49"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0"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1"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2" name="PlaceHolder 5"/>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 name="PlaceHolder 6"/>
          <p:cNvSpPr>
            <a:spLocks noGrp="1"/>
          </p:cNvSpPr>
          <p:nvPr>
            <p:ph type="ftr" idx="6"/>
          </p:nvPr>
        </p:nvSpPr>
        <p:spPr/>
        <p:txBody>
          <a:bodyPr/>
          <a:lstStyle/>
          <a:p>
            <a:r>
              <a:t>Footer</a:t>
            </a:r>
          </a:p>
        </p:txBody>
      </p:sp>
      <p:sp>
        <p:nvSpPr>
          <p:cNvPr id="8" name="PlaceHolder 7"/>
          <p:cNvSpPr>
            <a:spLocks noGrp="1"/>
          </p:cNvSpPr>
          <p:nvPr>
            <p:ph type="sldNum" idx="7"/>
          </p:nvPr>
        </p:nvSpPr>
        <p:spPr/>
        <p:txBody>
          <a:bodyPr/>
          <a:lstStyle/>
          <a:p>
            <a:fld id="{4032885F-191B-43C9-AF58-315AD1E4671F}" type="slidenum">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54" name="PlaceHolder 2"/>
          <p:cNvSpPr>
            <a:spLocks noGrp="1"/>
          </p:cNvSpPr>
          <p:nvPr>
            <p:ph type="body"/>
          </p:nvPr>
        </p:nvSpPr>
        <p:spPr>
          <a:xfrm>
            <a:off x="45720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5" name="PlaceHolder 3"/>
          <p:cNvSpPr>
            <a:spLocks noGrp="1"/>
          </p:cNvSpPr>
          <p:nvPr>
            <p:ph type="body"/>
          </p:nvPr>
        </p:nvSpPr>
        <p:spPr>
          <a:xfrm>
            <a:off x="323964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6" name="PlaceHolder 4"/>
          <p:cNvSpPr>
            <a:spLocks noGrp="1"/>
          </p:cNvSpPr>
          <p:nvPr>
            <p:ph type="body"/>
          </p:nvPr>
        </p:nvSpPr>
        <p:spPr>
          <a:xfrm>
            <a:off x="602208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7" name="PlaceHolder 5"/>
          <p:cNvSpPr>
            <a:spLocks noGrp="1"/>
          </p:cNvSpPr>
          <p:nvPr>
            <p:ph type="body"/>
          </p:nvPr>
        </p:nvSpPr>
        <p:spPr>
          <a:xfrm>
            <a:off x="45720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8" name="PlaceHolder 6"/>
          <p:cNvSpPr>
            <a:spLocks noGrp="1"/>
          </p:cNvSpPr>
          <p:nvPr>
            <p:ph type="body"/>
          </p:nvPr>
        </p:nvSpPr>
        <p:spPr>
          <a:xfrm>
            <a:off x="323964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9" name="PlaceHolder 7"/>
          <p:cNvSpPr>
            <a:spLocks noGrp="1"/>
          </p:cNvSpPr>
          <p:nvPr>
            <p:ph type="body"/>
          </p:nvPr>
        </p:nvSpPr>
        <p:spPr>
          <a:xfrm>
            <a:off x="602208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 name="PlaceHolder 8"/>
          <p:cNvSpPr>
            <a:spLocks noGrp="1"/>
          </p:cNvSpPr>
          <p:nvPr>
            <p:ph type="ftr" idx="6"/>
          </p:nvPr>
        </p:nvSpPr>
        <p:spPr/>
        <p:txBody>
          <a:bodyPr/>
          <a:lstStyle/>
          <a:p>
            <a:r>
              <a:t>Footer</a:t>
            </a:r>
          </a:p>
        </p:txBody>
      </p:sp>
      <p:sp>
        <p:nvSpPr>
          <p:cNvPr id="10" name="PlaceHolder 9"/>
          <p:cNvSpPr>
            <a:spLocks noGrp="1"/>
          </p:cNvSpPr>
          <p:nvPr>
            <p:ph type="sldNum" idx="7"/>
          </p:nvPr>
        </p:nvSpPr>
        <p:spPr/>
        <p:txBody>
          <a:bodyPr/>
          <a:lstStyle/>
          <a:p>
            <a:fld id="{C5787521-284A-4301-B92F-FB620066833F}" type="slidenum">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B1DCA076-81AD-422E-8191-A9C8D25D5272}" type="slidenum">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65" name="PlaceHolder 2"/>
          <p:cNvSpPr>
            <a:spLocks noGrp="1"/>
          </p:cNvSpPr>
          <p:nvPr>
            <p:ph type="subTitle"/>
          </p:nvPr>
        </p:nvSpPr>
        <p:spPr>
          <a:xfrm>
            <a:off x="457200" y="2086920"/>
            <a:ext cx="8229240" cy="4038840"/>
          </a:xfrm>
          <a:prstGeom prst="rect">
            <a:avLst/>
          </a:prstGeom>
        </p:spPr>
        <p:txBody>
          <a:bodyPr lIns="0" tIns="0" rIns="0" bIns="0" anchor="ctr">
            <a:noAutofit/>
          </a:bodyPr>
          <a:lstStyle/>
          <a:p>
            <a:pPr algn="ctr"/>
            <a:endParaRPr lang="nl-NL" sz="3200" b="0" strike="noStrike" spc="-1">
              <a:latin typeface="Calibri"/>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062E87E5-B5C7-4E5E-A3E0-C2274C56D37D}" type="slidenum">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67" name="PlaceHolder 2"/>
          <p:cNvSpPr>
            <a:spLocks noGrp="1"/>
          </p:cNvSpPr>
          <p:nvPr>
            <p:ph type="body"/>
          </p:nvPr>
        </p:nvSpPr>
        <p:spPr>
          <a:xfrm>
            <a:off x="457200" y="2086920"/>
            <a:ext cx="822924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088D64CD-A364-4073-8EAD-20A5A4F209CD}" type="slidenum">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69"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70"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AFA778E3-9200-4EE3-814A-BC3ADA730902}" type="slidenum">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CFB9DDFB-703E-485D-AA30-34738F92768C}" type="slidenum">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2" name="PlaceHolder 1"/>
          <p:cNvSpPr>
            <a:spLocks noGrp="1"/>
          </p:cNvSpPr>
          <p:nvPr>
            <p:ph type="subTitle"/>
          </p:nvPr>
        </p:nvSpPr>
        <p:spPr>
          <a:xfrm>
            <a:off x="457200" y="944640"/>
            <a:ext cx="8229240" cy="5297760"/>
          </a:xfrm>
          <a:prstGeom prst="rect">
            <a:avLst/>
          </a:prstGeom>
        </p:spPr>
        <p:txBody>
          <a:bodyPr lIns="0" tIns="0" rIns="0" bIns="0" anchor="ctr">
            <a:noAutofit/>
          </a:bodyPr>
          <a:lstStyle/>
          <a:p>
            <a:pPr algn="ctr"/>
            <a:endParaRPr lang="nl-NL" sz="3200" b="0" strike="noStrike" spc="-1">
              <a:latin typeface="Calibri"/>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99F36E19-A0C8-49CB-80C3-9EE5A76C64E3}" type="slidenum">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74"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75"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76"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C35A51C9-ECEC-4191-BE5A-D935D8347CE1}" type="slidenum">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78"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79"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80" name="PlaceHolder 4"/>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E1900230-2C30-46C1-B048-0CFCD126792C}" type="slidenum">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82"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83"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84" name="PlaceHolder 4"/>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5089F8A1-628A-41CC-81DB-9FC474F1018D}" type="slidenum">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86" name="PlaceHolder 2"/>
          <p:cNvSpPr>
            <a:spLocks noGrp="1"/>
          </p:cNvSpPr>
          <p:nvPr>
            <p:ph type="body"/>
          </p:nvPr>
        </p:nvSpPr>
        <p:spPr>
          <a:xfrm>
            <a:off x="457200" y="20869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87" name="PlaceHolder 3"/>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294CA54B-7D23-444A-89E2-24E4A5C7F5DF}" type="slidenum">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89"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0"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1"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2" name="PlaceHolder 5"/>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50843F46-F635-4112-B0F7-E8632AEA611B}" type="slidenum">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94" name="PlaceHolder 2"/>
          <p:cNvSpPr>
            <a:spLocks noGrp="1"/>
          </p:cNvSpPr>
          <p:nvPr>
            <p:ph type="body"/>
          </p:nvPr>
        </p:nvSpPr>
        <p:spPr>
          <a:xfrm>
            <a:off x="45720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5" name="PlaceHolder 3"/>
          <p:cNvSpPr>
            <a:spLocks noGrp="1"/>
          </p:cNvSpPr>
          <p:nvPr>
            <p:ph type="body"/>
          </p:nvPr>
        </p:nvSpPr>
        <p:spPr>
          <a:xfrm>
            <a:off x="323964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6" name="PlaceHolder 4"/>
          <p:cNvSpPr>
            <a:spLocks noGrp="1"/>
          </p:cNvSpPr>
          <p:nvPr>
            <p:ph type="body"/>
          </p:nvPr>
        </p:nvSpPr>
        <p:spPr>
          <a:xfrm>
            <a:off x="602208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7" name="PlaceHolder 5"/>
          <p:cNvSpPr>
            <a:spLocks noGrp="1"/>
          </p:cNvSpPr>
          <p:nvPr>
            <p:ph type="body"/>
          </p:nvPr>
        </p:nvSpPr>
        <p:spPr>
          <a:xfrm>
            <a:off x="45720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8" name="PlaceHolder 6"/>
          <p:cNvSpPr>
            <a:spLocks noGrp="1"/>
          </p:cNvSpPr>
          <p:nvPr>
            <p:ph type="body"/>
          </p:nvPr>
        </p:nvSpPr>
        <p:spPr>
          <a:xfrm>
            <a:off x="323964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9" name="PlaceHolder 7"/>
          <p:cNvSpPr>
            <a:spLocks noGrp="1"/>
          </p:cNvSpPr>
          <p:nvPr>
            <p:ph type="body"/>
          </p:nvPr>
        </p:nvSpPr>
        <p:spPr>
          <a:xfrm>
            <a:off x="602208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B491D3FB-B6FB-4E7D-9289-7FD93975D706}" type="slidenum">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lstStyle/>
          <a:p>
            <a:r>
              <a:t>Footer</a:t>
            </a:r>
          </a:p>
        </p:txBody>
      </p:sp>
      <p:sp>
        <p:nvSpPr>
          <p:cNvPr id="3" name="PlaceHolder 2"/>
          <p:cNvSpPr>
            <a:spLocks noGrp="1"/>
          </p:cNvSpPr>
          <p:nvPr>
            <p:ph type="sldNum" idx="11"/>
          </p:nvPr>
        </p:nvSpPr>
        <p:spPr/>
        <p:txBody>
          <a:bodyPr/>
          <a:lstStyle/>
          <a:p>
            <a:fld id="{2A1A7372-5253-4EF3-A82C-ADD1F392BA3F}" type="slidenum">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4"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05" name="PlaceHolder 2"/>
          <p:cNvSpPr>
            <a:spLocks noGrp="1"/>
          </p:cNvSpPr>
          <p:nvPr>
            <p:ph type="subTitle"/>
          </p:nvPr>
        </p:nvSpPr>
        <p:spPr>
          <a:xfrm>
            <a:off x="457200" y="2086920"/>
            <a:ext cx="8229240" cy="4038840"/>
          </a:xfrm>
          <a:prstGeom prst="rect">
            <a:avLst/>
          </a:prstGeom>
        </p:spPr>
        <p:txBody>
          <a:bodyPr lIns="0" tIns="0" rIns="0" bIns="0" anchor="ctr">
            <a:noAutofit/>
          </a:bodyPr>
          <a:lstStyle/>
          <a:p>
            <a:pPr algn="ctr"/>
            <a:endParaRPr lang="nl-NL" sz="3200" b="0" strike="noStrike" spc="-1">
              <a:latin typeface="Calibri"/>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E5A37A00-911D-4B72-BD4E-EF9B4B4A9785}" type="slidenum">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07" name="PlaceHolder 2"/>
          <p:cNvSpPr>
            <a:spLocks noGrp="1"/>
          </p:cNvSpPr>
          <p:nvPr>
            <p:ph type="body"/>
          </p:nvPr>
        </p:nvSpPr>
        <p:spPr>
          <a:xfrm>
            <a:off x="457200" y="2086920"/>
            <a:ext cx="822924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0399389F-A151-4AEF-806F-294F5F5C7240}" type="slidenum">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09"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10"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10"/>
          </p:nvPr>
        </p:nvSpPr>
        <p:spPr/>
        <p:txBody>
          <a:bodyPr/>
          <a:lstStyle/>
          <a:p>
            <a:r>
              <a:t>Footer</a:t>
            </a:r>
          </a:p>
        </p:txBody>
      </p:sp>
      <p:sp>
        <p:nvSpPr>
          <p:cNvPr id="6" name="PlaceHolder 5"/>
          <p:cNvSpPr>
            <a:spLocks noGrp="1"/>
          </p:cNvSpPr>
          <p:nvPr>
            <p:ph type="sldNum" idx="11"/>
          </p:nvPr>
        </p:nvSpPr>
        <p:spPr/>
        <p:txBody>
          <a:bodyPr/>
          <a:lstStyle/>
          <a:p>
            <a:fld id="{7EEC5E45-A228-4893-82AE-B2246EA56073}" type="slidenum">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 name="PlaceHolder 2"/>
          <p:cNvSpPr>
            <a:spLocks noGrp="1"/>
          </p:cNvSpPr>
          <p:nvPr>
            <p:ph type="ftr" idx="10"/>
          </p:nvPr>
        </p:nvSpPr>
        <p:spPr/>
        <p:txBody>
          <a:bodyPr/>
          <a:lstStyle/>
          <a:p>
            <a:r>
              <a:t>Footer</a:t>
            </a:r>
          </a:p>
        </p:txBody>
      </p:sp>
      <p:sp>
        <p:nvSpPr>
          <p:cNvPr id="4" name="PlaceHolder 3"/>
          <p:cNvSpPr>
            <a:spLocks noGrp="1"/>
          </p:cNvSpPr>
          <p:nvPr>
            <p:ph type="sldNum" idx="11"/>
          </p:nvPr>
        </p:nvSpPr>
        <p:spPr/>
        <p:txBody>
          <a:bodyPr/>
          <a:lstStyle/>
          <a:p>
            <a:fld id="{C96F4C77-8ECD-4F96-9565-9930BEB1CE69}" type="slidenum">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2" name="PlaceHolder 1"/>
          <p:cNvSpPr>
            <a:spLocks noGrp="1"/>
          </p:cNvSpPr>
          <p:nvPr>
            <p:ph type="subTitle"/>
          </p:nvPr>
        </p:nvSpPr>
        <p:spPr>
          <a:xfrm>
            <a:off x="457200" y="944640"/>
            <a:ext cx="8229240" cy="5297760"/>
          </a:xfrm>
          <a:prstGeom prst="rect">
            <a:avLst/>
          </a:prstGeom>
        </p:spPr>
        <p:txBody>
          <a:bodyPr lIns="0" tIns="0" rIns="0" bIns="0" anchor="ctr">
            <a:noAutofit/>
          </a:bodyPr>
          <a:lstStyle/>
          <a:p>
            <a:pPr algn="ctr"/>
            <a:endParaRPr lang="nl-NL" sz="3200" b="0" strike="noStrike" spc="-1">
              <a:latin typeface="Calibri"/>
            </a:endParaRPr>
          </a:p>
        </p:txBody>
      </p:sp>
      <p:sp>
        <p:nvSpPr>
          <p:cNvPr id="3" name="PlaceHolder 2"/>
          <p:cNvSpPr>
            <a:spLocks noGrp="1"/>
          </p:cNvSpPr>
          <p:nvPr>
            <p:ph type="ftr" idx="10"/>
          </p:nvPr>
        </p:nvSpPr>
        <p:spPr/>
        <p:txBody>
          <a:bodyPr/>
          <a:lstStyle/>
          <a:p>
            <a:r>
              <a:t>Footer</a:t>
            </a:r>
          </a:p>
        </p:txBody>
      </p:sp>
      <p:sp>
        <p:nvSpPr>
          <p:cNvPr id="4" name="PlaceHolder 3"/>
          <p:cNvSpPr>
            <a:spLocks noGrp="1"/>
          </p:cNvSpPr>
          <p:nvPr>
            <p:ph type="sldNum" idx="11"/>
          </p:nvPr>
        </p:nvSpPr>
        <p:spPr/>
        <p:txBody>
          <a:bodyPr/>
          <a:lstStyle/>
          <a:p>
            <a:fld id="{30483E42-84C6-4D79-97E5-204A70C1F0E9}" type="slidenum">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14"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15" name="PlaceHolder 3"/>
          <p:cNvSpPr>
            <a:spLocks noGrp="1"/>
          </p:cNvSpPr>
          <p:nvPr>
            <p:ph type="body"/>
          </p:nvPr>
        </p:nvSpPr>
        <p:spPr>
          <a:xfrm>
            <a:off x="467424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16"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FCD54DD8-D7FF-4E6D-8D8D-02492A09636B}" type="slidenum">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18" name="PlaceHolder 2"/>
          <p:cNvSpPr>
            <a:spLocks noGrp="1"/>
          </p:cNvSpPr>
          <p:nvPr>
            <p:ph type="body"/>
          </p:nvPr>
        </p:nvSpPr>
        <p:spPr>
          <a:xfrm>
            <a:off x="457200" y="2086920"/>
            <a:ext cx="4015800" cy="4038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19"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20" name="PlaceHolder 4"/>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6A646C17-2FFE-4C72-838B-14BA1753657F}" type="slidenum">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22"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23"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24" name="PlaceHolder 4"/>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CE1AC54D-493A-4F3B-865A-A2FC345C2F95}" type="slidenum">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26" name="PlaceHolder 2"/>
          <p:cNvSpPr>
            <a:spLocks noGrp="1"/>
          </p:cNvSpPr>
          <p:nvPr>
            <p:ph type="body"/>
          </p:nvPr>
        </p:nvSpPr>
        <p:spPr>
          <a:xfrm>
            <a:off x="457200" y="20869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27" name="PlaceHolder 3"/>
          <p:cNvSpPr>
            <a:spLocks noGrp="1"/>
          </p:cNvSpPr>
          <p:nvPr>
            <p:ph type="body"/>
          </p:nvPr>
        </p:nvSpPr>
        <p:spPr>
          <a:xfrm>
            <a:off x="457200" y="4196520"/>
            <a:ext cx="822924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 name="PlaceHolder 4"/>
          <p:cNvSpPr>
            <a:spLocks noGrp="1"/>
          </p:cNvSpPr>
          <p:nvPr>
            <p:ph type="ftr" idx="10"/>
          </p:nvPr>
        </p:nvSpPr>
        <p:spPr/>
        <p:txBody>
          <a:bodyPr/>
          <a:lstStyle/>
          <a:p>
            <a:r>
              <a:t>Footer</a:t>
            </a:r>
          </a:p>
        </p:txBody>
      </p:sp>
      <p:sp>
        <p:nvSpPr>
          <p:cNvPr id="6" name="PlaceHolder 5"/>
          <p:cNvSpPr>
            <a:spLocks noGrp="1"/>
          </p:cNvSpPr>
          <p:nvPr>
            <p:ph type="sldNum" idx="11"/>
          </p:nvPr>
        </p:nvSpPr>
        <p:spPr/>
        <p:txBody>
          <a:bodyPr/>
          <a:lstStyle/>
          <a:p>
            <a:fld id="{FE0A9C50-232C-4C30-96F5-0946D959FF66}" type="slidenum">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29" name="PlaceHolder 2"/>
          <p:cNvSpPr>
            <a:spLocks noGrp="1"/>
          </p:cNvSpPr>
          <p:nvPr>
            <p:ph type="body"/>
          </p:nvPr>
        </p:nvSpPr>
        <p:spPr>
          <a:xfrm>
            <a:off x="45720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0" name="PlaceHolder 3"/>
          <p:cNvSpPr>
            <a:spLocks noGrp="1"/>
          </p:cNvSpPr>
          <p:nvPr>
            <p:ph type="body"/>
          </p:nvPr>
        </p:nvSpPr>
        <p:spPr>
          <a:xfrm>
            <a:off x="4674240" y="20869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1" name="PlaceHolder 4"/>
          <p:cNvSpPr>
            <a:spLocks noGrp="1"/>
          </p:cNvSpPr>
          <p:nvPr>
            <p:ph type="body"/>
          </p:nvPr>
        </p:nvSpPr>
        <p:spPr>
          <a:xfrm>
            <a:off x="45720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2" name="PlaceHolder 5"/>
          <p:cNvSpPr>
            <a:spLocks noGrp="1"/>
          </p:cNvSpPr>
          <p:nvPr>
            <p:ph type="body"/>
          </p:nvPr>
        </p:nvSpPr>
        <p:spPr>
          <a:xfrm>
            <a:off x="4674240" y="4196520"/>
            <a:ext cx="40158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 name="PlaceHolder 6"/>
          <p:cNvSpPr>
            <a:spLocks noGrp="1"/>
          </p:cNvSpPr>
          <p:nvPr>
            <p:ph type="ftr" idx="10"/>
          </p:nvPr>
        </p:nvSpPr>
        <p:spPr/>
        <p:txBody>
          <a:bodyPr/>
          <a:lstStyle/>
          <a:p>
            <a:r>
              <a:t>Footer</a:t>
            </a:r>
          </a:p>
        </p:txBody>
      </p:sp>
      <p:sp>
        <p:nvSpPr>
          <p:cNvPr id="8" name="PlaceHolder 7"/>
          <p:cNvSpPr>
            <a:spLocks noGrp="1"/>
          </p:cNvSpPr>
          <p:nvPr>
            <p:ph type="sldNum" idx="11"/>
          </p:nvPr>
        </p:nvSpPr>
        <p:spPr/>
        <p:txBody>
          <a:bodyPr/>
          <a:lstStyle/>
          <a:p>
            <a:fld id="{63713F96-9C2E-4016-8CCC-9E3C8056BF13}" type="slidenum">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457200" y="944640"/>
            <a:ext cx="8229240" cy="114264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34" name="PlaceHolder 2"/>
          <p:cNvSpPr>
            <a:spLocks noGrp="1"/>
          </p:cNvSpPr>
          <p:nvPr>
            <p:ph type="body"/>
          </p:nvPr>
        </p:nvSpPr>
        <p:spPr>
          <a:xfrm>
            <a:off x="45720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5" name="PlaceHolder 3"/>
          <p:cNvSpPr>
            <a:spLocks noGrp="1"/>
          </p:cNvSpPr>
          <p:nvPr>
            <p:ph type="body"/>
          </p:nvPr>
        </p:nvSpPr>
        <p:spPr>
          <a:xfrm>
            <a:off x="323964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6" name="PlaceHolder 4"/>
          <p:cNvSpPr>
            <a:spLocks noGrp="1"/>
          </p:cNvSpPr>
          <p:nvPr>
            <p:ph type="body"/>
          </p:nvPr>
        </p:nvSpPr>
        <p:spPr>
          <a:xfrm>
            <a:off x="6022080" y="20869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7" name="PlaceHolder 5"/>
          <p:cNvSpPr>
            <a:spLocks noGrp="1"/>
          </p:cNvSpPr>
          <p:nvPr>
            <p:ph type="body"/>
          </p:nvPr>
        </p:nvSpPr>
        <p:spPr>
          <a:xfrm>
            <a:off x="45720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8" name="PlaceHolder 6"/>
          <p:cNvSpPr>
            <a:spLocks noGrp="1"/>
          </p:cNvSpPr>
          <p:nvPr>
            <p:ph type="body"/>
          </p:nvPr>
        </p:nvSpPr>
        <p:spPr>
          <a:xfrm>
            <a:off x="323964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9" name="PlaceHolder 7"/>
          <p:cNvSpPr>
            <a:spLocks noGrp="1"/>
          </p:cNvSpPr>
          <p:nvPr>
            <p:ph type="body"/>
          </p:nvPr>
        </p:nvSpPr>
        <p:spPr>
          <a:xfrm>
            <a:off x="6022080" y="4196520"/>
            <a:ext cx="2649600" cy="192636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 name="PlaceHolder 8"/>
          <p:cNvSpPr>
            <a:spLocks noGrp="1"/>
          </p:cNvSpPr>
          <p:nvPr>
            <p:ph type="ftr" idx="10"/>
          </p:nvPr>
        </p:nvSpPr>
        <p:spPr/>
        <p:txBody>
          <a:bodyPr/>
          <a:lstStyle/>
          <a:p>
            <a:r>
              <a:t>Footer</a:t>
            </a:r>
          </a:p>
        </p:txBody>
      </p:sp>
      <p:sp>
        <p:nvSpPr>
          <p:cNvPr id="10" name="PlaceHolder 9"/>
          <p:cNvSpPr>
            <a:spLocks noGrp="1"/>
          </p:cNvSpPr>
          <p:nvPr>
            <p:ph type="sldNum" idx="11"/>
          </p:nvPr>
        </p:nvSpPr>
        <p:spPr/>
        <p:txBody>
          <a:bodyPr/>
          <a:lstStyle/>
          <a:p>
            <a:fld id="{6F8C0590-D8EA-4920-88E2-692840E5BB0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518040" y="1266480"/>
            <a:ext cx="7772040" cy="1361880"/>
          </a:xfrm>
          <a:prstGeom prst="rect">
            <a:avLst/>
          </a:prstGeom>
        </p:spPr>
        <p:txBody>
          <a:bodyPr anchor="b">
            <a:noAutofit/>
          </a:bodyPr>
          <a:lstStyle/>
          <a:p>
            <a:pPr>
              <a:lnSpc>
                <a:spcPct val="100000"/>
              </a:lnSpc>
            </a:pPr>
            <a:r>
              <a:rPr lang="en-US" sz="3200" b="0" strike="noStrike" cap="all" spc="-1">
                <a:solidFill>
                  <a:srgbClr val="25167A"/>
                </a:solidFill>
                <a:latin typeface="Arial"/>
              </a:rPr>
              <a:t>Click to edit Master title style</a:t>
            </a:r>
            <a:endParaRPr lang="nl-NL" sz="3200" b="0" strike="noStrike" spc="-1">
              <a:solidFill>
                <a:srgbClr val="000000"/>
              </a:solidFill>
              <a:latin typeface="Arial"/>
            </a:endParaRPr>
          </a:p>
        </p:txBody>
      </p:sp>
      <p:sp>
        <p:nvSpPr>
          <p:cNvPr id="4" name="PlaceHolder 2"/>
          <p:cNvSpPr>
            <a:spLocks noGrp="1"/>
          </p:cNvSpPr>
          <p:nvPr>
            <p:ph type="body"/>
          </p:nvPr>
        </p:nvSpPr>
        <p:spPr>
          <a:xfrm>
            <a:off x="518040" y="2660040"/>
            <a:ext cx="7772040" cy="1499760"/>
          </a:xfrm>
          <a:prstGeom prst="rect">
            <a:avLst/>
          </a:prstGeom>
        </p:spPr>
        <p:txBody>
          <a:bodyPr tIns="0">
            <a:normAutofit/>
          </a:bodyPr>
          <a:lstStyle/>
          <a:p>
            <a:pPr>
              <a:lnSpc>
                <a:spcPct val="100000"/>
              </a:lnSpc>
              <a:spcBef>
                <a:spcPts val="281"/>
              </a:spcBef>
              <a:tabLst>
                <a:tab pos="0" algn="l"/>
              </a:tabLst>
            </a:pPr>
            <a:r>
              <a:rPr lang="en-US" sz="1400" b="0" strike="noStrike" spc="-1">
                <a:solidFill>
                  <a:srgbClr val="8B8B8B"/>
                </a:solidFill>
                <a:latin typeface="Arial"/>
              </a:rPr>
              <a:t>Click to edit Master text styles</a:t>
            </a:r>
            <a:endParaRPr lang="nl-NL" sz="1400" b="0" strike="noStrike" spc="-1">
              <a:solidFill>
                <a:srgbClr val="000000"/>
              </a:solidFill>
              <a:latin typeface="Arial"/>
            </a:endParaRPr>
          </a:p>
        </p:txBody>
      </p:sp>
      <p:sp>
        <p:nvSpPr>
          <p:cNvPr id="2" name="PlaceHolder 3"/>
          <p:cNvSpPr>
            <a:spLocks noGrp="1"/>
          </p:cNvSpPr>
          <p:nvPr>
            <p:ph type="sldNum" idx="1"/>
          </p:nvPr>
        </p:nvSpPr>
        <p:spPr>
          <a:xfrm>
            <a:off x="8516880" y="6489720"/>
            <a:ext cx="626760" cy="364680"/>
          </a:xfrm>
          <a:prstGeom prst="rect">
            <a:avLst/>
          </a:prstGeom>
        </p:spPr>
        <p:txBody>
          <a:bodyPr anchor="ctr">
            <a:noAutofit/>
          </a:bodyPr>
          <a:lstStyle>
            <a:lvl1pPr algn="r">
              <a:lnSpc>
                <a:spcPct val="100000"/>
              </a:lnSpc>
              <a:defRPr lang="nl-NL" sz="1000" b="0" strike="noStrike" spc="-1">
                <a:solidFill>
                  <a:srgbClr val="FFFFFF"/>
                </a:solidFill>
                <a:latin typeface="Arial"/>
                <a:ea typeface="ＭＳ Ｐゴシック"/>
              </a:defRPr>
            </a:lvl1pPr>
          </a:lstStyle>
          <a:p>
            <a:pPr algn="r">
              <a:lnSpc>
                <a:spcPct val="100000"/>
              </a:lnSpc>
            </a:pPr>
            <a:fld id="{0A126DEB-E474-43F0-822C-3DD64E2E0B65}" type="slidenum">
              <a:rPr lang="nl-NL" sz="1000" b="0" strike="noStrike" spc="-1">
                <a:solidFill>
                  <a:srgbClr val="FFFFFF"/>
                </a:solidFill>
                <a:latin typeface="Arial"/>
                <a:ea typeface="ＭＳ Ｐゴシック"/>
              </a:rPr>
              <a:t>‹#›</a:t>
            </a:fld>
            <a:endParaRPr lang="nl-NL" sz="1000" b="0" strike="noStrike" spc="-1">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944640"/>
            <a:ext cx="8229240" cy="1142640"/>
          </a:xfrm>
          <a:prstGeom prst="rect">
            <a:avLst/>
          </a:prstGeom>
        </p:spPr>
        <p:txBody>
          <a:bodyPr anchor="ctr">
            <a:noAutofit/>
          </a:bodyPr>
          <a:lstStyle/>
          <a:p>
            <a:pPr>
              <a:lnSpc>
                <a:spcPct val="100000"/>
              </a:lnSpc>
            </a:pPr>
            <a:r>
              <a:rPr lang="en-US" sz="3200" b="0" strike="noStrike" cap="all" spc="-1">
                <a:solidFill>
                  <a:srgbClr val="25167A"/>
                </a:solidFill>
                <a:latin typeface="Arial"/>
              </a:rPr>
              <a:t>Click to edit Master title style</a:t>
            </a:r>
            <a:endParaRPr lang="nl-NL" sz="3200" b="0" strike="noStrike" spc="-1">
              <a:solidFill>
                <a:srgbClr val="000000"/>
              </a:solidFill>
              <a:latin typeface="Arial"/>
            </a:endParaRPr>
          </a:p>
        </p:txBody>
      </p:sp>
      <p:sp>
        <p:nvSpPr>
          <p:cNvPr id="40" name="PlaceHolder 2"/>
          <p:cNvSpPr>
            <a:spLocks noGrp="1"/>
          </p:cNvSpPr>
          <p:nvPr>
            <p:ph type="body"/>
          </p:nvPr>
        </p:nvSpPr>
        <p:spPr>
          <a:xfrm>
            <a:off x="457200" y="2086920"/>
            <a:ext cx="8229240" cy="4038840"/>
          </a:xfrm>
          <a:prstGeom prst="rect">
            <a:avLst/>
          </a:prstGeom>
        </p:spPr>
        <p:txBody>
          <a:bodyPr>
            <a:normAutofit/>
          </a:bodyPr>
          <a:lstStyle/>
          <a:p>
            <a:pPr>
              <a:lnSpc>
                <a:spcPct val="100000"/>
              </a:lnSpc>
              <a:spcBef>
                <a:spcPts val="400"/>
              </a:spcBef>
              <a:tabLst>
                <a:tab pos="0" algn="l"/>
              </a:tabLst>
            </a:pPr>
            <a:r>
              <a:rPr lang="en-US" sz="2000" b="0" strike="noStrike" spc="-1">
                <a:solidFill>
                  <a:srgbClr val="000000"/>
                </a:solidFill>
                <a:latin typeface="Arial"/>
              </a:rPr>
              <a:t>Click to edit Master text styles</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Second level</a:t>
            </a:r>
            <a:endParaRPr lang="nl-NL" sz="1800" b="0" strike="noStrike" spc="-1">
              <a:solidFill>
                <a:srgbClr val="000000"/>
              </a:solidFill>
              <a:latin typeface="Arial"/>
            </a:endParaRPr>
          </a:p>
          <a:p>
            <a:pPr marL="896760" lvl="2" indent="-285480">
              <a:lnSpc>
                <a:spcPct val="100000"/>
              </a:lnSpc>
              <a:spcBef>
                <a:spcPts val="320"/>
              </a:spcBef>
              <a:buClr>
                <a:srgbClr val="000000"/>
              </a:buClr>
              <a:buFont typeface="Arial"/>
              <a:buChar char="•"/>
              <a:tabLst>
                <a:tab pos="0" algn="l"/>
              </a:tabLst>
            </a:pPr>
            <a:r>
              <a:rPr lang="en-US" sz="1600" b="0" strike="noStrike" spc="-1">
                <a:solidFill>
                  <a:srgbClr val="000000"/>
                </a:solidFill>
                <a:latin typeface="Arial"/>
              </a:rPr>
              <a:t>Third level</a:t>
            </a:r>
            <a:endParaRPr lang="nl-NL" sz="1600" b="0" strike="noStrike" spc="-1">
              <a:solidFill>
                <a:srgbClr val="000000"/>
              </a:solidFill>
              <a:latin typeface="Arial"/>
            </a:endParaRPr>
          </a:p>
          <a:p>
            <a:pPr marL="1255680" lvl="3" indent="-285480">
              <a:lnSpc>
                <a:spcPct val="100000"/>
              </a:lnSpc>
              <a:spcBef>
                <a:spcPts val="281"/>
              </a:spcBef>
              <a:buClr>
                <a:srgbClr val="000000"/>
              </a:buClr>
              <a:buFont typeface="Arial"/>
              <a:buChar char="•"/>
              <a:tabLst>
                <a:tab pos="0" algn="l"/>
              </a:tabLst>
            </a:pPr>
            <a:r>
              <a:rPr lang="en-US" sz="1400" b="0" strike="noStrike" spc="-1">
                <a:solidFill>
                  <a:srgbClr val="000000"/>
                </a:solidFill>
                <a:latin typeface="Arial"/>
              </a:rPr>
              <a:t>Fourth level</a:t>
            </a:r>
            <a:endParaRPr lang="nl-NL" sz="1400" b="0" strike="noStrike" spc="-1">
              <a:solidFill>
                <a:srgbClr val="000000"/>
              </a:solidFill>
              <a:latin typeface="Arial"/>
            </a:endParaRPr>
          </a:p>
          <a:p>
            <a:pPr marL="1612800" lvl="4" indent="-285480">
              <a:lnSpc>
                <a:spcPct val="100000"/>
              </a:lnSpc>
              <a:spcBef>
                <a:spcPts val="281"/>
              </a:spcBef>
              <a:buClr>
                <a:srgbClr val="000000"/>
              </a:buClr>
              <a:buFont typeface="Arial"/>
              <a:buChar char="•"/>
              <a:tabLst>
                <a:tab pos="0" algn="l"/>
              </a:tabLst>
            </a:pPr>
            <a:r>
              <a:rPr lang="en-US" sz="1400" b="0" strike="noStrike" spc="-1">
                <a:solidFill>
                  <a:srgbClr val="000000"/>
                </a:solidFill>
                <a:latin typeface="Arial"/>
              </a:rPr>
              <a:t>Fifth level</a:t>
            </a:r>
            <a:endParaRPr lang="nl-NL" sz="1400" b="0" strike="noStrike" spc="-1">
              <a:solidFill>
                <a:srgbClr val="000000"/>
              </a:solidFill>
              <a:latin typeface="Arial"/>
            </a:endParaRPr>
          </a:p>
        </p:txBody>
      </p:sp>
      <p:sp>
        <p:nvSpPr>
          <p:cNvPr id="41" name="PlaceHolder 3"/>
          <p:cNvSpPr>
            <a:spLocks noGrp="1"/>
          </p:cNvSpPr>
          <p:nvPr>
            <p:ph type="ftr" idx="2"/>
          </p:nvPr>
        </p:nvSpPr>
        <p:spPr>
          <a:xfrm>
            <a:off x="457200" y="6124680"/>
            <a:ext cx="2895120" cy="364680"/>
          </a:xfrm>
          <a:prstGeom prst="rect">
            <a:avLst/>
          </a:prstGeom>
        </p:spPr>
        <p:txBody>
          <a:bodyPr anchor="ctr">
            <a:noAutofit/>
          </a:bodyPr>
          <a:lstStyle>
            <a:lvl1pPr>
              <a:lnSpc>
                <a:spcPct val="100000"/>
              </a:lnSpc>
              <a:defRPr lang="nl-NL" sz="1000" b="0" strike="noStrike" spc="-1">
                <a:solidFill>
                  <a:srgbClr val="898989"/>
                </a:solidFill>
                <a:latin typeface="Arial"/>
                <a:ea typeface="ＭＳ Ｐゴシック"/>
              </a:defRPr>
            </a:lvl1pPr>
          </a:lstStyle>
          <a:p>
            <a:pPr>
              <a:lnSpc>
                <a:spcPct val="100000"/>
              </a:lnSpc>
            </a:pPr>
            <a:r>
              <a:rPr lang="nl-NL" sz="1000" b="0" strike="noStrike" spc="-1">
                <a:solidFill>
                  <a:srgbClr val="898989"/>
                </a:solidFill>
                <a:latin typeface="Arial"/>
                <a:ea typeface="ＭＳ Ｐゴシック"/>
              </a:rPr>
              <a:t>&lt;voettekst&gt;</a:t>
            </a:r>
            <a:endParaRPr lang="nl-NL" sz="1000" b="0" strike="noStrike" spc="-1">
              <a:latin typeface="Calibri"/>
            </a:endParaRPr>
          </a:p>
        </p:txBody>
      </p:sp>
      <p:sp>
        <p:nvSpPr>
          <p:cNvPr id="42" name="PlaceHolder 4"/>
          <p:cNvSpPr>
            <a:spLocks noGrp="1"/>
          </p:cNvSpPr>
          <p:nvPr>
            <p:ph type="sldNum" idx="3"/>
          </p:nvPr>
        </p:nvSpPr>
        <p:spPr>
          <a:xfrm>
            <a:off x="8255160" y="6124680"/>
            <a:ext cx="626760" cy="364680"/>
          </a:xfrm>
          <a:prstGeom prst="rect">
            <a:avLst/>
          </a:prstGeom>
        </p:spPr>
        <p:txBody>
          <a:bodyPr anchor="ctr">
            <a:noAutofit/>
          </a:bodyPr>
          <a:lstStyle>
            <a:lvl1pPr algn="r">
              <a:lnSpc>
                <a:spcPct val="100000"/>
              </a:lnSpc>
              <a:defRPr lang="nl-NL" sz="1000" b="0" strike="noStrike" spc="-1">
                <a:solidFill>
                  <a:srgbClr val="FFFFFF"/>
                </a:solidFill>
                <a:latin typeface="Arial"/>
                <a:ea typeface="ＭＳ Ｐゴシック"/>
              </a:defRPr>
            </a:lvl1pPr>
          </a:lstStyle>
          <a:p>
            <a:pPr algn="r">
              <a:lnSpc>
                <a:spcPct val="100000"/>
              </a:lnSpc>
            </a:pPr>
            <a:fld id="{32038F42-9B34-41A8-A33D-11C1162EE815}" type="slidenum">
              <a:rPr lang="nl-NL" sz="1000" b="0" strike="noStrike" spc="-1">
                <a:solidFill>
                  <a:srgbClr val="FFFFFF"/>
                </a:solidFill>
                <a:latin typeface="Arial"/>
                <a:ea typeface="ＭＳ Ｐゴシック"/>
              </a:rPr>
              <a:t>‹#›</a:t>
            </a:fld>
            <a:endParaRPr lang="nl-NL" sz="1000" b="0" strike="noStrike" spc="-1">
              <a:latin typeface="Calibri"/>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944640"/>
            <a:ext cx="8229240" cy="1142640"/>
          </a:xfrm>
          <a:prstGeom prst="rect">
            <a:avLst/>
          </a:prstGeom>
        </p:spPr>
        <p:txBody>
          <a:bodyPr anchor="ctr">
            <a:noAutofit/>
          </a:bodyPr>
          <a:lstStyle/>
          <a:p>
            <a:pPr>
              <a:lnSpc>
                <a:spcPct val="100000"/>
              </a:lnSpc>
            </a:pPr>
            <a:r>
              <a:rPr lang="nl-NL" sz="3200" b="0" strike="noStrike" cap="all" spc="-1">
                <a:solidFill>
                  <a:srgbClr val="25167A"/>
                </a:solidFill>
                <a:latin typeface="Arial"/>
              </a:rPr>
              <a:t>Klik om de stijl te bewerken</a:t>
            </a:r>
            <a:endParaRPr lang="nl-NL" sz="3200" b="0" strike="noStrike" spc="-1">
              <a:solidFill>
                <a:srgbClr val="000000"/>
              </a:solidFill>
              <a:latin typeface="Arial"/>
            </a:endParaRPr>
          </a:p>
        </p:txBody>
      </p:sp>
      <p:sp>
        <p:nvSpPr>
          <p:cNvPr id="80" name="PlaceHolder 2"/>
          <p:cNvSpPr>
            <a:spLocks noGrp="1"/>
          </p:cNvSpPr>
          <p:nvPr>
            <p:ph type="body"/>
          </p:nvPr>
        </p:nvSpPr>
        <p:spPr>
          <a:xfrm>
            <a:off x="457200" y="2100240"/>
            <a:ext cx="4038120" cy="4025520"/>
          </a:xfrm>
          <a:prstGeom prst="rect">
            <a:avLst/>
          </a:prstGeom>
        </p:spPr>
        <p:txBody>
          <a:bodyPr>
            <a:noAutofit/>
          </a:bodyPr>
          <a:lstStyle/>
          <a:p>
            <a:pPr marL="343080" indent="-342720">
              <a:lnSpc>
                <a:spcPct val="100000"/>
              </a:lnSpc>
              <a:spcBef>
                <a:spcPts val="561"/>
              </a:spcBef>
              <a:tabLst>
                <a:tab pos="0" algn="l"/>
              </a:tabLst>
            </a:pPr>
            <a:r>
              <a:rPr lang="nl-NL" sz="2800" b="0" strike="noStrike" spc="-1">
                <a:solidFill>
                  <a:srgbClr val="000000"/>
                </a:solidFill>
                <a:latin typeface="Arial"/>
              </a:rPr>
              <a:t>Klik om de modelstijlen te bewerken</a:t>
            </a:r>
          </a:p>
          <a:p>
            <a:pPr marL="628560" lvl="1" indent="-285480">
              <a:lnSpc>
                <a:spcPct val="100000"/>
              </a:lnSpc>
              <a:spcBef>
                <a:spcPts val="479"/>
              </a:spcBef>
              <a:buClr>
                <a:srgbClr val="000000"/>
              </a:buClr>
              <a:buFont typeface="Arial"/>
              <a:buChar char="•"/>
              <a:tabLst>
                <a:tab pos="0" algn="l"/>
              </a:tabLst>
            </a:pPr>
            <a:r>
              <a:rPr lang="nl-NL" sz="2400" b="0" strike="noStrike" spc="-1">
                <a:solidFill>
                  <a:srgbClr val="000000"/>
                </a:solidFill>
                <a:latin typeface="Arial"/>
              </a:rPr>
              <a:t>Tweede niveau</a:t>
            </a:r>
          </a:p>
          <a:p>
            <a:pPr marL="896760" lvl="2" indent="-285480">
              <a:lnSpc>
                <a:spcPct val="100000"/>
              </a:lnSpc>
              <a:spcBef>
                <a:spcPts val="400"/>
              </a:spcBef>
              <a:buClr>
                <a:srgbClr val="000000"/>
              </a:buClr>
              <a:buFont typeface="Arial"/>
              <a:buChar char="•"/>
              <a:tabLst>
                <a:tab pos="0" algn="l"/>
              </a:tabLst>
            </a:pPr>
            <a:r>
              <a:rPr lang="nl-NL" sz="2000" b="0" strike="noStrike" spc="-1">
                <a:solidFill>
                  <a:srgbClr val="000000"/>
                </a:solidFill>
                <a:latin typeface="Arial"/>
              </a:rPr>
              <a:t>Derde niveau</a:t>
            </a:r>
          </a:p>
          <a:p>
            <a:pPr marL="1255680" lvl="3" indent="-285480">
              <a:lnSpc>
                <a:spcPct val="100000"/>
              </a:lnSpc>
              <a:spcBef>
                <a:spcPts val="360"/>
              </a:spcBef>
              <a:buClr>
                <a:srgbClr val="000000"/>
              </a:buClr>
              <a:buFont typeface="Arial"/>
              <a:buChar char="•"/>
              <a:tabLst>
                <a:tab pos="0" algn="l"/>
              </a:tabLst>
            </a:pPr>
            <a:r>
              <a:rPr lang="nl-NL" sz="1800" b="0" strike="noStrike" spc="-1">
                <a:solidFill>
                  <a:srgbClr val="000000"/>
                </a:solidFill>
                <a:latin typeface="Arial"/>
              </a:rPr>
              <a:t>Vierde niveau</a:t>
            </a:r>
          </a:p>
          <a:p>
            <a:pPr marL="1612800" lvl="4" indent="-285480">
              <a:lnSpc>
                <a:spcPct val="100000"/>
              </a:lnSpc>
              <a:spcBef>
                <a:spcPts val="360"/>
              </a:spcBef>
              <a:buClr>
                <a:srgbClr val="000000"/>
              </a:buClr>
              <a:buFont typeface="Arial"/>
              <a:buChar char="•"/>
              <a:tabLst>
                <a:tab pos="0" algn="l"/>
              </a:tabLst>
            </a:pPr>
            <a:r>
              <a:rPr lang="nl-NL" sz="1800" b="0" strike="noStrike" spc="-1">
                <a:solidFill>
                  <a:srgbClr val="000000"/>
                </a:solidFill>
                <a:latin typeface="Arial"/>
              </a:rPr>
              <a:t>Vijfde niveau</a:t>
            </a:r>
          </a:p>
        </p:txBody>
      </p:sp>
      <p:sp>
        <p:nvSpPr>
          <p:cNvPr id="81" name="PlaceHolder 3"/>
          <p:cNvSpPr>
            <a:spLocks noGrp="1"/>
          </p:cNvSpPr>
          <p:nvPr>
            <p:ph type="body"/>
          </p:nvPr>
        </p:nvSpPr>
        <p:spPr>
          <a:xfrm>
            <a:off x="4648320" y="2100240"/>
            <a:ext cx="4038120" cy="4025520"/>
          </a:xfrm>
          <a:prstGeom prst="rect">
            <a:avLst/>
          </a:prstGeom>
        </p:spPr>
        <p:txBody>
          <a:bodyPr>
            <a:noAutofit/>
          </a:bodyPr>
          <a:lstStyle/>
          <a:p>
            <a:pPr marL="343080" indent="-342720">
              <a:lnSpc>
                <a:spcPct val="100000"/>
              </a:lnSpc>
              <a:spcBef>
                <a:spcPts val="561"/>
              </a:spcBef>
              <a:tabLst>
                <a:tab pos="0" algn="l"/>
              </a:tabLst>
            </a:pPr>
            <a:r>
              <a:rPr lang="nl-NL" sz="2800" b="0" strike="noStrike" spc="-1">
                <a:solidFill>
                  <a:srgbClr val="000000"/>
                </a:solidFill>
                <a:latin typeface="Arial"/>
              </a:rPr>
              <a:t>Klik om de modelstijlen te bewerken</a:t>
            </a:r>
          </a:p>
          <a:p>
            <a:pPr marL="628560" lvl="1" indent="-285480">
              <a:lnSpc>
                <a:spcPct val="100000"/>
              </a:lnSpc>
              <a:spcBef>
                <a:spcPts val="479"/>
              </a:spcBef>
              <a:buClr>
                <a:srgbClr val="000000"/>
              </a:buClr>
              <a:buFont typeface="Arial"/>
              <a:buChar char="•"/>
              <a:tabLst>
                <a:tab pos="0" algn="l"/>
              </a:tabLst>
            </a:pPr>
            <a:r>
              <a:rPr lang="nl-NL" sz="2400" b="0" strike="noStrike" spc="-1">
                <a:solidFill>
                  <a:srgbClr val="000000"/>
                </a:solidFill>
                <a:latin typeface="Arial"/>
              </a:rPr>
              <a:t>Tweede niveau</a:t>
            </a:r>
          </a:p>
          <a:p>
            <a:pPr marL="896760" lvl="2" indent="-285480">
              <a:lnSpc>
                <a:spcPct val="100000"/>
              </a:lnSpc>
              <a:spcBef>
                <a:spcPts val="400"/>
              </a:spcBef>
              <a:buClr>
                <a:srgbClr val="000000"/>
              </a:buClr>
              <a:buFont typeface="Arial"/>
              <a:buChar char="•"/>
              <a:tabLst>
                <a:tab pos="0" algn="l"/>
              </a:tabLst>
            </a:pPr>
            <a:r>
              <a:rPr lang="nl-NL" sz="2000" b="0" strike="noStrike" spc="-1">
                <a:solidFill>
                  <a:srgbClr val="000000"/>
                </a:solidFill>
                <a:latin typeface="Arial"/>
              </a:rPr>
              <a:t>Derde niveau</a:t>
            </a:r>
          </a:p>
          <a:p>
            <a:pPr marL="1255680" lvl="3" indent="-285480">
              <a:lnSpc>
                <a:spcPct val="100000"/>
              </a:lnSpc>
              <a:spcBef>
                <a:spcPts val="360"/>
              </a:spcBef>
              <a:buClr>
                <a:srgbClr val="000000"/>
              </a:buClr>
              <a:buFont typeface="Arial"/>
              <a:buChar char="•"/>
              <a:tabLst>
                <a:tab pos="0" algn="l"/>
              </a:tabLst>
            </a:pPr>
            <a:r>
              <a:rPr lang="nl-NL" sz="1800" b="0" strike="noStrike" spc="-1">
                <a:solidFill>
                  <a:srgbClr val="000000"/>
                </a:solidFill>
                <a:latin typeface="Arial"/>
              </a:rPr>
              <a:t>Vierde niveau</a:t>
            </a:r>
          </a:p>
          <a:p>
            <a:pPr marL="1612800" lvl="4" indent="-285480">
              <a:lnSpc>
                <a:spcPct val="100000"/>
              </a:lnSpc>
              <a:spcBef>
                <a:spcPts val="360"/>
              </a:spcBef>
              <a:buClr>
                <a:srgbClr val="000000"/>
              </a:buClr>
              <a:buFont typeface="Arial"/>
              <a:buChar char="•"/>
              <a:tabLst>
                <a:tab pos="0" algn="l"/>
              </a:tabLst>
            </a:pPr>
            <a:r>
              <a:rPr lang="nl-NL" sz="1800" b="0" strike="noStrike" spc="-1">
                <a:solidFill>
                  <a:srgbClr val="000000"/>
                </a:solidFill>
                <a:latin typeface="Arial"/>
              </a:rPr>
              <a:t>Vijfde niveau</a:t>
            </a:r>
          </a:p>
        </p:txBody>
      </p:sp>
      <p:sp>
        <p:nvSpPr>
          <p:cNvPr id="82" name="PlaceHolder 4"/>
          <p:cNvSpPr>
            <a:spLocks noGrp="1"/>
          </p:cNvSpPr>
          <p:nvPr>
            <p:ph type="ftr" idx="4"/>
          </p:nvPr>
        </p:nvSpPr>
        <p:spPr>
          <a:xfrm>
            <a:off x="457200" y="6124680"/>
            <a:ext cx="2895120" cy="364680"/>
          </a:xfrm>
          <a:prstGeom prst="rect">
            <a:avLst/>
          </a:prstGeom>
        </p:spPr>
        <p:txBody>
          <a:bodyPr anchor="ctr">
            <a:noAutofit/>
          </a:bodyPr>
          <a:lstStyle>
            <a:lvl1pPr>
              <a:lnSpc>
                <a:spcPct val="100000"/>
              </a:lnSpc>
              <a:defRPr lang="nl-NL" sz="1000" b="0" strike="noStrike" spc="-1">
                <a:solidFill>
                  <a:srgbClr val="898989"/>
                </a:solidFill>
                <a:latin typeface="Arial"/>
                <a:ea typeface="ＭＳ Ｐゴシック"/>
              </a:defRPr>
            </a:lvl1pPr>
          </a:lstStyle>
          <a:p>
            <a:pPr>
              <a:lnSpc>
                <a:spcPct val="100000"/>
              </a:lnSpc>
            </a:pPr>
            <a:r>
              <a:rPr lang="nl-NL" sz="1000" b="0" strike="noStrike" spc="-1">
                <a:solidFill>
                  <a:srgbClr val="898989"/>
                </a:solidFill>
                <a:latin typeface="Arial"/>
                <a:ea typeface="ＭＳ Ｐゴシック"/>
              </a:rPr>
              <a:t>&lt;voettekst&gt;</a:t>
            </a:r>
            <a:endParaRPr lang="nl-NL" sz="1000" b="0" strike="noStrike" spc="-1">
              <a:latin typeface="Calibri"/>
            </a:endParaRPr>
          </a:p>
        </p:txBody>
      </p:sp>
      <p:sp>
        <p:nvSpPr>
          <p:cNvPr id="83" name="PlaceHolder 5"/>
          <p:cNvSpPr>
            <a:spLocks noGrp="1"/>
          </p:cNvSpPr>
          <p:nvPr>
            <p:ph type="sldNum" idx="5"/>
          </p:nvPr>
        </p:nvSpPr>
        <p:spPr>
          <a:xfrm>
            <a:off x="8255160" y="6124680"/>
            <a:ext cx="626760" cy="364680"/>
          </a:xfrm>
          <a:prstGeom prst="rect">
            <a:avLst/>
          </a:prstGeom>
        </p:spPr>
        <p:txBody>
          <a:bodyPr anchor="ctr">
            <a:noAutofit/>
          </a:bodyPr>
          <a:lstStyle>
            <a:lvl1pPr algn="r">
              <a:lnSpc>
                <a:spcPct val="100000"/>
              </a:lnSpc>
              <a:defRPr lang="nl-NL" sz="1000" b="0" strike="noStrike" spc="-1">
                <a:solidFill>
                  <a:srgbClr val="FFFFFF"/>
                </a:solidFill>
                <a:latin typeface="Arial"/>
                <a:ea typeface="ＭＳ Ｐゴシック"/>
              </a:defRPr>
            </a:lvl1pPr>
          </a:lstStyle>
          <a:p>
            <a:pPr algn="r">
              <a:lnSpc>
                <a:spcPct val="100000"/>
              </a:lnSpc>
            </a:pPr>
            <a:fld id="{7B42ADAB-83F2-469C-93A5-605EDBB50110}" type="slidenum">
              <a:rPr lang="nl-NL" sz="1000" b="0" strike="noStrike" spc="-1">
                <a:solidFill>
                  <a:srgbClr val="FFFFFF"/>
                </a:solidFill>
                <a:latin typeface="Arial"/>
                <a:ea typeface="ＭＳ Ｐゴシック"/>
              </a:rPr>
              <a:t>‹#›</a:t>
            </a:fld>
            <a:endParaRPr lang="nl-NL" sz="1000" b="0" strike="noStrike" spc="-1">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944640"/>
            <a:ext cx="8229240" cy="1142640"/>
          </a:xfrm>
          <a:prstGeom prst="rect">
            <a:avLst/>
          </a:prstGeom>
        </p:spPr>
        <p:txBody>
          <a:bodyPr anchor="ctr">
            <a:noAutofit/>
          </a:bodyPr>
          <a:lstStyle/>
          <a:p>
            <a:pPr>
              <a:lnSpc>
                <a:spcPct val="100000"/>
              </a:lnSpc>
            </a:pPr>
            <a:r>
              <a:rPr lang="en-US" sz="3200" b="0" strike="noStrike" cap="all" spc="-1">
                <a:solidFill>
                  <a:srgbClr val="25167A"/>
                </a:solidFill>
                <a:latin typeface="Arial"/>
              </a:rPr>
              <a:t>Click to edit Master title style</a:t>
            </a:r>
            <a:endParaRPr lang="nl-NL" sz="3200" b="0" strike="noStrike" spc="-1">
              <a:solidFill>
                <a:srgbClr val="000000"/>
              </a:solidFill>
              <a:latin typeface="Arial"/>
            </a:endParaRPr>
          </a:p>
        </p:txBody>
      </p:sp>
      <p:sp>
        <p:nvSpPr>
          <p:cNvPr id="121" name="PlaceHolder 2"/>
          <p:cNvSpPr>
            <a:spLocks noGrp="1"/>
          </p:cNvSpPr>
          <p:nvPr>
            <p:ph type="body"/>
          </p:nvPr>
        </p:nvSpPr>
        <p:spPr>
          <a:xfrm>
            <a:off x="457200" y="2100240"/>
            <a:ext cx="8229240" cy="4025520"/>
          </a:xfrm>
          <a:prstGeom prst="rect">
            <a:avLst/>
          </a:prstGeom>
        </p:spPr>
        <p:txBody>
          <a:bodyPr>
            <a:noAutofit/>
          </a:bodyPr>
          <a:lstStyle/>
          <a:p>
            <a:pPr marL="343080" indent="-342720">
              <a:lnSpc>
                <a:spcPct val="100000"/>
              </a:lnSpc>
              <a:spcBef>
                <a:spcPts val="400"/>
              </a:spcBef>
              <a:tabLst>
                <a:tab pos="0" algn="l"/>
              </a:tabLst>
            </a:pPr>
            <a:r>
              <a:rPr lang="en-US" sz="2000" b="0" strike="noStrike" spc="-1">
                <a:solidFill>
                  <a:srgbClr val="000000"/>
                </a:solidFill>
                <a:latin typeface="Arial"/>
              </a:rPr>
              <a:t>Click to edit Master text styles</a:t>
            </a:r>
            <a:endParaRPr lang="nl-NL" sz="2000" b="0" strike="noStrike" spc="-1">
              <a:solidFill>
                <a:srgbClr val="000000"/>
              </a:solidFill>
              <a:latin typeface="Arial"/>
            </a:endParaRPr>
          </a:p>
          <a:p>
            <a:pPr marL="628560" lvl="1" indent="-285480">
              <a:lnSpc>
                <a:spcPct val="100000"/>
              </a:lnSpc>
              <a:spcBef>
                <a:spcPts val="400"/>
              </a:spcBef>
              <a:buClr>
                <a:srgbClr val="000000"/>
              </a:buClr>
              <a:buFont typeface="Arial"/>
              <a:buChar char="•"/>
              <a:tabLst>
                <a:tab pos="0" algn="l"/>
              </a:tabLst>
            </a:pPr>
            <a:r>
              <a:rPr lang="en-US" sz="2000" b="0" strike="noStrike" spc="-1">
                <a:solidFill>
                  <a:srgbClr val="000000"/>
                </a:solidFill>
                <a:latin typeface="Arial"/>
              </a:rPr>
              <a:t>Second level</a:t>
            </a:r>
            <a:endParaRPr lang="nl-NL" sz="2000" b="0" strike="noStrike" spc="-1">
              <a:solidFill>
                <a:srgbClr val="000000"/>
              </a:solidFill>
              <a:latin typeface="Arial"/>
            </a:endParaRPr>
          </a:p>
          <a:p>
            <a:pPr marL="896760" lvl="2" indent="-285480">
              <a:lnSpc>
                <a:spcPct val="100000"/>
              </a:lnSpc>
              <a:spcBef>
                <a:spcPts val="400"/>
              </a:spcBef>
              <a:buClr>
                <a:srgbClr val="000000"/>
              </a:buClr>
              <a:buFont typeface="Arial"/>
              <a:buChar char="•"/>
              <a:tabLst>
                <a:tab pos="0" algn="l"/>
              </a:tabLst>
            </a:pPr>
            <a:r>
              <a:rPr lang="en-US" sz="2000" b="0" strike="noStrike" spc="-1">
                <a:solidFill>
                  <a:srgbClr val="000000"/>
                </a:solidFill>
                <a:latin typeface="Arial"/>
              </a:rPr>
              <a:t>Third level</a:t>
            </a:r>
            <a:endParaRPr lang="nl-NL" sz="2000" b="0" strike="noStrike" spc="-1">
              <a:solidFill>
                <a:srgbClr val="000000"/>
              </a:solidFill>
              <a:latin typeface="Arial"/>
            </a:endParaRPr>
          </a:p>
          <a:p>
            <a:pPr marL="1255680" lvl="3" indent="-285480">
              <a:lnSpc>
                <a:spcPct val="100000"/>
              </a:lnSpc>
              <a:spcBef>
                <a:spcPts val="400"/>
              </a:spcBef>
              <a:buClr>
                <a:srgbClr val="000000"/>
              </a:buClr>
              <a:buFont typeface="Arial"/>
              <a:buChar char="•"/>
              <a:tabLst>
                <a:tab pos="0" algn="l"/>
              </a:tabLst>
            </a:pPr>
            <a:r>
              <a:rPr lang="en-US" sz="2000" b="0" strike="noStrike" spc="-1">
                <a:solidFill>
                  <a:srgbClr val="000000"/>
                </a:solidFill>
                <a:latin typeface="Arial"/>
              </a:rPr>
              <a:t>Fourth level</a:t>
            </a:r>
            <a:endParaRPr lang="nl-NL" sz="2000" b="0" strike="noStrike" spc="-1">
              <a:solidFill>
                <a:srgbClr val="000000"/>
              </a:solidFill>
              <a:latin typeface="Arial"/>
            </a:endParaRPr>
          </a:p>
          <a:p>
            <a:pPr marL="1612800" lvl="4" indent="-285480">
              <a:lnSpc>
                <a:spcPct val="100000"/>
              </a:lnSpc>
              <a:spcBef>
                <a:spcPts val="400"/>
              </a:spcBef>
              <a:buClr>
                <a:srgbClr val="000000"/>
              </a:buClr>
              <a:buFont typeface="Arial"/>
              <a:buChar char="•"/>
              <a:tabLst>
                <a:tab pos="0" algn="l"/>
              </a:tabLst>
            </a:pPr>
            <a:r>
              <a:rPr lang="en-US" sz="2000" b="0" strike="noStrike" spc="-1">
                <a:solidFill>
                  <a:srgbClr val="000000"/>
                </a:solidFill>
                <a:latin typeface="Arial"/>
              </a:rPr>
              <a:t>Fifth level</a:t>
            </a:r>
            <a:endParaRPr lang="nl-NL" sz="2000" b="0" strike="noStrike" spc="-1">
              <a:solidFill>
                <a:srgbClr val="000000"/>
              </a:solidFill>
              <a:latin typeface="Arial"/>
            </a:endParaRPr>
          </a:p>
        </p:txBody>
      </p:sp>
      <p:sp>
        <p:nvSpPr>
          <p:cNvPr id="122" name="PlaceHolder 3"/>
          <p:cNvSpPr>
            <a:spLocks noGrp="1"/>
          </p:cNvSpPr>
          <p:nvPr>
            <p:ph type="ftr" idx="6"/>
          </p:nvPr>
        </p:nvSpPr>
        <p:spPr>
          <a:xfrm>
            <a:off x="457200" y="6124680"/>
            <a:ext cx="2895120" cy="364680"/>
          </a:xfrm>
          <a:prstGeom prst="rect">
            <a:avLst/>
          </a:prstGeom>
        </p:spPr>
        <p:txBody>
          <a:bodyPr anchor="ctr">
            <a:noAutofit/>
          </a:bodyPr>
          <a:lstStyle>
            <a:lvl1pPr>
              <a:lnSpc>
                <a:spcPct val="100000"/>
              </a:lnSpc>
              <a:defRPr lang="nl-NL" sz="1000" b="0" strike="noStrike" spc="-1">
                <a:solidFill>
                  <a:srgbClr val="898989"/>
                </a:solidFill>
                <a:latin typeface="Arial"/>
                <a:ea typeface="ＭＳ Ｐゴシック"/>
              </a:defRPr>
            </a:lvl1pPr>
          </a:lstStyle>
          <a:p>
            <a:pPr>
              <a:lnSpc>
                <a:spcPct val="100000"/>
              </a:lnSpc>
            </a:pPr>
            <a:r>
              <a:rPr lang="nl-NL" sz="1000" b="0" strike="noStrike" spc="-1">
                <a:solidFill>
                  <a:srgbClr val="898989"/>
                </a:solidFill>
                <a:latin typeface="Arial"/>
                <a:ea typeface="ＭＳ Ｐゴシック"/>
              </a:rPr>
              <a:t>&lt;voettekst&gt;</a:t>
            </a:r>
            <a:endParaRPr lang="nl-NL" sz="1000" b="0" strike="noStrike" spc="-1">
              <a:latin typeface="Calibri"/>
            </a:endParaRPr>
          </a:p>
        </p:txBody>
      </p:sp>
      <p:sp>
        <p:nvSpPr>
          <p:cNvPr id="123" name="PlaceHolder 4"/>
          <p:cNvSpPr>
            <a:spLocks noGrp="1"/>
          </p:cNvSpPr>
          <p:nvPr>
            <p:ph type="sldNum" idx="7"/>
          </p:nvPr>
        </p:nvSpPr>
        <p:spPr>
          <a:xfrm>
            <a:off x="8255160" y="6124680"/>
            <a:ext cx="626760" cy="364680"/>
          </a:xfrm>
          <a:prstGeom prst="rect">
            <a:avLst/>
          </a:prstGeom>
        </p:spPr>
        <p:txBody>
          <a:bodyPr anchor="ctr">
            <a:noAutofit/>
          </a:bodyPr>
          <a:lstStyle>
            <a:lvl1pPr algn="r">
              <a:lnSpc>
                <a:spcPct val="100000"/>
              </a:lnSpc>
              <a:defRPr lang="nl-NL" sz="1000" b="0" strike="noStrike" spc="-1">
                <a:solidFill>
                  <a:srgbClr val="FFFFFF"/>
                </a:solidFill>
                <a:latin typeface="Arial"/>
                <a:ea typeface="ＭＳ Ｐゴシック"/>
              </a:defRPr>
            </a:lvl1pPr>
          </a:lstStyle>
          <a:p>
            <a:pPr algn="r">
              <a:lnSpc>
                <a:spcPct val="100000"/>
              </a:lnSpc>
            </a:pPr>
            <a:fld id="{BE8C52CC-B441-4628-AF81-B7A0A8EC942D}" type="slidenum">
              <a:rPr lang="nl-NL" sz="1000" b="0" strike="noStrike" spc="-1">
                <a:solidFill>
                  <a:srgbClr val="FFFFFF"/>
                </a:solidFill>
                <a:latin typeface="Arial"/>
                <a:ea typeface="ＭＳ Ｐゴシック"/>
              </a:rPr>
              <a:t>‹#›</a:t>
            </a:fld>
            <a:endParaRPr lang="nl-NL" sz="1000" b="0" strike="noStrike" spc="-1">
              <a:latin typeface="Calibri"/>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457200" y="944640"/>
            <a:ext cx="8229240" cy="1142640"/>
          </a:xfrm>
          <a:prstGeom prst="rect">
            <a:avLst/>
          </a:prstGeom>
        </p:spPr>
        <p:txBody>
          <a:bodyPr anchor="ctr">
            <a:noAutofit/>
          </a:bodyPr>
          <a:lstStyle/>
          <a:p>
            <a:pPr>
              <a:lnSpc>
                <a:spcPct val="100000"/>
              </a:lnSpc>
            </a:pPr>
            <a:r>
              <a:rPr lang="en-US" sz="3200" b="0" strike="noStrike" cap="all" spc="-1">
                <a:solidFill>
                  <a:srgbClr val="25167A"/>
                </a:solidFill>
                <a:latin typeface="Arial"/>
              </a:rPr>
              <a:t>Click to edit Master title style</a:t>
            </a:r>
            <a:endParaRPr lang="nl-NL" sz="3200" b="0" strike="noStrike" spc="-1">
              <a:solidFill>
                <a:srgbClr val="000000"/>
              </a:solidFill>
              <a:latin typeface="Arial"/>
            </a:endParaRPr>
          </a:p>
        </p:txBody>
      </p:sp>
      <p:sp>
        <p:nvSpPr>
          <p:cNvPr id="161" name="PlaceHolder 2"/>
          <p:cNvSpPr>
            <a:spLocks noGrp="1"/>
          </p:cNvSpPr>
          <p:nvPr>
            <p:ph type="body"/>
          </p:nvPr>
        </p:nvSpPr>
        <p:spPr>
          <a:xfrm>
            <a:off x="457200" y="2086920"/>
            <a:ext cx="8229240" cy="4038840"/>
          </a:xfrm>
          <a:prstGeom prst="rect">
            <a:avLst/>
          </a:prstGeom>
        </p:spPr>
        <p:txBody>
          <a:bodyPr>
            <a:normAutofit/>
          </a:bodyPr>
          <a:lstStyle/>
          <a:p>
            <a:pPr>
              <a:lnSpc>
                <a:spcPct val="100000"/>
              </a:lnSpc>
              <a:spcBef>
                <a:spcPts val="400"/>
              </a:spcBef>
              <a:tabLst>
                <a:tab pos="0" algn="l"/>
              </a:tabLst>
            </a:pPr>
            <a:r>
              <a:rPr lang="en-US" sz="2000" b="0" strike="noStrike" spc="-1">
                <a:solidFill>
                  <a:srgbClr val="000000"/>
                </a:solidFill>
                <a:latin typeface="Arial"/>
              </a:rPr>
              <a:t>Click to edit Master text styles</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Second level</a:t>
            </a:r>
            <a:endParaRPr lang="nl-NL" sz="1800" b="0" strike="noStrike" spc="-1">
              <a:solidFill>
                <a:srgbClr val="000000"/>
              </a:solidFill>
              <a:latin typeface="Arial"/>
            </a:endParaRPr>
          </a:p>
          <a:p>
            <a:pPr marL="896760" lvl="2" indent="-285480">
              <a:lnSpc>
                <a:spcPct val="100000"/>
              </a:lnSpc>
              <a:spcBef>
                <a:spcPts val="320"/>
              </a:spcBef>
              <a:buClr>
                <a:srgbClr val="000000"/>
              </a:buClr>
              <a:buFont typeface="Arial"/>
              <a:buChar char="•"/>
              <a:tabLst>
                <a:tab pos="0" algn="l"/>
              </a:tabLst>
            </a:pPr>
            <a:r>
              <a:rPr lang="en-US" sz="1600" b="0" strike="noStrike" spc="-1">
                <a:solidFill>
                  <a:srgbClr val="000000"/>
                </a:solidFill>
                <a:latin typeface="Arial"/>
              </a:rPr>
              <a:t>Third level</a:t>
            </a:r>
            <a:endParaRPr lang="nl-NL" sz="1600" b="0" strike="noStrike" spc="-1">
              <a:solidFill>
                <a:srgbClr val="000000"/>
              </a:solidFill>
              <a:latin typeface="Arial"/>
            </a:endParaRPr>
          </a:p>
          <a:p>
            <a:pPr marL="1255680" lvl="3" indent="-285480">
              <a:lnSpc>
                <a:spcPct val="100000"/>
              </a:lnSpc>
              <a:spcBef>
                <a:spcPts val="281"/>
              </a:spcBef>
              <a:buClr>
                <a:srgbClr val="000000"/>
              </a:buClr>
              <a:buFont typeface="Arial"/>
              <a:buChar char="•"/>
              <a:tabLst>
                <a:tab pos="0" algn="l"/>
              </a:tabLst>
            </a:pPr>
            <a:r>
              <a:rPr lang="en-US" sz="1400" b="0" strike="noStrike" spc="-1">
                <a:solidFill>
                  <a:srgbClr val="000000"/>
                </a:solidFill>
                <a:latin typeface="Arial"/>
              </a:rPr>
              <a:t>Fourth level</a:t>
            </a:r>
            <a:endParaRPr lang="nl-NL" sz="1400" b="0" strike="noStrike" spc="-1">
              <a:solidFill>
                <a:srgbClr val="000000"/>
              </a:solidFill>
              <a:latin typeface="Arial"/>
            </a:endParaRPr>
          </a:p>
          <a:p>
            <a:pPr marL="1612800" lvl="4" indent="-285480">
              <a:lnSpc>
                <a:spcPct val="100000"/>
              </a:lnSpc>
              <a:spcBef>
                <a:spcPts val="281"/>
              </a:spcBef>
              <a:buClr>
                <a:srgbClr val="000000"/>
              </a:buClr>
              <a:buFont typeface="Arial"/>
              <a:buChar char="•"/>
              <a:tabLst>
                <a:tab pos="0" algn="l"/>
              </a:tabLst>
            </a:pPr>
            <a:r>
              <a:rPr lang="en-US" sz="1400" b="0" strike="noStrike" spc="-1">
                <a:solidFill>
                  <a:srgbClr val="000000"/>
                </a:solidFill>
                <a:latin typeface="Arial"/>
              </a:rPr>
              <a:t>Fifth level</a:t>
            </a:r>
            <a:endParaRPr lang="nl-NL" sz="1400" b="0" strike="noStrike" spc="-1">
              <a:solidFill>
                <a:srgbClr val="000000"/>
              </a:solidFill>
              <a:latin typeface="Arial"/>
            </a:endParaRPr>
          </a:p>
        </p:txBody>
      </p:sp>
      <p:sp>
        <p:nvSpPr>
          <p:cNvPr id="162" name="PlaceHolder 3"/>
          <p:cNvSpPr>
            <a:spLocks noGrp="1"/>
          </p:cNvSpPr>
          <p:nvPr>
            <p:ph type="ftr" idx="8"/>
          </p:nvPr>
        </p:nvSpPr>
        <p:spPr>
          <a:xfrm>
            <a:off x="457200" y="6124680"/>
            <a:ext cx="2895120" cy="364680"/>
          </a:xfrm>
          <a:prstGeom prst="rect">
            <a:avLst/>
          </a:prstGeom>
        </p:spPr>
        <p:txBody>
          <a:bodyPr anchor="ctr">
            <a:noAutofit/>
          </a:bodyPr>
          <a:lstStyle>
            <a:lvl1pPr>
              <a:lnSpc>
                <a:spcPct val="100000"/>
              </a:lnSpc>
              <a:defRPr lang="nl-NL" sz="1000" b="0" strike="noStrike" spc="-1">
                <a:solidFill>
                  <a:srgbClr val="898989"/>
                </a:solidFill>
                <a:latin typeface="Arial"/>
                <a:ea typeface="ＭＳ Ｐゴシック"/>
              </a:defRPr>
            </a:lvl1pPr>
          </a:lstStyle>
          <a:p>
            <a:pPr>
              <a:lnSpc>
                <a:spcPct val="100000"/>
              </a:lnSpc>
            </a:pPr>
            <a:r>
              <a:rPr lang="nl-NL" sz="1000" b="0" strike="noStrike" spc="-1">
                <a:solidFill>
                  <a:srgbClr val="898989"/>
                </a:solidFill>
                <a:latin typeface="Arial"/>
                <a:ea typeface="ＭＳ Ｐゴシック"/>
              </a:rPr>
              <a:t>&lt;voettekst&gt;</a:t>
            </a:r>
            <a:endParaRPr lang="nl-NL" sz="1000" b="0" strike="noStrike" spc="-1">
              <a:latin typeface="Calibri"/>
            </a:endParaRPr>
          </a:p>
        </p:txBody>
      </p:sp>
      <p:sp>
        <p:nvSpPr>
          <p:cNvPr id="163" name="PlaceHolder 4"/>
          <p:cNvSpPr>
            <a:spLocks noGrp="1"/>
          </p:cNvSpPr>
          <p:nvPr>
            <p:ph type="sldNum" idx="9"/>
          </p:nvPr>
        </p:nvSpPr>
        <p:spPr>
          <a:xfrm>
            <a:off x="8255160" y="6124680"/>
            <a:ext cx="626760" cy="364680"/>
          </a:xfrm>
          <a:prstGeom prst="rect">
            <a:avLst/>
          </a:prstGeom>
        </p:spPr>
        <p:txBody>
          <a:bodyPr anchor="ctr">
            <a:noAutofit/>
          </a:bodyPr>
          <a:lstStyle>
            <a:lvl1pPr algn="r">
              <a:lnSpc>
                <a:spcPct val="100000"/>
              </a:lnSpc>
              <a:defRPr lang="nl-NL" sz="1000" b="0" strike="noStrike" spc="-1">
                <a:solidFill>
                  <a:srgbClr val="FFFFFF"/>
                </a:solidFill>
                <a:latin typeface="Arial"/>
                <a:ea typeface="ＭＳ Ｐゴシック"/>
              </a:defRPr>
            </a:lvl1pPr>
          </a:lstStyle>
          <a:p>
            <a:pPr algn="r">
              <a:lnSpc>
                <a:spcPct val="100000"/>
              </a:lnSpc>
            </a:pPr>
            <a:fld id="{044B5BE5-231F-4D2A-A913-FA4469A99EBE}" type="slidenum">
              <a:rPr lang="nl-NL" sz="1000" b="0" strike="noStrike" spc="-1">
                <a:solidFill>
                  <a:srgbClr val="FFFFFF"/>
                </a:solidFill>
                <a:latin typeface="Arial"/>
                <a:ea typeface="ＭＳ Ｐゴシック"/>
              </a:rPr>
              <a:t>‹#›</a:t>
            </a:fld>
            <a:endParaRPr lang="nl-NL" sz="1000" b="0" strike="noStrike" spc="-1">
              <a:latin typeface="Calibri"/>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200" name="PlaceHolder 1"/>
          <p:cNvSpPr>
            <a:spLocks noGrp="1"/>
          </p:cNvSpPr>
          <p:nvPr>
            <p:ph type="ftr" idx="10"/>
          </p:nvPr>
        </p:nvSpPr>
        <p:spPr>
          <a:xfrm>
            <a:off x="457200" y="6124680"/>
            <a:ext cx="2895120" cy="364680"/>
          </a:xfrm>
          <a:prstGeom prst="rect">
            <a:avLst/>
          </a:prstGeom>
        </p:spPr>
        <p:txBody>
          <a:bodyPr anchor="ctr">
            <a:noAutofit/>
          </a:bodyPr>
          <a:lstStyle>
            <a:lvl1pPr>
              <a:lnSpc>
                <a:spcPct val="100000"/>
              </a:lnSpc>
              <a:defRPr lang="nl-NL" sz="1000" b="0" strike="noStrike" spc="-1">
                <a:solidFill>
                  <a:srgbClr val="898989"/>
                </a:solidFill>
                <a:latin typeface="Arial"/>
                <a:ea typeface="ＭＳ Ｐゴシック"/>
              </a:defRPr>
            </a:lvl1pPr>
          </a:lstStyle>
          <a:p>
            <a:pPr>
              <a:lnSpc>
                <a:spcPct val="100000"/>
              </a:lnSpc>
            </a:pPr>
            <a:r>
              <a:rPr lang="nl-NL" sz="1000" b="0" strike="noStrike" spc="-1">
                <a:solidFill>
                  <a:srgbClr val="898989"/>
                </a:solidFill>
                <a:latin typeface="Arial"/>
                <a:ea typeface="ＭＳ Ｐゴシック"/>
              </a:rPr>
              <a:t>&lt;voettekst&gt;</a:t>
            </a:r>
            <a:endParaRPr lang="nl-NL" sz="1000" b="0" strike="noStrike" spc="-1">
              <a:latin typeface="Calibri"/>
            </a:endParaRPr>
          </a:p>
        </p:txBody>
      </p:sp>
      <p:sp>
        <p:nvSpPr>
          <p:cNvPr id="201" name="PlaceHolder 2"/>
          <p:cNvSpPr>
            <a:spLocks noGrp="1"/>
          </p:cNvSpPr>
          <p:nvPr>
            <p:ph type="sldNum" idx="11"/>
          </p:nvPr>
        </p:nvSpPr>
        <p:spPr>
          <a:xfrm>
            <a:off x="8255160" y="6124680"/>
            <a:ext cx="626760" cy="364680"/>
          </a:xfrm>
          <a:prstGeom prst="rect">
            <a:avLst/>
          </a:prstGeom>
        </p:spPr>
        <p:txBody>
          <a:bodyPr anchor="ctr">
            <a:noAutofit/>
          </a:bodyPr>
          <a:lstStyle>
            <a:lvl1pPr algn="r">
              <a:lnSpc>
                <a:spcPct val="100000"/>
              </a:lnSpc>
              <a:defRPr lang="nl-NL" sz="1000" b="0" strike="noStrike" spc="-1">
                <a:solidFill>
                  <a:srgbClr val="FFFFFF"/>
                </a:solidFill>
                <a:latin typeface="Arial"/>
                <a:ea typeface="ＭＳ Ｐゴシック"/>
              </a:defRPr>
            </a:lvl1pPr>
          </a:lstStyle>
          <a:p>
            <a:pPr algn="r">
              <a:lnSpc>
                <a:spcPct val="100000"/>
              </a:lnSpc>
            </a:pPr>
            <a:fld id="{90ACA8D7-4975-487A-B7F6-3DDD147C471B}" type="slidenum">
              <a:rPr lang="nl-NL" sz="1000" b="0" strike="noStrike" spc="-1">
                <a:solidFill>
                  <a:srgbClr val="FFFFFF"/>
                </a:solidFill>
                <a:latin typeface="Arial"/>
                <a:ea typeface="ＭＳ Ｐゴシック"/>
              </a:rPr>
              <a:t>‹#›</a:t>
            </a:fld>
            <a:endParaRPr lang="nl-NL" sz="1000" b="0" strike="noStrike" spc="-1">
              <a:latin typeface="Calibri"/>
            </a:endParaRPr>
          </a:p>
        </p:txBody>
      </p:sp>
      <p:sp>
        <p:nvSpPr>
          <p:cNvPr id="202" name="PlaceHolder 3"/>
          <p:cNvSpPr>
            <a:spLocks noGrp="1"/>
          </p:cNvSpPr>
          <p:nvPr>
            <p:ph type="title"/>
          </p:nvPr>
        </p:nvSpPr>
        <p:spPr>
          <a:xfrm>
            <a:off x="457200" y="273600"/>
            <a:ext cx="8229240" cy="1144800"/>
          </a:xfrm>
          <a:prstGeom prst="rect">
            <a:avLst/>
          </a:prstGeom>
        </p:spPr>
        <p:txBody>
          <a:bodyPr lIns="0" tIns="0" rIns="0" bIns="0" anchor="ctr">
            <a:noAutofit/>
          </a:bodyPr>
          <a:lstStyle/>
          <a:p>
            <a:r>
              <a:rPr lang="nl-NL" sz="3200" b="0" strike="noStrike" spc="-1">
                <a:solidFill>
                  <a:srgbClr val="000000"/>
                </a:solidFill>
                <a:latin typeface="Arial"/>
              </a:rPr>
              <a:t>Klik om de opmaak van de titeltekst te bewerken</a:t>
            </a:r>
          </a:p>
        </p:txBody>
      </p:sp>
      <p:sp>
        <p:nvSpPr>
          <p:cNvPr id="203" name="PlaceHolder 4"/>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nl-NL" sz="2000" b="0" strike="noStrike" spc="-1">
                <a:solidFill>
                  <a:srgbClr val="000000"/>
                </a:solidFill>
                <a:latin typeface="Arial"/>
              </a:rPr>
              <a:t>Klik om de opmaak van de overzichtstekst te bewerken</a:t>
            </a:r>
          </a:p>
          <a:p>
            <a:pPr marL="864000" lvl="1" indent="-324000">
              <a:spcBef>
                <a:spcPts val="1134"/>
              </a:spcBef>
              <a:buClr>
                <a:srgbClr val="000000"/>
              </a:buClr>
              <a:buSzPct val="75000"/>
              <a:buFont typeface="Symbol" charset="2"/>
              <a:buChar char=""/>
            </a:pPr>
            <a:r>
              <a:rPr lang="nl-NL" sz="2000" b="0" strike="noStrike" spc="-1">
                <a:solidFill>
                  <a:srgbClr val="000000"/>
                </a:solidFill>
                <a:latin typeface="Arial"/>
              </a:rPr>
              <a:t>Tweede overzichtsniveau</a:t>
            </a:r>
          </a:p>
          <a:p>
            <a:pPr marL="1296000" lvl="2" indent="-288000">
              <a:spcBef>
                <a:spcPts val="850"/>
              </a:spcBef>
              <a:buClr>
                <a:srgbClr val="000000"/>
              </a:buClr>
              <a:buSzPct val="45000"/>
              <a:buFont typeface="Wingdings" charset="2"/>
              <a:buChar char=""/>
            </a:pPr>
            <a:r>
              <a:rPr lang="nl-NL" sz="2000" b="0" strike="noStrike" spc="-1">
                <a:solidFill>
                  <a:srgbClr val="000000"/>
                </a:solidFill>
                <a:latin typeface="Arial"/>
              </a:rPr>
              <a:t>Derde overzichtsniveau</a:t>
            </a:r>
          </a:p>
          <a:p>
            <a:pPr marL="1728000" lvl="3" indent="-216000">
              <a:spcBef>
                <a:spcPts val="567"/>
              </a:spcBef>
              <a:buClr>
                <a:srgbClr val="000000"/>
              </a:buClr>
              <a:buSzPct val="75000"/>
              <a:buFont typeface="Symbol" charset="2"/>
              <a:buChar char=""/>
            </a:pPr>
            <a:r>
              <a:rPr lang="nl-NL" sz="2000" b="0" strike="noStrike" spc="-1">
                <a:solidFill>
                  <a:srgbClr val="000000"/>
                </a:solidFill>
                <a:latin typeface="Arial"/>
              </a:rPr>
              <a:t>Vierde overzichtsniveau</a:t>
            </a:r>
          </a:p>
          <a:p>
            <a:pPr marL="2160000" lvl="4" indent="-216000">
              <a:spcBef>
                <a:spcPts val="283"/>
              </a:spcBef>
              <a:buClr>
                <a:srgbClr val="000000"/>
              </a:buClr>
              <a:buSzPct val="45000"/>
              <a:buFont typeface="Wingdings" charset="2"/>
              <a:buChar char=""/>
            </a:pPr>
            <a:r>
              <a:rPr lang="nl-NL" sz="2000" b="0" strike="noStrike" spc="-1">
                <a:solidFill>
                  <a:srgbClr val="000000"/>
                </a:solidFill>
                <a:latin typeface="Arial"/>
              </a:rPr>
              <a:t>Vijfde overzichtsniveau</a:t>
            </a:r>
          </a:p>
          <a:p>
            <a:pPr marL="2592000" lvl="5" indent="-216000">
              <a:spcBef>
                <a:spcPts val="283"/>
              </a:spcBef>
              <a:buClr>
                <a:srgbClr val="000000"/>
              </a:buClr>
              <a:buSzPct val="45000"/>
              <a:buFont typeface="Wingdings" charset="2"/>
              <a:buChar char=""/>
            </a:pPr>
            <a:r>
              <a:rPr lang="nl-NL" sz="2000" b="0" strike="noStrike" spc="-1">
                <a:solidFill>
                  <a:srgbClr val="000000"/>
                </a:solidFill>
                <a:latin typeface="Arial"/>
              </a:rPr>
              <a:t>Zesde overzichtsniveau</a:t>
            </a:r>
          </a:p>
          <a:p>
            <a:pPr marL="3024000" lvl="6" indent="-216000">
              <a:spcBef>
                <a:spcPts val="283"/>
              </a:spcBef>
              <a:buClr>
                <a:srgbClr val="000000"/>
              </a:buClr>
              <a:buSzPct val="45000"/>
              <a:buFont typeface="Wingdings" charset="2"/>
              <a:buChar char=""/>
            </a:pPr>
            <a:r>
              <a:rPr lang="nl-NL" sz="2000" b="0" strike="noStrike" spc="-1">
                <a:solidFill>
                  <a:srgbClr val="000000"/>
                </a:solidFill>
                <a:latin typeface="Arial"/>
              </a:rPr>
              <a:t>Zevende overzichtsniveau</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4.xml"/><Relationship Id="rId1" Type="http://schemas.openxmlformats.org/officeDocument/2006/relationships/video" Target="https://www.youtube.com/embed/9NBv7lKrG1A?feature=oembed"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7.xml"/><Relationship Id="rId5" Type="http://schemas.openxmlformats.org/officeDocument/2006/relationships/image" Target="../media/image4.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1.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4.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4.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49.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49.xml"/><Relationship Id="rId5" Type="http://schemas.openxmlformats.org/officeDocument/2006/relationships/image" Target="../media/image4.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49.xml"/><Relationship Id="rId5" Type="http://schemas.openxmlformats.org/officeDocument/2006/relationships/image" Target="../media/image4.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49.xml"/><Relationship Id="rId5" Type="http://schemas.openxmlformats.org/officeDocument/2006/relationships/image" Target="../media/image4.png"/><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49.xml"/><Relationship Id="rId5" Type="http://schemas.openxmlformats.org/officeDocument/2006/relationships/image" Target="../media/image4.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49.xml"/><Relationship Id="rId5" Type="http://schemas.openxmlformats.org/officeDocument/2006/relationships/image" Target="../media/image4.png"/><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49.xml"/><Relationship Id="rId5" Type="http://schemas.openxmlformats.org/officeDocument/2006/relationships/image" Target="../media/image4.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49.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9.xml"/><Relationship Id="rId6" Type="http://schemas.openxmlformats.org/officeDocument/2006/relationships/image" Target="../media/image8.png"/><Relationship Id="rId5" Type="http://schemas.openxmlformats.org/officeDocument/2006/relationships/image" Target="../media/image35.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49.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49.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49.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49.xml"/><Relationship Id="rId5" Type="http://schemas.openxmlformats.org/officeDocument/2006/relationships/image" Target="../media/image4.png"/><Relationship Id="rId4" Type="http://schemas.openxmlformats.org/officeDocument/2006/relationships/image" Target="../media/image8.png"/></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9.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extShape 1"/>
          <p:cNvSpPr txBox="1"/>
          <p:nvPr/>
        </p:nvSpPr>
        <p:spPr>
          <a:xfrm>
            <a:off x="8516880" y="6489720"/>
            <a:ext cx="626760" cy="364680"/>
          </a:xfrm>
          <a:prstGeom prst="rect">
            <a:avLst/>
          </a:prstGeom>
          <a:noFill/>
          <a:ln>
            <a:noFill/>
          </a:ln>
        </p:spPr>
        <p:txBody>
          <a:bodyPr anchor="ctr">
            <a:noAutofit/>
          </a:bodyPr>
          <a:lstStyle/>
          <a:p>
            <a:pPr algn="r">
              <a:lnSpc>
                <a:spcPct val="100000"/>
              </a:lnSpc>
              <a:tabLst>
                <a:tab pos="0" algn="l"/>
              </a:tabLst>
            </a:pPr>
            <a:fld id="{E7D645BA-A53B-45DF-BBF6-02A941ED9816}" type="slidenum">
              <a:rPr lang="nl-NL" sz="1000" b="0" strike="noStrike" spc="-1">
                <a:solidFill>
                  <a:srgbClr val="FFFFFF"/>
                </a:solidFill>
                <a:latin typeface="Arial"/>
                <a:ea typeface="ＭＳ Ｐゴシック"/>
              </a:rPr>
              <a:t>1</a:t>
            </a:fld>
            <a:endParaRPr lang="nl-NL" sz="1000" b="0" strike="noStrike" spc="-1">
              <a:latin typeface="Calibri"/>
            </a:endParaRPr>
          </a:p>
        </p:txBody>
      </p:sp>
      <p:sp>
        <p:nvSpPr>
          <p:cNvPr id="247" name="TextShape 2"/>
          <p:cNvSpPr txBox="1"/>
          <p:nvPr/>
        </p:nvSpPr>
        <p:spPr>
          <a:xfrm>
            <a:off x="517680" y="1673280"/>
            <a:ext cx="7772040" cy="1361880"/>
          </a:xfrm>
          <a:prstGeom prst="rect">
            <a:avLst/>
          </a:prstGeom>
          <a:noFill/>
          <a:ln>
            <a:noFill/>
          </a:ln>
        </p:spPr>
        <p:txBody>
          <a:bodyPr anchor="b">
            <a:noAutofit/>
          </a:bodyPr>
          <a:lstStyle/>
          <a:p>
            <a:pPr>
              <a:lnSpc>
                <a:spcPct val="100000"/>
              </a:lnSpc>
            </a:pPr>
            <a:r>
              <a:rPr lang="nl-NL" sz="3200" b="0" strike="noStrike" spc="-1" dirty="0">
                <a:solidFill>
                  <a:srgbClr val="25167A"/>
                </a:solidFill>
                <a:latin typeface="Arial"/>
              </a:rPr>
              <a:t>Networking module 5a </a:t>
            </a:r>
            <a:br>
              <a:rPr dirty="0"/>
            </a:br>
            <a:endParaRPr lang="nl-NL" sz="3200" b="0" strike="noStrike" spc="-1" dirty="0">
              <a:solidFill>
                <a:srgbClr val="000000"/>
              </a:solidFill>
              <a:latin typeface="Arial"/>
            </a:endParaRPr>
          </a:p>
        </p:txBody>
      </p:sp>
      <p:sp>
        <p:nvSpPr>
          <p:cNvPr id="248" name="TextShape 3"/>
          <p:cNvSpPr txBox="1"/>
          <p:nvPr/>
        </p:nvSpPr>
        <p:spPr>
          <a:xfrm>
            <a:off x="517680" y="2514600"/>
            <a:ext cx="7772040" cy="1499760"/>
          </a:xfrm>
          <a:prstGeom prst="rect">
            <a:avLst/>
          </a:prstGeom>
          <a:noFill/>
          <a:ln>
            <a:noFill/>
          </a:ln>
        </p:spPr>
        <p:txBody>
          <a:bodyPr tIns="0">
            <a:noAutofit/>
          </a:bodyPr>
          <a:lstStyle/>
          <a:p>
            <a:pPr>
              <a:lnSpc>
                <a:spcPct val="100000"/>
              </a:lnSpc>
              <a:spcBef>
                <a:spcPts val="281"/>
              </a:spcBef>
              <a:tabLst>
                <a:tab pos="0" algn="l"/>
              </a:tabLst>
            </a:pPr>
            <a:endParaRPr lang="nl-NL" sz="2000" b="0" strike="noStrike" spc="-1" dirty="0">
              <a:solidFill>
                <a:srgbClr val="000000"/>
              </a:solidFill>
              <a:latin typeface="Arial"/>
            </a:endParaRPr>
          </a:p>
          <a:p>
            <a:pPr>
              <a:lnSpc>
                <a:spcPct val="100000"/>
              </a:lnSpc>
              <a:spcBef>
                <a:spcPts val="281"/>
              </a:spcBef>
              <a:tabLst>
                <a:tab pos="0" algn="l"/>
              </a:tabLst>
            </a:pPr>
            <a:r>
              <a:rPr lang="nl-NL" sz="1400" b="0" strike="noStrike" spc="-1" dirty="0">
                <a:solidFill>
                  <a:srgbClr val="000000"/>
                </a:solidFill>
                <a:latin typeface="Arial"/>
              </a:rPr>
              <a:t>Network management: SDN and SNMP</a:t>
            </a:r>
          </a:p>
          <a:p>
            <a:pPr>
              <a:lnSpc>
                <a:spcPct val="100000"/>
              </a:lnSpc>
              <a:spcBef>
                <a:spcPts val="281"/>
              </a:spcBef>
              <a:tabLst>
                <a:tab pos="0" algn="l"/>
              </a:tabLst>
            </a:pPr>
            <a:r>
              <a:rPr lang="nl-NL" sz="1400" b="0" strike="noStrike" spc="-1" dirty="0">
                <a:solidFill>
                  <a:srgbClr val="000000"/>
                </a:solidFill>
                <a:latin typeface="Arial"/>
              </a:rPr>
              <a:t>Link </a:t>
            </a:r>
            <a:r>
              <a:rPr lang="nl-NL" sz="1400" b="0" strike="noStrike" spc="-1" dirty="0" err="1">
                <a:solidFill>
                  <a:srgbClr val="000000"/>
                </a:solidFill>
                <a:latin typeface="Arial"/>
              </a:rPr>
              <a:t>layer</a:t>
            </a:r>
            <a:r>
              <a:rPr lang="nl-NL" sz="1400" b="0" strike="noStrike" spc="-1" dirty="0">
                <a:solidFill>
                  <a:srgbClr val="000000"/>
                </a:solidFill>
                <a:latin typeface="Arial"/>
              </a:rPr>
              <a:t> part 1 - ARP</a:t>
            </a:r>
          </a:p>
        </p:txBody>
      </p:sp>
      <p:sp>
        <p:nvSpPr>
          <p:cNvPr id="249" name="CustomShape 4"/>
          <p:cNvSpPr/>
          <p:nvPr/>
        </p:nvSpPr>
        <p:spPr>
          <a:xfrm>
            <a:off x="8516880" y="6489720"/>
            <a:ext cx="6267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tabLst>
                <a:tab pos="0" algn="l"/>
              </a:tabLst>
            </a:pPr>
            <a:fld id="{80790860-EFCA-44CE-97CA-8C53F28ED23D}" type="slidenum">
              <a:rPr lang="nl-NL" sz="1000" b="0" strike="noStrike" spc="-1">
                <a:solidFill>
                  <a:srgbClr val="FFFFFF"/>
                </a:solidFill>
                <a:latin typeface="Arial"/>
                <a:ea typeface="ＭＳ Ｐゴシック"/>
              </a:rPr>
              <a:t>1</a:t>
            </a:fld>
            <a:endParaRPr lang="nl-NL" sz="1000" b="0" strike="noStrike" spc="-1">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B16175-3BBB-E648-A0D0-E0EC16394F4D}"/>
              </a:ext>
            </a:extLst>
          </p:cNvPr>
          <p:cNvSpPr>
            <a:spLocks noGrp="1"/>
          </p:cNvSpPr>
          <p:nvPr>
            <p:ph type="title"/>
          </p:nvPr>
        </p:nvSpPr>
        <p:spPr>
          <a:xfrm>
            <a:off x="457200" y="433755"/>
            <a:ext cx="8229240" cy="1125414"/>
          </a:xfrm>
        </p:spPr>
        <p:txBody>
          <a:bodyPr/>
          <a:lstStyle/>
          <a:p>
            <a:r>
              <a:rPr lang="nl-NL" dirty="0"/>
              <a:t>Agenda</a:t>
            </a:r>
          </a:p>
        </p:txBody>
      </p:sp>
      <p:sp>
        <p:nvSpPr>
          <p:cNvPr id="3" name="Ondertitel 2">
            <a:extLst>
              <a:ext uri="{FF2B5EF4-FFF2-40B4-BE49-F238E27FC236}">
                <a16:creationId xmlns:a16="http://schemas.microsoft.com/office/drawing/2014/main" id="{138C9233-C378-C642-8CE5-556B3F1E3009}"/>
              </a:ext>
            </a:extLst>
          </p:cNvPr>
          <p:cNvSpPr>
            <a:spLocks noGrp="1"/>
          </p:cNvSpPr>
          <p:nvPr>
            <p:ph type="subTitle"/>
          </p:nvPr>
        </p:nvSpPr>
        <p:spPr>
          <a:xfrm>
            <a:off x="457200" y="1559169"/>
            <a:ext cx="8229240" cy="4566591"/>
          </a:xfrm>
        </p:spPr>
        <p:txBody>
          <a:bodyPr/>
          <a:lstStyle/>
          <a:p>
            <a:pPr marL="0" indent="0">
              <a:buNone/>
            </a:pPr>
            <a:r>
              <a:rPr lang="nl-NL" sz="3200" b="1" dirty="0" err="1"/>
              <a:t>Repeat</a:t>
            </a:r>
            <a:r>
              <a:rPr lang="nl-NL" sz="3200" b="1" dirty="0"/>
              <a:t> </a:t>
            </a:r>
            <a:r>
              <a:rPr lang="nl-NL" sz="2800" dirty="0"/>
              <a:t>DNS</a:t>
            </a:r>
          </a:p>
          <a:p>
            <a:r>
              <a:rPr lang="nl-NL" sz="2800" dirty="0"/>
              <a:t>Routing (</a:t>
            </a:r>
            <a:r>
              <a:rPr lang="nl-NL" sz="2800" dirty="0" err="1"/>
              <a:t>algorithms</a:t>
            </a:r>
            <a:r>
              <a:rPr lang="nl-NL" sz="2800" dirty="0"/>
              <a:t> </a:t>
            </a:r>
            <a:r>
              <a:rPr lang="nl-NL" sz="2800" dirty="0" err="1"/>
              <a:t>and</a:t>
            </a:r>
            <a:r>
              <a:rPr lang="nl-NL" sz="2800" dirty="0"/>
              <a:t> </a:t>
            </a:r>
            <a:r>
              <a:rPr lang="nl-NL" sz="2800" dirty="0" err="1"/>
              <a:t>protocols</a:t>
            </a:r>
            <a:r>
              <a:rPr lang="nl-NL" sz="2800" dirty="0"/>
              <a:t>)</a:t>
            </a:r>
          </a:p>
          <a:p>
            <a:endParaRPr lang="nl-NL" sz="2800" dirty="0"/>
          </a:p>
          <a:p>
            <a:pPr marL="0" indent="0">
              <a:buNone/>
            </a:pPr>
            <a:r>
              <a:rPr lang="nl-NL" sz="2800" b="1" dirty="0" err="1"/>
              <a:t>This</a:t>
            </a:r>
            <a:r>
              <a:rPr lang="nl-NL" sz="2800" b="1" dirty="0"/>
              <a:t> module</a:t>
            </a:r>
          </a:p>
          <a:p>
            <a:r>
              <a:rPr lang="nl-NL" sz="2800" dirty="0"/>
              <a:t>SNMP</a:t>
            </a:r>
          </a:p>
          <a:p>
            <a:r>
              <a:rPr lang="nl-NL" sz="2800" dirty="0"/>
              <a:t>Software </a:t>
            </a:r>
            <a:r>
              <a:rPr lang="nl-NL" sz="2800" dirty="0" err="1"/>
              <a:t>Defined</a:t>
            </a:r>
            <a:r>
              <a:rPr lang="nl-NL" sz="2800" dirty="0"/>
              <a:t> Networking (SDN)</a:t>
            </a:r>
          </a:p>
          <a:p>
            <a:r>
              <a:rPr lang="nl-NL" sz="2800" dirty="0"/>
              <a:t>ARP</a:t>
            </a:r>
          </a:p>
        </p:txBody>
      </p:sp>
    </p:spTree>
    <p:extLst>
      <p:ext uri="{BB962C8B-B14F-4D97-AF65-F5344CB8AC3E}">
        <p14:creationId xmlns:p14="http://schemas.microsoft.com/office/powerpoint/2010/main" val="1052661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FA1BE753-8454-4038-A0AC-56296B9F7696}" type="slidenum">
              <a:rPr lang="nl-NL" sz="1000" b="0" strike="noStrike" spc="-1">
                <a:solidFill>
                  <a:srgbClr val="FFFFFF"/>
                </a:solidFill>
                <a:latin typeface="Arial"/>
                <a:ea typeface="ＭＳ Ｐゴシック"/>
              </a:rPr>
              <a:t>3</a:t>
            </a:fld>
            <a:endParaRPr lang="nl-NL" sz="1000" b="0" strike="noStrike" spc="-1">
              <a:latin typeface="Calibri"/>
            </a:endParaRPr>
          </a:p>
        </p:txBody>
      </p:sp>
      <p:sp>
        <p:nvSpPr>
          <p:cNvPr id="291" name="TextShape 2"/>
          <p:cNvSpPr txBox="1"/>
          <p:nvPr/>
        </p:nvSpPr>
        <p:spPr>
          <a:xfrm>
            <a:off x="457200" y="554040"/>
            <a:ext cx="8229240" cy="1142640"/>
          </a:xfrm>
          <a:prstGeom prst="rect">
            <a:avLst/>
          </a:prstGeom>
          <a:noFill/>
          <a:ln>
            <a:noFill/>
          </a:ln>
        </p:spPr>
        <p:txBody>
          <a:bodyPr anchor="ctr">
            <a:noAutofit/>
          </a:bodyPr>
          <a:lstStyle/>
          <a:p>
            <a:pPr>
              <a:lnSpc>
                <a:spcPct val="100000"/>
              </a:lnSpc>
            </a:pPr>
            <a:r>
              <a:rPr lang="nl-NL" sz="3200" b="0" strike="noStrike" spc="-1" dirty="0">
                <a:solidFill>
                  <a:srgbClr val="25167A"/>
                </a:solidFill>
                <a:latin typeface="Arial"/>
              </a:rPr>
              <a:t>Vorige week: DNS</a:t>
            </a:r>
            <a:endParaRPr lang="nl-NL" sz="3200" b="0" strike="noStrike" spc="-1" dirty="0">
              <a:solidFill>
                <a:srgbClr val="000000"/>
              </a:solidFill>
              <a:latin typeface="Arial"/>
            </a:endParaRPr>
          </a:p>
        </p:txBody>
      </p:sp>
      <p:sp>
        <p:nvSpPr>
          <p:cNvPr id="292" name="TextShape 3"/>
          <p:cNvSpPr txBox="1"/>
          <p:nvPr/>
        </p:nvSpPr>
        <p:spPr>
          <a:xfrm>
            <a:off x="457200" y="1666800"/>
            <a:ext cx="8229240" cy="4025520"/>
          </a:xfrm>
          <a:prstGeom prst="rect">
            <a:avLst/>
          </a:prstGeom>
          <a:noFill/>
          <a:ln>
            <a:noFill/>
          </a:ln>
        </p:spPr>
        <p:txBody>
          <a:bodyPr>
            <a:noAutofit/>
          </a:bodyPr>
          <a:lstStyle/>
          <a:p>
            <a:pPr>
              <a:lnSpc>
                <a:spcPct val="100000"/>
              </a:lnSpc>
              <a:spcBef>
                <a:spcPts val="400"/>
              </a:spcBef>
              <a:tabLst>
                <a:tab pos="0" algn="l"/>
              </a:tabLst>
            </a:pPr>
            <a:r>
              <a:rPr lang="nl-NL" sz="2000" b="0" strike="noStrike" spc="-1" dirty="0">
                <a:solidFill>
                  <a:srgbClr val="000000"/>
                </a:solidFill>
                <a:latin typeface="Arial"/>
              </a:rPr>
              <a:t>Reminder: DNS</a:t>
            </a:r>
          </a:p>
          <a:p>
            <a:pPr>
              <a:lnSpc>
                <a:spcPct val="100000"/>
              </a:lnSpc>
              <a:spcBef>
                <a:spcPts val="400"/>
              </a:spcBef>
              <a:tabLst>
                <a:tab pos="0" algn="l"/>
              </a:tabLst>
            </a:pPr>
            <a:r>
              <a:rPr lang="nl-NL" sz="2000" b="0" strike="noStrike" spc="-1" dirty="0">
                <a:solidFill>
                  <a:srgbClr val="000000"/>
                </a:solidFill>
                <a:latin typeface="Arial"/>
              </a:rPr>
              <a:t>DNS security </a:t>
            </a:r>
            <a:r>
              <a:rPr lang="nl-NL" sz="2000" b="0" strike="noStrike" spc="-1" dirty="0" err="1">
                <a:solidFill>
                  <a:srgbClr val="000000"/>
                </a:solidFill>
                <a:latin typeface="Arial"/>
              </a:rPr>
              <a:t>risks</a:t>
            </a:r>
            <a:r>
              <a:rPr lang="nl-NL" sz="2000" b="0" strike="noStrike" spc="-1" dirty="0">
                <a:solidFill>
                  <a:srgbClr val="000000"/>
                </a:solidFill>
                <a:latin typeface="Arial"/>
              </a:rPr>
              <a:t>:</a:t>
            </a:r>
          </a:p>
          <a:p>
            <a:pPr marL="343080" indent="-342720">
              <a:lnSpc>
                <a:spcPct val="100000"/>
              </a:lnSpc>
              <a:spcBef>
                <a:spcPts val="400"/>
              </a:spcBef>
              <a:buClr>
                <a:srgbClr val="000000"/>
              </a:buClr>
              <a:buFont typeface="Arial"/>
              <a:buChar char="•"/>
              <a:tabLst>
                <a:tab pos="0" algn="l"/>
              </a:tabLst>
            </a:pPr>
            <a:r>
              <a:rPr lang="nl-NL" sz="2000" b="0" strike="noStrike" spc="-1" dirty="0" err="1">
                <a:solidFill>
                  <a:srgbClr val="000000"/>
                </a:solidFill>
                <a:latin typeface="Arial"/>
              </a:rPr>
              <a:t>Use</a:t>
            </a:r>
            <a:r>
              <a:rPr lang="nl-NL" sz="2000" b="0" strike="noStrike" spc="-1" dirty="0">
                <a:solidFill>
                  <a:srgbClr val="000000"/>
                </a:solidFill>
                <a:latin typeface="Arial"/>
              </a:rPr>
              <a:t> of DNS servers in DDOS attacks</a:t>
            </a:r>
          </a:p>
          <a:p>
            <a:pPr marL="343080" indent="-342720">
              <a:lnSpc>
                <a:spcPct val="100000"/>
              </a:lnSpc>
              <a:spcBef>
                <a:spcPts val="400"/>
              </a:spcBef>
              <a:buClr>
                <a:srgbClr val="000000"/>
              </a:buClr>
              <a:buFont typeface="Arial"/>
              <a:buChar char="•"/>
              <a:tabLst>
                <a:tab pos="0" algn="l"/>
              </a:tabLst>
            </a:pPr>
            <a:r>
              <a:rPr lang="nl-NL" sz="2000" b="0" strike="noStrike" spc="-1" dirty="0">
                <a:solidFill>
                  <a:srgbClr val="000000"/>
                </a:solidFill>
                <a:latin typeface="Arial"/>
              </a:rPr>
              <a:t>DNS </a:t>
            </a:r>
            <a:r>
              <a:rPr lang="nl-NL" sz="2000" b="0" strike="noStrike" spc="-1" dirty="0" err="1">
                <a:solidFill>
                  <a:srgbClr val="000000"/>
                </a:solidFill>
                <a:latin typeface="Arial"/>
              </a:rPr>
              <a:t>hijacking</a:t>
            </a:r>
            <a:endParaRPr lang="nl-NL" sz="2000" b="0" strike="noStrike" spc="-1" dirty="0">
              <a:solidFill>
                <a:srgbClr val="000000"/>
              </a:solidFill>
              <a:latin typeface="Arial"/>
            </a:endParaRPr>
          </a:p>
          <a:p>
            <a:pPr marL="360">
              <a:lnSpc>
                <a:spcPct val="100000"/>
              </a:lnSpc>
              <a:spcBef>
                <a:spcPts val="400"/>
              </a:spcBef>
              <a:buClr>
                <a:srgbClr val="000000"/>
              </a:buClr>
              <a:tabLst>
                <a:tab pos="0" algn="l"/>
              </a:tabLst>
            </a:pPr>
            <a:r>
              <a:rPr lang="nl-NL" sz="2000" spc="-1" dirty="0" err="1">
                <a:solidFill>
                  <a:srgbClr val="000000"/>
                </a:solidFill>
                <a:latin typeface="Arial"/>
              </a:rPr>
              <a:t>Possible</a:t>
            </a:r>
            <a:r>
              <a:rPr lang="nl-NL" sz="2000" spc="-1" dirty="0">
                <a:solidFill>
                  <a:srgbClr val="000000"/>
                </a:solidFill>
                <a:latin typeface="Arial"/>
              </a:rPr>
              <a:t> </a:t>
            </a:r>
            <a:r>
              <a:rPr lang="nl-NL" sz="2000" spc="-1" dirty="0" err="1">
                <a:solidFill>
                  <a:srgbClr val="000000"/>
                </a:solidFill>
                <a:latin typeface="Arial"/>
              </a:rPr>
              <a:t>solutions</a:t>
            </a:r>
            <a:r>
              <a:rPr lang="nl-NL" sz="2000" spc="-1" dirty="0">
                <a:solidFill>
                  <a:srgbClr val="000000"/>
                </a:solidFill>
                <a:latin typeface="Arial"/>
              </a:rPr>
              <a:t>:</a:t>
            </a:r>
            <a:endParaRPr lang="nl-NL" sz="2000" b="0" strike="noStrike" spc="-1" dirty="0">
              <a:solidFill>
                <a:srgbClr val="000000"/>
              </a:solidFill>
              <a:latin typeface="Arial"/>
            </a:endParaRPr>
          </a:p>
          <a:p>
            <a:pPr marL="343080" indent="-342720">
              <a:spcBef>
                <a:spcPts val="400"/>
              </a:spcBef>
              <a:buClr>
                <a:srgbClr val="000000"/>
              </a:buClr>
              <a:buFont typeface="Arial"/>
              <a:buChar char="•"/>
              <a:tabLst>
                <a:tab pos="0" algn="l"/>
              </a:tabLst>
            </a:pPr>
            <a:r>
              <a:rPr lang="nl-NL" sz="2000" b="0" strike="noStrike" spc="-1" dirty="0">
                <a:solidFill>
                  <a:srgbClr val="000000"/>
                </a:solidFill>
                <a:latin typeface="Arial"/>
              </a:rPr>
              <a:t>DNS over HTTPS</a:t>
            </a:r>
          </a:p>
          <a:p>
            <a:pPr marL="343080" indent="-342720">
              <a:lnSpc>
                <a:spcPct val="100000"/>
              </a:lnSpc>
              <a:spcBef>
                <a:spcPts val="400"/>
              </a:spcBef>
              <a:buClr>
                <a:srgbClr val="000000"/>
              </a:buClr>
              <a:buFont typeface="Arial"/>
              <a:buChar char="•"/>
              <a:tabLst>
                <a:tab pos="0" algn="l"/>
              </a:tabLst>
            </a:pPr>
            <a:r>
              <a:rPr lang="nl-NL" sz="2000" b="0" strike="noStrike" spc="-1" dirty="0" err="1">
                <a:solidFill>
                  <a:srgbClr val="000000"/>
                </a:solidFill>
                <a:latin typeface="Arial"/>
              </a:rPr>
              <a:t>DNSSec</a:t>
            </a:r>
            <a:endParaRPr lang="nl-NL" sz="2000" b="0" strike="noStrike" spc="-1" dirty="0">
              <a:solidFill>
                <a:srgbClr val="000000"/>
              </a:solidFill>
              <a:latin typeface="Arial"/>
            </a:endParaRPr>
          </a:p>
          <a:p>
            <a:pPr>
              <a:lnSpc>
                <a:spcPct val="100000"/>
              </a:lnSpc>
              <a:spcBef>
                <a:spcPts val="400"/>
              </a:spcBef>
              <a:tabLst>
                <a:tab pos="0" algn="l"/>
              </a:tabLst>
            </a:pPr>
            <a:endParaRPr lang="nl-NL" sz="2000" b="0" strike="noStrike" spc="-1" dirty="0">
              <a:solidFill>
                <a:srgbClr val="000000"/>
              </a:solidFill>
              <a:latin typeface="Arial"/>
            </a:endParaRPr>
          </a:p>
        </p:txBody>
      </p:sp>
      <p:pic>
        <p:nvPicPr>
          <p:cNvPr id="293" name="Afbeelding 10"/>
          <p:cNvPicPr/>
          <p:nvPr/>
        </p:nvPicPr>
        <p:blipFill>
          <a:blip r:embed="rId2"/>
          <a:stretch/>
        </p:blipFill>
        <p:spPr>
          <a:xfrm>
            <a:off x="5548320" y="1332000"/>
            <a:ext cx="3333240" cy="4533480"/>
          </a:xfrm>
          <a:prstGeom prst="rect">
            <a:avLst/>
          </a:prstGeom>
          <a:ln>
            <a:noFill/>
          </a:ln>
        </p:spPr>
      </p:pic>
      <p:sp>
        <p:nvSpPr>
          <p:cNvPr id="294" name="CustomShape 4"/>
          <p:cNvSpPr/>
          <p:nvPr/>
        </p:nvSpPr>
        <p:spPr>
          <a:xfrm>
            <a:off x="6119640" y="1585800"/>
            <a:ext cx="2355480" cy="502920"/>
          </a:xfrm>
          <a:prstGeom prst="rect">
            <a:avLst/>
          </a:prstGeom>
          <a:solidFill>
            <a:schemeClr val="accent1">
              <a:lumMod val="20000"/>
              <a:lumOff val="80000"/>
              <a:alpha val="30000"/>
            </a:schemeClr>
          </a:solidFill>
          <a:ln>
            <a:round/>
          </a:ln>
        </p:spPr>
        <p:style>
          <a:lnRef idx="2">
            <a:schemeClr val="accent1">
              <a:shade val="50000"/>
            </a:schemeClr>
          </a:lnRef>
          <a:fillRef idx="1">
            <a:schemeClr val="accent1"/>
          </a:fillRef>
          <a:effectRef idx="0">
            <a:schemeClr val="accent1"/>
          </a:effectRef>
          <a:fontRef idx="minor"/>
        </p:style>
      </p:sp>
      <p:sp>
        <p:nvSpPr>
          <p:cNvPr id="295" name="CustomShape 5"/>
          <p:cNvSpPr/>
          <p:nvPr/>
        </p:nvSpPr>
        <p:spPr>
          <a:xfrm>
            <a:off x="5548320" y="59468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1</a:t>
            </a:r>
            <a:endParaRPr lang="nl-NL" sz="1400" b="0" strike="noStrike" spc="-1">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93F45DF7-4DE0-40A4-9145-3FA3356C409F}" type="slidenum">
              <a:rPr lang="nl-NL" sz="1000" b="0" strike="noStrike" spc="-1">
                <a:solidFill>
                  <a:srgbClr val="FFFFFF"/>
                </a:solidFill>
                <a:latin typeface="Arial"/>
                <a:ea typeface="ＭＳ Ｐゴシック"/>
              </a:rPr>
              <a:t>4</a:t>
            </a:fld>
            <a:endParaRPr lang="nl-NL" sz="1000" b="0" strike="noStrike" spc="-1">
              <a:latin typeface="Calibri"/>
            </a:endParaRPr>
          </a:p>
        </p:txBody>
      </p:sp>
      <p:sp>
        <p:nvSpPr>
          <p:cNvPr id="484" name="TextShape 2"/>
          <p:cNvSpPr txBox="1"/>
          <p:nvPr/>
        </p:nvSpPr>
        <p:spPr>
          <a:xfrm>
            <a:off x="488880" y="550800"/>
            <a:ext cx="8229240" cy="1142640"/>
          </a:xfrm>
          <a:prstGeom prst="rect">
            <a:avLst/>
          </a:prstGeom>
          <a:noFill/>
          <a:ln>
            <a:noFill/>
          </a:ln>
        </p:spPr>
        <p:txBody>
          <a:bodyPr anchor="ctr">
            <a:noAutofit/>
          </a:bodyPr>
          <a:lstStyle/>
          <a:p>
            <a:pPr>
              <a:lnSpc>
                <a:spcPct val="100000"/>
              </a:lnSpc>
            </a:pPr>
            <a:r>
              <a:rPr lang="en-US" sz="2800" b="0" strike="noStrike" spc="-1" dirty="0" err="1">
                <a:solidFill>
                  <a:srgbClr val="25167A"/>
                </a:solidFill>
                <a:latin typeface="Arial"/>
                <a:ea typeface="ＭＳ Ｐゴシック"/>
              </a:rPr>
              <a:t>Vorige</a:t>
            </a:r>
            <a:r>
              <a:rPr lang="en-US" sz="2800" b="0" strike="noStrike" spc="-1" dirty="0">
                <a:solidFill>
                  <a:srgbClr val="25167A"/>
                </a:solidFill>
                <a:latin typeface="Arial"/>
                <a:ea typeface="ＭＳ Ｐゴシック"/>
              </a:rPr>
              <a:t> week: </a:t>
            </a:r>
            <a:r>
              <a:rPr lang="en-US" sz="2800" b="0" strike="noStrike" spc="-1" dirty="0" err="1">
                <a:solidFill>
                  <a:srgbClr val="25167A"/>
                </a:solidFill>
                <a:latin typeface="Arial"/>
                <a:ea typeface="ＭＳ Ｐゴシック"/>
              </a:rPr>
              <a:t>DNSSec</a:t>
            </a:r>
            <a:endParaRPr lang="nl-NL" sz="2800" b="0" strike="noStrike" spc="-1" dirty="0">
              <a:solidFill>
                <a:srgbClr val="000000"/>
              </a:solidFill>
              <a:latin typeface="Arial"/>
            </a:endParaRPr>
          </a:p>
        </p:txBody>
      </p:sp>
      <p:sp>
        <p:nvSpPr>
          <p:cNvPr id="485" name="TextShape 3"/>
          <p:cNvSpPr txBox="1"/>
          <p:nvPr/>
        </p:nvSpPr>
        <p:spPr>
          <a:xfrm>
            <a:off x="557280" y="1832760"/>
            <a:ext cx="3807720" cy="4538160"/>
          </a:xfrm>
          <a:prstGeom prst="rect">
            <a:avLst/>
          </a:prstGeom>
          <a:noFill/>
          <a:ln>
            <a:noFill/>
          </a:ln>
        </p:spPr>
        <p:txBody>
          <a:bodyPr>
            <a:noAutofit/>
          </a:bodyPr>
          <a:lstStyle/>
          <a:p>
            <a:pPr marL="343080" indent="-342720">
              <a:lnSpc>
                <a:spcPct val="100000"/>
              </a:lnSpc>
              <a:spcBef>
                <a:spcPts val="479"/>
              </a:spcBef>
              <a:buClr>
                <a:srgbClr val="000000"/>
              </a:buClr>
              <a:buFont typeface="Arial"/>
              <a:buChar char="•"/>
            </a:pPr>
            <a:r>
              <a:rPr lang="en-US" sz="2400" b="0" i="1" strike="noStrike" spc="-1" dirty="0" err="1">
                <a:solidFill>
                  <a:srgbClr val="000000"/>
                </a:solidFill>
                <a:latin typeface="Arial"/>
                <a:ea typeface="ＭＳ Ｐゴシック"/>
              </a:rPr>
              <a:t>DNSSec</a:t>
            </a:r>
            <a:r>
              <a:rPr lang="en-US" sz="2400" b="0" i="1" strike="noStrike" spc="-1" dirty="0">
                <a:solidFill>
                  <a:srgbClr val="000000"/>
                </a:solidFill>
                <a:latin typeface="Arial"/>
                <a:ea typeface="ＭＳ Ｐゴシック"/>
              </a:rPr>
              <a:t> </a:t>
            </a:r>
            <a:r>
              <a:rPr lang="en-US" sz="2400" b="0" strike="noStrike" spc="-1" dirty="0">
                <a:solidFill>
                  <a:srgbClr val="000000"/>
                </a:solidFill>
                <a:latin typeface="Arial"/>
                <a:ea typeface="ＭＳ Ｐゴシック"/>
              </a:rPr>
              <a:t>signs DNS records, using public/private key cryptography</a:t>
            </a:r>
            <a:endParaRPr lang="nl-NL" sz="2400" b="0" strike="noStrike" spc="-1" dirty="0">
              <a:solidFill>
                <a:srgbClr val="000000"/>
              </a:solidFill>
              <a:latin typeface="Arial"/>
            </a:endParaRPr>
          </a:p>
          <a:p>
            <a:pPr marL="343080" indent="-342720">
              <a:lnSpc>
                <a:spcPct val="100000"/>
              </a:lnSpc>
              <a:spcBef>
                <a:spcPts val="479"/>
              </a:spcBef>
              <a:buClr>
                <a:srgbClr val="000000"/>
              </a:buClr>
              <a:buFont typeface="Arial"/>
              <a:buChar char="•"/>
            </a:pPr>
            <a:r>
              <a:rPr lang="en-US" sz="2400" b="0" strike="noStrike" spc="-1" dirty="0">
                <a:solidFill>
                  <a:srgbClr val="000000"/>
                </a:solidFill>
                <a:latin typeface="Arial"/>
                <a:ea typeface="ＭＳ Ｐゴシック"/>
              </a:rPr>
              <a:t>This provides authentication (but not confidentiality)</a:t>
            </a:r>
            <a:endParaRPr lang="nl-NL" sz="2400" b="0" strike="noStrike" spc="-1" dirty="0">
              <a:solidFill>
                <a:srgbClr val="000000"/>
              </a:solidFill>
              <a:latin typeface="Arial"/>
            </a:endParaRPr>
          </a:p>
          <a:p>
            <a:pPr marL="343080" indent="-342720">
              <a:lnSpc>
                <a:spcPct val="100000"/>
              </a:lnSpc>
              <a:spcBef>
                <a:spcPts val="479"/>
              </a:spcBef>
              <a:buClr>
                <a:srgbClr val="000000"/>
              </a:buClr>
              <a:buFont typeface="Arial"/>
              <a:buChar char="•"/>
            </a:pPr>
            <a:r>
              <a:rPr lang="en-US" sz="2400" b="0" strike="noStrike" spc="-1" dirty="0">
                <a:solidFill>
                  <a:srgbClr val="000000"/>
                </a:solidFill>
                <a:latin typeface="Arial"/>
                <a:ea typeface="ＭＳ Ｐゴシック"/>
              </a:rPr>
              <a:t>Similar to website certificates</a:t>
            </a:r>
            <a:endParaRPr lang="nl-NL" sz="2400" b="0" strike="noStrike" spc="-1" dirty="0">
              <a:solidFill>
                <a:srgbClr val="000000"/>
              </a:solidFill>
              <a:latin typeface="Arial"/>
            </a:endParaRPr>
          </a:p>
        </p:txBody>
      </p:sp>
      <p:pic>
        <p:nvPicPr>
          <p:cNvPr id="486" name="Picture 4" descr="underline_base"/>
          <p:cNvPicPr/>
          <p:nvPr/>
        </p:nvPicPr>
        <p:blipFill>
          <a:blip r:embed="rId2"/>
          <a:stretch/>
        </p:blipFill>
        <p:spPr>
          <a:xfrm>
            <a:off x="488880" y="1434240"/>
            <a:ext cx="1819080" cy="172800"/>
          </a:xfrm>
          <a:prstGeom prst="rect">
            <a:avLst/>
          </a:prstGeom>
          <a:ln>
            <a:noFill/>
          </a:ln>
        </p:spPr>
      </p:pic>
      <p:pic>
        <p:nvPicPr>
          <p:cNvPr id="487" name="Picture 2" descr="Hoe werkt DNSSEC? / How does DNSSEC work? "/>
          <p:cNvPicPr/>
          <p:nvPr/>
        </p:nvPicPr>
        <p:blipFill>
          <a:blip r:embed="rId3"/>
          <a:stretch/>
        </p:blipFill>
        <p:spPr>
          <a:xfrm>
            <a:off x="4778640" y="1832760"/>
            <a:ext cx="4247640" cy="3152520"/>
          </a:xfrm>
          <a:prstGeom prst="rect">
            <a:avLst/>
          </a:prstGeom>
          <a:ln>
            <a:noFill/>
          </a:ln>
        </p:spPr>
      </p:pic>
      <p:sp>
        <p:nvSpPr>
          <p:cNvPr id="488" name="CustomShape 4"/>
          <p:cNvSpPr/>
          <p:nvPr/>
        </p:nvSpPr>
        <p:spPr>
          <a:xfrm>
            <a:off x="8041680" y="497052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19</a:t>
            </a:r>
            <a:endParaRPr lang="nl-NL" sz="1400" b="0" strike="noStrike" spc="-1">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en-US" sz="2800" b="0" strike="noStrike" spc="-1" dirty="0" err="1">
                <a:solidFill>
                  <a:srgbClr val="25167A"/>
                </a:solidFill>
                <a:latin typeface="Arial"/>
              </a:rPr>
              <a:t>Vorige</a:t>
            </a:r>
            <a:r>
              <a:rPr lang="en-US" sz="2800" b="0" strike="noStrike" spc="-1" dirty="0">
                <a:solidFill>
                  <a:srgbClr val="25167A"/>
                </a:solidFill>
                <a:latin typeface="Arial"/>
              </a:rPr>
              <a:t> week: Routing</a:t>
            </a:r>
            <a:endParaRPr lang="nl-NL" sz="2800" b="0" strike="noStrike" spc="-1" dirty="0">
              <a:solidFill>
                <a:srgbClr val="000000"/>
              </a:solidFill>
              <a:latin typeface="Arial"/>
            </a:endParaRPr>
          </a:p>
        </p:txBody>
      </p:sp>
      <p:sp>
        <p:nvSpPr>
          <p:cNvPr id="490" name="TextShape 2"/>
          <p:cNvSpPr txBox="1"/>
          <p:nvPr/>
        </p:nvSpPr>
        <p:spPr>
          <a:xfrm>
            <a:off x="457200" y="2087640"/>
            <a:ext cx="4547880" cy="4038120"/>
          </a:xfrm>
          <a:prstGeom prst="rect">
            <a:avLst/>
          </a:prstGeom>
          <a:noFill/>
          <a:ln>
            <a:noFill/>
          </a:ln>
        </p:spPr>
        <p:txBody>
          <a:bodyPr>
            <a:noAutofit/>
          </a:bodyPr>
          <a:lstStyle/>
          <a:p>
            <a:pPr>
              <a:lnSpc>
                <a:spcPct val="100000"/>
              </a:lnSpc>
              <a:spcBef>
                <a:spcPts val="400"/>
              </a:spcBef>
              <a:tabLst>
                <a:tab pos="0" algn="l"/>
              </a:tabLst>
            </a:pPr>
            <a:r>
              <a:rPr lang="nl-NL" sz="2000" b="0" strike="noStrike" spc="-1" dirty="0">
                <a:solidFill>
                  <a:srgbClr val="000000"/>
                </a:solidFill>
                <a:latin typeface="Arial"/>
              </a:rPr>
              <a:t>Reminder: routing &amp; </a:t>
            </a:r>
            <a:r>
              <a:rPr lang="nl-NL" sz="2000" b="0" strike="noStrike" spc="-1" dirty="0" err="1">
                <a:solidFill>
                  <a:srgbClr val="000000"/>
                </a:solidFill>
                <a:latin typeface="Arial"/>
              </a:rPr>
              <a:t>forwarding</a:t>
            </a:r>
            <a:endParaRPr lang="nl-NL" sz="2000" b="0" strike="noStrike" spc="-1" dirty="0">
              <a:solidFill>
                <a:srgbClr val="000000"/>
              </a:solidFill>
              <a:latin typeface="Arial"/>
            </a:endParaRPr>
          </a:p>
          <a:p>
            <a:pPr>
              <a:lnSpc>
                <a:spcPct val="100000"/>
              </a:lnSpc>
              <a:spcBef>
                <a:spcPts val="400"/>
              </a:spcBef>
              <a:tabLst>
                <a:tab pos="0" algn="l"/>
              </a:tabLst>
            </a:pPr>
            <a:r>
              <a:rPr lang="nl-NL" sz="2000" b="0" strike="noStrike" spc="-1" dirty="0">
                <a:solidFill>
                  <a:srgbClr val="000000"/>
                </a:solidFill>
                <a:latin typeface="Arial"/>
              </a:rPr>
              <a:t>Routing </a:t>
            </a:r>
            <a:r>
              <a:rPr lang="nl-NL" sz="2000" b="0" strike="noStrike" spc="-1" dirty="0" err="1">
                <a:solidFill>
                  <a:srgbClr val="000000"/>
                </a:solidFill>
                <a:latin typeface="Arial"/>
              </a:rPr>
              <a:t>algorithms</a:t>
            </a:r>
            <a:endParaRPr lang="nl-NL" sz="2000" b="0" strike="noStrike" spc="-1" dirty="0">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nl-NL" sz="1800" b="0" strike="noStrike" spc="-1" dirty="0">
                <a:solidFill>
                  <a:srgbClr val="000000"/>
                </a:solidFill>
                <a:latin typeface="Arial"/>
              </a:rPr>
              <a:t>Link State – </a:t>
            </a:r>
            <a:r>
              <a:rPr lang="nl-NL" sz="1800" b="0" strike="noStrike" spc="-1" dirty="0" err="1">
                <a:solidFill>
                  <a:srgbClr val="FF0000"/>
                </a:solidFill>
                <a:latin typeface="Arial"/>
              </a:rPr>
              <a:t>all</a:t>
            </a:r>
            <a:r>
              <a:rPr lang="nl-NL" sz="1800" b="0" strike="noStrike" spc="-1" dirty="0">
                <a:solidFill>
                  <a:srgbClr val="FF0000"/>
                </a:solidFill>
                <a:latin typeface="Arial"/>
              </a:rPr>
              <a:t> nodes have complete view of </a:t>
            </a:r>
            <a:r>
              <a:rPr lang="nl-NL" sz="1800" b="0" strike="noStrike" spc="-1" dirty="0" err="1">
                <a:solidFill>
                  <a:srgbClr val="FF0000"/>
                </a:solidFill>
                <a:latin typeface="Arial"/>
              </a:rPr>
              <a:t>network</a:t>
            </a:r>
            <a:endParaRPr lang="nl-NL" sz="1800" b="0" strike="noStrike" spc="-1" dirty="0">
              <a:solidFill>
                <a:srgbClr val="FF0000"/>
              </a:solidFill>
              <a:latin typeface="Arial"/>
            </a:endParaRPr>
          </a:p>
          <a:p>
            <a:pPr marL="628560" lvl="1" indent="-285480">
              <a:lnSpc>
                <a:spcPct val="100000"/>
              </a:lnSpc>
              <a:spcBef>
                <a:spcPts val="360"/>
              </a:spcBef>
              <a:buClr>
                <a:srgbClr val="000000"/>
              </a:buClr>
              <a:buFont typeface="Arial"/>
              <a:buChar char="•"/>
              <a:tabLst>
                <a:tab pos="0" algn="l"/>
              </a:tabLst>
            </a:pPr>
            <a:r>
              <a:rPr lang="nl-NL" sz="1800" b="0" strike="noStrike" spc="-1" dirty="0" err="1">
                <a:solidFill>
                  <a:srgbClr val="000000"/>
                </a:solidFill>
                <a:latin typeface="Arial"/>
              </a:rPr>
              <a:t>Distance</a:t>
            </a:r>
            <a:r>
              <a:rPr lang="nl-NL" sz="1800" b="0" strike="noStrike" spc="-1" dirty="0">
                <a:solidFill>
                  <a:srgbClr val="000000"/>
                </a:solidFill>
                <a:latin typeface="Arial"/>
              </a:rPr>
              <a:t> Vector – </a:t>
            </a:r>
            <a:r>
              <a:rPr lang="nl-NL" sz="1800" b="0" strike="noStrike" spc="-1" dirty="0">
                <a:solidFill>
                  <a:srgbClr val="FF0000"/>
                </a:solidFill>
                <a:latin typeface="Arial"/>
              </a:rPr>
              <a:t>node </a:t>
            </a:r>
            <a:r>
              <a:rPr lang="nl-NL" sz="1800" b="0" strike="noStrike" spc="-1" dirty="0" err="1">
                <a:solidFill>
                  <a:srgbClr val="FF0000"/>
                </a:solidFill>
                <a:latin typeface="Arial"/>
              </a:rPr>
              <a:t>talks</a:t>
            </a:r>
            <a:r>
              <a:rPr lang="nl-NL" sz="1800" b="0" strike="noStrike" spc="-1" dirty="0">
                <a:solidFill>
                  <a:srgbClr val="FF0000"/>
                </a:solidFill>
                <a:latin typeface="Arial"/>
              </a:rPr>
              <a:t> </a:t>
            </a:r>
            <a:r>
              <a:rPr lang="nl-NL" sz="1800" b="0" strike="noStrike" spc="-1" dirty="0" err="1">
                <a:solidFill>
                  <a:srgbClr val="FF0000"/>
                </a:solidFill>
                <a:latin typeface="Arial"/>
              </a:rPr>
              <a:t>only</a:t>
            </a:r>
            <a:r>
              <a:rPr lang="nl-NL" sz="1800" b="0" strike="noStrike" spc="-1" dirty="0">
                <a:solidFill>
                  <a:srgbClr val="FF0000"/>
                </a:solidFill>
                <a:latin typeface="Arial"/>
              </a:rPr>
              <a:t> to </a:t>
            </a:r>
            <a:r>
              <a:rPr lang="nl-NL" sz="1800" b="0" strike="noStrike" spc="-1" dirty="0" err="1">
                <a:solidFill>
                  <a:srgbClr val="FF0000"/>
                </a:solidFill>
                <a:latin typeface="Arial"/>
              </a:rPr>
              <a:t>neighbours</a:t>
            </a:r>
            <a:endParaRPr lang="nl-NL" sz="1800" b="0" strike="noStrike" spc="-1" dirty="0">
              <a:solidFill>
                <a:srgbClr val="FF0000"/>
              </a:solidFill>
              <a:latin typeface="Arial"/>
            </a:endParaRPr>
          </a:p>
          <a:p>
            <a:pPr>
              <a:lnSpc>
                <a:spcPct val="100000"/>
              </a:lnSpc>
              <a:spcBef>
                <a:spcPts val="400"/>
              </a:spcBef>
              <a:tabLst>
                <a:tab pos="0" algn="l"/>
              </a:tabLst>
            </a:pPr>
            <a:r>
              <a:rPr lang="nl-NL" sz="2000" b="0" strike="noStrike" spc="-1" dirty="0">
                <a:solidFill>
                  <a:srgbClr val="000000"/>
                </a:solidFill>
                <a:latin typeface="Arial"/>
              </a:rPr>
              <a:t>Routing </a:t>
            </a:r>
            <a:r>
              <a:rPr lang="nl-NL" sz="2000" b="0" strike="noStrike" spc="-1" dirty="0" err="1">
                <a:solidFill>
                  <a:srgbClr val="000000"/>
                </a:solidFill>
                <a:latin typeface="Arial"/>
              </a:rPr>
              <a:t>and</a:t>
            </a:r>
            <a:r>
              <a:rPr lang="nl-NL" sz="2000" b="0" strike="noStrike" spc="-1" dirty="0">
                <a:solidFill>
                  <a:srgbClr val="000000"/>
                </a:solidFill>
                <a:latin typeface="Arial"/>
              </a:rPr>
              <a:t> </a:t>
            </a:r>
            <a:r>
              <a:rPr lang="nl-NL" sz="2000" b="0" strike="noStrike" spc="-1" dirty="0" err="1">
                <a:solidFill>
                  <a:srgbClr val="000000"/>
                </a:solidFill>
                <a:latin typeface="Arial"/>
              </a:rPr>
              <a:t>Autonomous</a:t>
            </a:r>
            <a:r>
              <a:rPr lang="nl-NL" sz="2000" b="0" strike="noStrike" spc="-1" dirty="0">
                <a:solidFill>
                  <a:srgbClr val="000000"/>
                </a:solidFill>
                <a:latin typeface="Arial"/>
              </a:rPr>
              <a:t> Systems</a:t>
            </a:r>
          </a:p>
          <a:p>
            <a:pPr>
              <a:lnSpc>
                <a:spcPct val="100000"/>
              </a:lnSpc>
              <a:spcBef>
                <a:spcPts val="400"/>
              </a:spcBef>
              <a:tabLst>
                <a:tab pos="0" algn="l"/>
              </a:tabLst>
            </a:pPr>
            <a:r>
              <a:rPr lang="nl-NL" sz="2000" b="0" strike="noStrike" spc="-1" dirty="0">
                <a:solidFill>
                  <a:srgbClr val="000000"/>
                </a:solidFill>
                <a:latin typeface="Arial"/>
              </a:rPr>
              <a:t>Routing </a:t>
            </a:r>
            <a:r>
              <a:rPr lang="nl-NL" sz="2000" b="0" strike="noStrike" spc="-1" dirty="0" err="1">
                <a:solidFill>
                  <a:srgbClr val="000000"/>
                </a:solidFill>
                <a:latin typeface="Arial"/>
              </a:rPr>
              <a:t>Protocols</a:t>
            </a:r>
            <a:endParaRPr lang="nl-NL" sz="2000" b="0" strike="noStrike" spc="-1" dirty="0">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nl-NL" sz="1800" b="0" strike="noStrike" spc="-1" dirty="0">
                <a:solidFill>
                  <a:srgbClr val="000000"/>
                </a:solidFill>
                <a:latin typeface="Arial"/>
              </a:rPr>
              <a:t>Intra-AS Routing: OSPF (</a:t>
            </a:r>
            <a:r>
              <a:rPr lang="nl-NL" spc="-1" dirty="0">
                <a:solidFill>
                  <a:srgbClr val="FF0000"/>
                </a:solidFill>
                <a:latin typeface="Arial"/>
              </a:rPr>
              <a:t>Li</a:t>
            </a:r>
            <a:r>
              <a:rPr lang="nl-NL" sz="1800" b="0" strike="noStrike" spc="-1" dirty="0">
                <a:solidFill>
                  <a:srgbClr val="FF0000"/>
                </a:solidFill>
                <a:latin typeface="Arial"/>
              </a:rPr>
              <a:t>nk State</a:t>
            </a:r>
            <a:r>
              <a:rPr lang="nl-NL" sz="1800" b="0" strike="noStrike" spc="-1" dirty="0">
                <a:solidFill>
                  <a:srgbClr val="000000"/>
                </a:solidFill>
                <a:latin typeface="Arial"/>
              </a:rPr>
              <a:t>)</a:t>
            </a:r>
          </a:p>
          <a:p>
            <a:pPr marL="628560" lvl="1" indent="-285480">
              <a:lnSpc>
                <a:spcPct val="100000"/>
              </a:lnSpc>
              <a:spcBef>
                <a:spcPts val="360"/>
              </a:spcBef>
              <a:buClr>
                <a:srgbClr val="000000"/>
              </a:buClr>
              <a:buFont typeface="Arial"/>
              <a:buChar char="•"/>
              <a:tabLst>
                <a:tab pos="0" algn="l"/>
              </a:tabLst>
            </a:pPr>
            <a:r>
              <a:rPr lang="nl-NL" sz="1800" b="0" strike="noStrike" spc="-1" dirty="0" err="1">
                <a:solidFill>
                  <a:srgbClr val="000000"/>
                </a:solidFill>
                <a:latin typeface="Arial"/>
              </a:rPr>
              <a:t>Inter</a:t>
            </a:r>
            <a:r>
              <a:rPr lang="nl-NL" sz="1800" b="0" strike="noStrike" spc="-1" dirty="0">
                <a:solidFill>
                  <a:srgbClr val="000000"/>
                </a:solidFill>
                <a:latin typeface="Arial"/>
              </a:rPr>
              <a:t>-AS Routing: BGP </a:t>
            </a:r>
            <a:r>
              <a:rPr lang="nl-NL" sz="1800" b="0" strike="noStrike" spc="-1" dirty="0">
                <a:solidFill>
                  <a:srgbClr val="FF0000"/>
                </a:solidFill>
                <a:latin typeface="Arial"/>
              </a:rPr>
              <a:t>(</a:t>
            </a:r>
            <a:r>
              <a:rPr lang="nl-NL" spc="-1" dirty="0" err="1">
                <a:solidFill>
                  <a:srgbClr val="FF0000"/>
                </a:solidFill>
                <a:latin typeface="Arial"/>
              </a:rPr>
              <a:t>D</a:t>
            </a:r>
            <a:r>
              <a:rPr lang="nl-NL" sz="1800" b="0" strike="noStrike" spc="-1" dirty="0" err="1">
                <a:solidFill>
                  <a:srgbClr val="FF0000"/>
                </a:solidFill>
                <a:latin typeface="Arial"/>
              </a:rPr>
              <a:t>istance</a:t>
            </a:r>
            <a:r>
              <a:rPr lang="nl-NL" sz="1800" b="0" strike="noStrike" spc="-1" dirty="0">
                <a:solidFill>
                  <a:srgbClr val="FF0000"/>
                </a:solidFill>
                <a:latin typeface="Arial"/>
              </a:rPr>
              <a:t> Vector)</a:t>
            </a:r>
          </a:p>
          <a:p>
            <a:pPr>
              <a:lnSpc>
                <a:spcPct val="100000"/>
              </a:lnSpc>
              <a:spcBef>
                <a:spcPts val="400"/>
              </a:spcBef>
              <a:tabLst>
                <a:tab pos="0" algn="l"/>
              </a:tabLst>
            </a:pPr>
            <a:r>
              <a:rPr lang="nl-NL" sz="2000" b="0" strike="noStrike" spc="-1" dirty="0">
                <a:solidFill>
                  <a:srgbClr val="000000"/>
                </a:solidFill>
                <a:latin typeface="Arial"/>
              </a:rPr>
              <a:t>BGP </a:t>
            </a:r>
            <a:r>
              <a:rPr lang="nl-NL" sz="2000" b="0" strike="noStrike" spc="-1" dirty="0" err="1">
                <a:solidFill>
                  <a:srgbClr val="000000"/>
                </a:solidFill>
                <a:latin typeface="Arial"/>
              </a:rPr>
              <a:t>hijacking</a:t>
            </a:r>
            <a:endParaRPr lang="nl-NL" sz="2000" b="0" strike="noStrike" spc="-1" dirty="0">
              <a:solidFill>
                <a:srgbClr val="000000"/>
              </a:solidFill>
              <a:latin typeface="Arial"/>
            </a:endParaRPr>
          </a:p>
          <a:p>
            <a:pPr marL="343080">
              <a:lnSpc>
                <a:spcPct val="100000"/>
              </a:lnSpc>
              <a:spcBef>
                <a:spcPts val="360"/>
              </a:spcBef>
              <a:tabLst>
                <a:tab pos="0" algn="l"/>
              </a:tabLst>
            </a:pPr>
            <a:endParaRPr lang="nl-NL" sz="2000" b="0" strike="noStrike" spc="-1" dirty="0">
              <a:solidFill>
                <a:srgbClr val="000000"/>
              </a:solidFill>
              <a:latin typeface="Arial"/>
            </a:endParaRPr>
          </a:p>
          <a:p>
            <a:endParaRPr lang="nl-NL" sz="2000" b="0" strike="noStrike" spc="-1" dirty="0">
              <a:solidFill>
                <a:srgbClr val="000000"/>
              </a:solidFill>
              <a:latin typeface="Arial"/>
            </a:endParaRPr>
          </a:p>
          <a:p>
            <a:pPr>
              <a:lnSpc>
                <a:spcPct val="100000"/>
              </a:lnSpc>
              <a:spcBef>
                <a:spcPts val="320"/>
              </a:spcBef>
              <a:tabLst>
                <a:tab pos="0" algn="l"/>
              </a:tabLst>
            </a:pPr>
            <a:endParaRPr lang="nl-NL" sz="2000" b="0" strike="noStrike" spc="-1" dirty="0">
              <a:solidFill>
                <a:srgbClr val="000000"/>
              </a:solidFill>
              <a:latin typeface="Arial"/>
            </a:endParaRPr>
          </a:p>
        </p:txBody>
      </p:sp>
      <p:sp>
        <p:nvSpPr>
          <p:cNvPr id="491"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FFE37204-87C7-4593-9778-D873ED99745B}" type="slidenum">
              <a:rPr lang="nl-NL" sz="1000" b="0" strike="noStrike" spc="-1">
                <a:solidFill>
                  <a:srgbClr val="FFFFFF"/>
                </a:solidFill>
                <a:latin typeface="Arial"/>
                <a:ea typeface="ＭＳ Ｐゴシック"/>
              </a:rPr>
              <a:t>5</a:t>
            </a:fld>
            <a:endParaRPr lang="nl-NL" sz="1000" b="0" strike="noStrike" spc="-1">
              <a:latin typeface="Calibri"/>
            </a:endParaRPr>
          </a:p>
        </p:txBody>
      </p:sp>
      <p:pic>
        <p:nvPicPr>
          <p:cNvPr id="492" name="Afbeelding 11"/>
          <p:cNvPicPr/>
          <p:nvPr/>
        </p:nvPicPr>
        <p:blipFill>
          <a:blip r:embed="rId2"/>
          <a:stretch/>
        </p:blipFill>
        <p:spPr>
          <a:xfrm>
            <a:off x="5548320" y="1332000"/>
            <a:ext cx="3333240" cy="4533480"/>
          </a:xfrm>
          <a:prstGeom prst="rect">
            <a:avLst/>
          </a:prstGeom>
          <a:ln>
            <a:noFill/>
          </a:ln>
        </p:spPr>
      </p:pic>
      <p:sp>
        <p:nvSpPr>
          <p:cNvPr id="493" name="CustomShape 4"/>
          <p:cNvSpPr/>
          <p:nvPr/>
        </p:nvSpPr>
        <p:spPr>
          <a:xfrm>
            <a:off x="6119640" y="2941560"/>
            <a:ext cx="2355480" cy="502920"/>
          </a:xfrm>
          <a:prstGeom prst="rect">
            <a:avLst/>
          </a:prstGeom>
          <a:solidFill>
            <a:schemeClr val="accent1">
              <a:lumMod val="20000"/>
              <a:lumOff val="80000"/>
              <a:alpha val="30000"/>
            </a:schemeClr>
          </a:solidFill>
          <a:ln>
            <a:round/>
          </a:ln>
        </p:spPr>
        <p:style>
          <a:lnRef idx="2">
            <a:schemeClr val="accent1">
              <a:shade val="50000"/>
            </a:schemeClr>
          </a:lnRef>
          <a:fillRef idx="1">
            <a:schemeClr val="accent1"/>
          </a:fillRef>
          <a:effectRef idx="0">
            <a:schemeClr val="accent1"/>
          </a:effectRef>
          <a:fontRef idx="minor"/>
        </p:style>
      </p:sp>
      <p:sp>
        <p:nvSpPr>
          <p:cNvPr id="494" name="CustomShape 5"/>
          <p:cNvSpPr/>
          <p:nvPr/>
        </p:nvSpPr>
        <p:spPr>
          <a:xfrm>
            <a:off x="5548320" y="59720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1</a:t>
            </a:r>
            <a:endParaRPr lang="nl-NL" sz="1400" b="0" strike="noStrike" spc="-1">
              <a:latin typeface="Calibri"/>
            </a:endParaRPr>
          </a:p>
        </p:txBody>
      </p:sp>
      <p:pic>
        <p:nvPicPr>
          <p:cNvPr id="495" name="Picture 9" descr="underline_base"/>
          <p:cNvPicPr/>
          <p:nvPr/>
        </p:nvPicPr>
        <p:blipFill>
          <a:blip r:embed="rId3"/>
          <a:stretch/>
        </p:blipFill>
        <p:spPr>
          <a:xfrm>
            <a:off x="457200" y="1766880"/>
            <a:ext cx="1571400" cy="13932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79BF7FC4-753F-4E8E-B470-910A206D5785}" type="slidenum">
              <a:rPr lang="nl-NL" sz="1000" b="0" strike="noStrike" spc="-1">
                <a:solidFill>
                  <a:srgbClr val="FFFFFF"/>
                </a:solidFill>
                <a:latin typeface="Arial"/>
                <a:ea typeface="ＭＳ Ｐゴシック"/>
              </a:rPr>
              <a:t>6</a:t>
            </a:fld>
            <a:endParaRPr lang="nl-NL" sz="1000" b="0" strike="noStrike" spc="-1">
              <a:latin typeface="Calibri"/>
            </a:endParaRPr>
          </a:p>
        </p:txBody>
      </p:sp>
      <p:sp>
        <p:nvSpPr>
          <p:cNvPr id="1060" name="TextShape 2"/>
          <p:cNvSpPr txBox="1"/>
          <p:nvPr/>
        </p:nvSpPr>
        <p:spPr>
          <a:xfrm>
            <a:off x="457200" y="581040"/>
            <a:ext cx="8229240" cy="969840"/>
          </a:xfrm>
          <a:prstGeom prst="rect">
            <a:avLst/>
          </a:prstGeom>
          <a:noFill/>
          <a:ln>
            <a:noFill/>
          </a:ln>
        </p:spPr>
        <p:txBody>
          <a:bodyPr anchor="ctr">
            <a:noAutofit/>
          </a:bodyPr>
          <a:lstStyle/>
          <a:p>
            <a:pPr>
              <a:lnSpc>
                <a:spcPct val="100000"/>
              </a:lnSpc>
            </a:pPr>
            <a:r>
              <a:rPr lang="en-US" sz="2800" b="0" strike="noStrike" spc="-1" dirty="0" err="1">
                <a:solidFill>
                  <a:srgbClr val="25167A"/>
                </a:solidFill>
                <a:latin typeface="Arial"/>
                <a:ea typeface="ＭＳ Ｐゴシック"/>
              </a:rPr>
              <a:t>Vorige</a:t>
            </a:r>
            <a:r>
              <a:rPr lang="en-US" sz="2800" b="0" strike="noStrike" spc="-1" dirty="0">
                <a:solidFill>
                  <a:srgbClr val="25167A"/>
                </a:solidFill>
                <a:latin typeface="Arial"/>
                <a:ea typeface="ＭＳ Ｐゴシック"/>
              </a:rPr>
              <a:t> week: Autonomous </a:t>
            </a:r>
            <a:r>
              <a:rPr lang="en-US" sz="2800" spc="-1" dirty="0">
                <a:solidFill>
                  <a:srgbClr val="25167A"/>
                </a:solidFill>
                <a:latin typeface="Arial"/>
                <a:ea typeface="ＭＳ Ｐゴシック"/>
              </a:rPr>
              <a:t>S</a:t>
            </a:r>
            <a:r>
              <a:rPr lang="en-US" sz="2800" b="0" strike="noStrike" spc="-1" dirty="0">
                <a:solidFill>
                  <a:srgbClr val="25167A"/>
                </a:solidFill>
                <a:latin typeface="Arial"/>
                <a:ea typeface="ＭＳ Ｐゴシック"/>
              </a:rPr>
              <a:t>ystems</a:t>
            </a:r>
            <a:endParaRPr lang="nl-NL" sz="2800" b="0" strike="noStrike" spc="-1" dirty="0">
              <a:solidFill>
                <a:srgbClr val="000000"/>
              </a:solidFill>
              <a:latin typeface="Arial"/>
            </a:endParaRPr>
          </a:p>
        </p:txBody>
      </p:sp>
      <p:sp>
        <p:nvSpPr>
          <p:cNvPr id="1061" name="TextShape 3"/>
          <p:cNvSpPr txBox="1"/>
          <p:nvPr/>
        </p:nvSpPr>
        <p:spPr>
          <a:xfrm>
            <a:off x="5677920" y="1465200"/>
            <a:ext cx="3256200" cy="4025520"/>
          </a:xfrm>
          <a:prstGeom prst="rect">
            <a:avLst/>
          </a:prstGeom>
          <a:noFill/>
          <a:ln>
            <a:noFill/>
          </a:ln>
        </p:spPr>
        <p:txBody>
          <a:bodyPr>
            <a:noAutofit/>
          </a:bodyPr>
          <a:lstStyle/>
          <a:p>
            <a:pPr>
              <a:lnSpc>
                <a:spcPct val="100000"/>
              </a:lnSpc>
              <a:spcBef>
                <a:spcPts val="479"/>
              </a:spcBef>
              <a:tabLst>
                <a:tab pos="0" algn="l"/>
              </a:tabLst>
            </a:pPr>
            <a:r>
              <a:rPr lang="en-US" sz="2400" b="0" strike="noStrike" spc="-1" dirty="0">
                <a:solidFill>
                  <a:srgbClr val="000000"/>
                </a:solidFill>
                <a:latin typeface="Arial"/>
                <a:ea typeface="ＭＳ Ｐゴシック"/>
              </a:rPr>
              <a:t>Autonomous Systems:</a:t>
            </a:r>
            <a:endParaRPr lang="nl-NL" sz="2400" b="0" strike="noStrike" spc="-1" dirty="0">
              <a:solidFill>
                <a:srgbClr val="000000"/>
              </a:solidFill>
              <a:latin typeface="Arial"/>
            </a:endParaRPr>
          </a:p>
          <a:p>
            <a:pPr marL="343080" indent="-342720">
              <a:lnSpc>
                <a:spcPct val="100000"/>
              </a:lnSpc>
              <a:spcBef>
                <a:spcPts val="479"/>
              </a:spcBef>
              <a:buClr>
                <a:srgbClr val="000000"/>
              </a:buClr>
              <a:buFont typeface="Arial"/>
              <a:buChar char="•"/>
              <a:tabLst>
                <a:tab pos="0" algn="l"/>
              </a:tabLst>
            </a:pPr>
            <a:r>
              <a:rPr lang="en-US" sz="2400" b="0" strike="noStrike" spc="-1" dirty="0">
                <a:solidFill>
                  <a:srgbClr val="000000"/>
                </a:solidFill>
                <a:latin typeface="Arial"/>
                <a:ea typeface="ＭＳ Ｐゴシック"/>
              </a:rPr>
              <a:t>A group of routers under the same control</a:t>
            </a:r>
            <a:endParaRPr lang="nl-NL" sz="2400" b="0" strike="noStrike" spc="-1" dirty="0">
              <a:solidFill>
                <a:srgbClr val="000000"/>
              </a:solidFill>
              <a:latin typeface="Arial"/>
            </a:endParaRPr>
          </a:p>
          <a:p>
            <a:pPr marL="343080" indent="-342720">
              <a:lnSpc>
                <a:spcPct val="100000"/>
              </a:lnSpc>
              <a:spcBef>
                <a:spcPts val="479"/>
              </a:spcBef>
              <a:buClr>
                <a:srgbClr val="000000"/>
              </a:buClr>
              <a:buFont typeface="Arial"/>
              <a:buChar char="•"/>
              <a:tabLst>
                <a:tab pos="0" algn="l"/>
              </a:tabLst>
            </a:pPr>
            <a:r>
              <a:rPr lang="en-US" sz="2400" b="0" strike="noStrike" spc="-1" dirty="0">
                <a:solidFill>
                  <a:srgbClr val="000000"/>
                </a:solidFill>
                <a:latin typeface="Arial"/>
                <a:ea typeface="ＭＳ Ｐゴシック"/>
              </a:rPr>
              <a:t>Belong to (for example) a single company or ISP</a:t>
            </a:r>
            <a:endParaRPr lang="nl-NL" sz="2400" b="0" strike="noStrike" spc="-1" dirty="0">
              <a:solidFill>
                <a:srgbClr val="000000"/>
              </a:solidFill>
              <a:latin typeface="Arial"/>
            </a:endParaRPr>
          </a:p>
        </p:txBody>
      </p:sp>
      <p:pic>
        <p:nvPicPr>
          <p:cNvPr id="1062" name="Picture 4" descr="underline_base"/>
          <p:cNvPicPr/>
          <p:nvPr/>
        </p:nvPicPr>
        <p:blipFill>
          <a:blip r:embed="rId2"/>
          <a:stretch/>
        </p:blipFill>
        <p:spPr>
          <a:xfrm>
            <a:off x="268200" y="1378080"/>
            <a:ext cx="4113000" cy="172800"/>
          </a:xfrm>
          <a:prstGeom prst="rect">
            <a:avLst/>
          </a:prstGeom>
          <a:ln>
            <a:noFill/>
          </a:ln>
        </p:spPr>
      </p:pic>
      <p:sp>
        <p:nvSpPr>
          <p:cNvPr id="1063" name="CustomShape 4"/>
          <p:cNvSpPr/>
          <p:nvPr/>
        </p:nvSpPr>
        <p:spPr>
          <a:xfrm>
            <a:off x="325440" y="4937040"/>
            <a:ext cx="8492760" cy="1290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100000"/>
              </a:lnSpc>
              <a:spcBef>
                <a:spcPts val="479"/>
              </a:spcBef>
              <a:buClr>
                <a:srgbClr val="000000"/>
              </a:buClr>
              <a:buFont typeface="Arial"/>
              <a:buChar char="•"/>
            </a:pPr>
            <a:r>
              <a:rPr lang="en-US" sz="2400" b="0" strike="noStrike" spc="-1" dirty="0">
                <a:solidFill>
                  <a:srgbClr val="000000"/>
                </a:solidFill>
                <a:latin typeface="Arial"/>
                <a:ea typeface="ＭＳ Ｐゴシック"/>
              </a:rPr>
              <a:t>Intra-AS routing: routing within AS (i.e. OSPF)</a:t>
            </a:r>
            <a:endParaRPr lang="nl-NL" sz="2400" b="0" strike="noStrike" spc="-1" dirty="0">
              <a:latin typeface="Calibri"/>
            </a:endParaRPr>
          </a:p>
          <a:p>
            <a:pPr marL="343080" indent="-342720">
              <a:lnSpc>
                <a:spcPct val="100000"/>
              </a:lnSpc>
              <a:spcBef>
                <a:spcPts val="479"/>
              </a:spcBef>
              <a:buClr>
                <a:srgbClr val="000000"/>
              </a:buClr>
              <a:buFont typeface="Arial"/>
              <a:buChar char="•"/>
            </a:pPr>
            <a:r>
              <a:rPr lang="en-US" sz="2400" b="0" strike="noStrike" spc="-1" dirty="0">
                <a:solidFill>
                  <a:srgbClr val="000000"/>
                </a:solidFill>
                <a:latin typeface="Arial"/>
                <a:ea typeface="ＭＳ Ｐゴシック"/>
              </a:rPr>
              <a:t>Inter-AS routing: routing between AS’s (i.e. BGP)</a:t>
            </a:r>
            <a:endParaRPr lang="nl-NL" sz="2400" b="0" strike="noStrike" spc="-1" dirty="0">
              <a:latin typeface="Calibri"/>
            </a:endParaRPr>
          </a:p>
        </p:txBody>
      </p:sp>
      <p:pic>
        <p:nvPicPr>
          <p:cNvPr id="1064" name="Picture 2" descr="Transit AS"/>
          <p:cNvPicPr/>
          <p:nvPr/>
        </p:nvPicPr>
        <p:blipFill>
          <a:blip r:embed="rId3"/>
          <a:stretch/>
        </p:blipFill>
        <p:spPr>
          <a:xfrm>
            <a:off x="268200" y="1643040"/>
            <a:ext cx="5409720" cy="3036600"/>
          </a:xfrm>
          <a:prstGeom prst="rect">
            <a:avLst/>
          </a:prstGeom>
          <a:ln>
            <a:noFill/>
          </a:ln>
        </p:spPr>
      </p:pic>
      <p:sp>
        <p:nvSpPr>
          <p:cNvPr id="1065" name="CustomShape 5"/>
          <p:cNvSpPr/>
          <p:nvPr/>
        </p:nvSpPr>
        <p:spPr>
          <a:xfrm>
            <a:off x="4788000" y="431496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9</a:t>
            </a:r>
            <a:endParaRPr lang="nl-NL" sz="1400" b="0" strike="noStrike" spc="-1">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7B0284-A4AA-5E44-B3FF-824378910B89}"/>
              </a:ext>
            </a:extLst>
          </p:cNvPr>
          <p:cNvSpPr>
            <a:spLocks noGrp="1"/>
          </p:cNvSpPr>
          <p:nvPr>
            <p:ph type="title"/>
          </p:nvPr>
        </p:nvSpPr>
        <p:spPr/>
        <p:txBody>
          <a:bodyPr/>
          <a:lstStyle/>
          <a:p>
            <a:endParaRPr lang="nl-NL"/>
          </a:p>
        </p:txBody>
      </p:sp>
      <p:sp>
        <p:nvSpPr>
          <p:cNvPr id="3" name="Ondertitel 2">
            <a:extLst>
              <a:ext uri="{FF2B5EF4-FFF2-40B4-BE49-F238E27FC236}">
                <a16:creationId xmlns:a16="http://schemas.microsoft.com/office/drawing/2014/main" id="{0627315E-96AC-544B-A78F-BCD6990260B9}"/>
              </a:ext>
            </a:extLst>
          </p:cNvPr>
          <p:cNvSpPr>
            <a:spLocks noGrp="1"/>
          </p:cNvSpPr>
          <p:nvPr>
            <p:ph type="subTitle"/>
          </p:nvPr>
        </p:nvSpPr>
        <p:spPr>
          <a:xfrm>
            <a:off x="457200" y="2004859"/>
            <a:ext cx="8229240" cy="4038840"/>
          </a:xfrm>
        </p:spPr>
        <p:txBody>
          <a:bodyPr/>
          <a:lstStyle/>
          <a:p>
            <a:pPr marL="0" indent="0">
              <a:lnSpc>
                <a:spcPct val="100000"/>
              </a:lnSpc>
              <a:buNone/>
            </a:pPr>
            <a:r>
              <a:rPr lang="en-US" sz="2000" cap="all" spc="-1" dirty="0">
                <a:solidFill>
                  <a:srgbClr val="FF0000"/>
                </a:solidFill>
                <a:latin typeface="Gill Sans MT" panose="020B0502020104020203" pitchFamily="34" charset="77"/>
              </a:rPr>
              <a:t>Intra-AS routing: </a:t>
            </a:r>
            <a:r>
              <a:rPr lang="en-US" sz="2000" spc="-1" dirty="0">
                <a:solidFill>
                  <a:srgbClr val="FF0000"/>
                </a:solidFill>
                <a:latin typeface="Gill Sans MT" panose="020B0502020104020203" pitchFamily="34" charset="77"/>
                <a:ea typeface="ＭＳ Ｐゴシック"/>
              </a:rPr>
              <a:t>OSPF (Open Shortest Path First)</a:t>
            </a:r>
          </a:p>
          <a:p>
            <a:pPr marL="343080" indent="-342720">
              <a:lnSpc>
                <a:spcPct val="100000"/>
              </a:lnSpc>
              <a:spcBef>
                <a:spcPts val="400"/>
              </a:spcBef>
              <a:tabLst>
                <a:tab pos="0" algn="l"/>
              </a:tabLst>
            </a:pPr>
            <a:r>
              <a:rPr lang="en-US" sz="2000" spc="-1" dirty="0">
                <a:solidFill>
                  <a:srgbClr val="000000"/>
                </a:solidFill>
                <a:ea typeface="ＭＳ Ｐゴシック"/>
              </a:rPr>
              <a:t>OSPF - router advertisements flooded to </a:t>
            </a:r>
            <a:r>
              <a:rPr lang="en-US" sz="2000" i="1" spc="-1" dirty="0">
                <a:solidFill>
                  <a:srgbClr val="CC0000"/>
                </a:solidFill>
                <a:ea typeface="ＭＳ Ｐゴシック"/>
              </a:rPr>
              <a:t>entire</a:t>
            </a:r>
            <a:r>
              <a:rPr lang="en-US" sz="2000" spc="-1" dirty="0">
                <a:solidFill>
                  <a:srgbClr val="000000"/>
                </a:solidFill>
                <a:ea typeface="ＭＳ Ｐゴシック"/>
              </a:rPr>
              <a:t> AS</a:t>
            </a:r>
          </a:p>
          <a:p>
            <a:pPr marL="343080" indent="-342720">
              <a:lnSpc>
                <a:spcPct val="100000"/>
              </a:lnSpc>
              <a:spcBef>
                <a:spcPts val="400"/>
              </a:spcBef>
              <a:tabLst>
                <a:tab pos="0" algn="l"/>
              </a:tabLst>
            </a:pPr>
            <a:endParaRPr lang="nl-NL" sz="2000" spc="-1" dirty="0">
              <a:solidFill>
                <a:srgbClr val="000000"/>
              </a:solidFill>
            </a:endParaRPr>
          </a:p>
          <a:p>
            <a:pPr marL="360" indent="0">
              <a:lnSpc>
                <a:spcPct val="100000"/>
              </a:lnSpc>
              <a:spcBef>
                <a:spcPts val="400"/>
              </a:spcBef>
              <a:buNone/>
              <a:tabLst>
                <a:tab pos="0" algn="l"/>
              </a:tabLst>
            </a:pPr>
            <a:r>
              <a:rPr lang="en-US" sz="2000" cap="all" spc="-1" dirty="0" err="1">
                <a:solidFill>
                  <a:srgbClr val="FF0000"/>
                </a:solidFill>
                <a:latin typeface="Gill Sans MT" panose="020B0502020104020203" pitchFamily="34" charset="77"/>
              </a:rPr>
              <a:t>InteR</a:t>
            </a:r>
            <a:r>
              <a:rPr lang="en-US" sz="2000" cap="all" spc="-1" dirty="0">
                <a:solidFill>
                  <a:srgbClr val="FF0000"/>
                </a:solidFill>
                <a:latin typeface="Gill Sans MT" panose="020B0502020104020203" pitchFamily="34" charset="77"/>
              </a:rPr>
              <a:t>-AS routing: </a:t>
            </a:r>
            <a:r>
              <a:rPr lang="en-US" sz="2000" b="0" strike="noStrike" spc="-1" dirty="0">
                <a:solidFill>
                  <a:srgbClr val="FF0000"/>
                </a:solidFill>
                <a:latin typeface="Gill Sans MT"/>
              </a:rPr>
              <a:t>BGP (border gateway protocol): </a:t>
            </a:r>
            <a:r>
              <a:rPr lang="en-US" sz="2000" b="0" strike="noStrike" spc="-1" dirty="0">
                <a:solidFill>
                  <a:srgbClr val="000000"/>
                </a:solidFill>
                <a:latin typeface="Gill Sans MT"/>
              </a:rPr>
              <a:t>the </a:t>
            </a:r>
            <a:r>
              <a:rPr lang="en-US" sz="2000" b="0" i="1" strike="noStrike" spc="-1" dirty="0">
                <a:solidFill>
                  <a:srgbClr val="000000"/>
                </a:solidFill>
                <a:latin typeface="Gill Sans MT"/>
              </a:rPr>
              <a:t>de facto </a:t>
            </a:r>
            <a:r>
              <a:rPr lang="en-US" sz="2000" b="0" strike="noStrike" spc="-1" dirty="0">
                <a:solidFill>
                  <a:srgbClr val="000000"/>
                </a:solidFill>
                <a:latin typeface="Gill Sans MT"/>
              </a:rPr>
              <a:t>inter-domain routing protocol --&gt;</a:t>
            </a:r>
            <a:r>
              <a:rPr lang="nl-NL" sz="2000" spc="-1" dirty="0">
                <a:solidFill>
                  <a:srgbClr val="000000"/>
                </a:solidFill>
              </a:rPr>
              <a:t> </a:t>
            </a:r>
            <a:r>
              <a:rPr lang="en-US" sz="2000" b="0" strike="noStrike" spc="-1" dirty="0">
                <a:solidFill>
                  <a:srgbClr val="000000"/>
                </a:solidFill>
                <a:latin typeface="Gill Sans MT"/>
              </a:rPr>
              <a:t>“glue that holds the Internet together”</a:t>
            </a:r>
            <a:endParaRPr lang="nl-NL" sz="2000" spc="-1" dirty="0">
              <a:solidFill>
                <a:srgbClr val="000000"/>
              </a:solidFill>
            </a:endParaRPr>
          </a:p>
          <a:p>
            <a:endParaRPr lang="nl-NL" dirty="0"/>
          </a:p>
        </p:txBody>
      </p:sp>
    </p:spTree>
    <p:extLst>
      <p:ext uri="{BB962C8B-B14F-4D97-AF65-F5344CB8AC3E}">
        <p14:creationId xmlns:p14="http://schemas.microsoft.com/office/powerpoint/2010/main" val="692115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5C9A5A-8EC4-0442-B745-59391E7BDCAA}"/>
              </a:ext>
            </a:extLst>
          </p:cNvPr>
          <p:cNvSpPr>
            <a:spLocks noGrp="1"/>
          </p:cNvSpPr>
          <p:nvPr>
            <p:ph type="title"/>
          </p:nvPr>
        </p:nvSpPr>
        <p:spPr/>
        <p:txBody>
          <a:bodyPr/>
          <a:lstStyle/>
          <a:p>
            <a:r>
              <a:rPr lang="nl-NL" dirty="0"/>
              <a:t>Border Gateway </a:t>
            </a:r>
            <a:r>
              <a:rPr lang="nl-NL" dirty="0" err="1"/>
              <a:t>Patrol</a:t>
            </a:r>
            <a:r>
              <a:rPr lang="nl-NL" dirty="0"/>
              <a:t> </a:t>
            </a:r>
            <a:r>
              <a:rPr lang="nl-NL" dirty="0" err="1"/>
              <a:t>Hijacking</a:t>
            </a:r>
            <a:endParaRPr lang="nl-NL" dirty="0"/>
          </a:p>
        </p:txBody>
      </p:sp>
      <p:sp>
        <p:nvSpPr>
          <p:cNvPr id="3" name="Ondertitel 2">
            <a:extLst>
              <a:ext uri="{FF2B5EF4-FFF2-40B4-BE49-F238E27FC236}">
                <a16:creationId xmlns:a16="http://schemas.microsoft.com/office/drawing/2014/main" id="{BA9BF539-8DD7-7F4C-A444-17AA5101F706}"/>
              </a:ext>
            </a:extLst>
          </p:cNvPr>
          <p:cNvSpPr>
            <a:spLocks noGrp="1"/>
          </p:cNvSpPr>
          <p:nvPr>
            <p:ph type="subTitle"/>
          </p:nvPr>
        </p:nvSpPr>
        <p:spPr/>
        <p:txBody>
          <a:bodyPr/>
          <a:lstStyle/>
          <a:p>
            <a:pPr marL="0" indent="0">
              <a:buNone/>
            </a:pPr>
            <a:endParaRPr lang="nl-NL" dirty="0"/>
          </a:p>
        </p:txBody>
      </p:sp>
      <p:pic>
        <p:nvPicPr>
          <p:cNvPr id="4" name="Onlinemedia 3" descr="BGP Hijack Explained">
            <a:hlinkClick r:id="" action="ppaction://media"/>
            <a:extLst>
              <a:ext uri="{FF2B5EF4-FFF2-40B4-BE49-F238E27FC236}">
                <a16:creationId xmlns:a16="http://schemas.microsoft.com/office/drawing/2014/main" id="{4D3AF200-06C8-A443-9C85-E5F4E198ADDD}"/>
              </a:ext>
            </a:extLst>
          </p:cNvPr>
          <p:cNvPicPr>
            <a:picLocks noRot="1" noChangeAspect="1"/>
          </p:cNvPicPr>
          <p:nvPr>
            <a:videoFile r:link="rId1"/>
          </p:nvPr>
        </p:nvPicPr>
        <p:blipFill>
          <a:blip r:embed="rId3"/>
          <a:stretch>
            <a:fillRect/>
          </a:stretch>
        </p:blipFill>
        <p:spPr>
          <a:xfrm>
            <a:off x="959056" y="2065309"/>
            <a:ext cx="7225528" cy="4082423"/>
          </a:xfrm>
          <a:prstGeom prst="rect">
            <a:avLst/>
          </a:prstGeom>
        </p:spPr>
      </p:pic>
    </p:spTree>
    <p:extLst>
      <p:ext uri="{BB962C8B-B14F-4D97-AF65-F5344CB8AC3E}">
        <p14:creationId xmlns:p14="http://schemas.microsoft.com/office/powerpoint/2010/main" val="128710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2" name="TextShape 1"/>
          <p:cNvSpPr txBox="1"/>
          <p:nvPr/>
        </p:nvSpPr>
        <p:spPr>
          <a:xfrm>
            <a:off x="378000" y="411120"/>
            <a:ext cx="7772040" cy="1142640"/>
          </a:xfrm>
          <a:prstGeom prst="rect">
            <a:avLst/>
          </a:prstGeom>
          <a:noFill/>
          <a:ln>
            <a:noFill/>
          </a:ln>
        </p:spPr>
        <p:txBody>
          <a:bodyPr anchor="ctr">
            <a:noAutofit/>
          </a:bodyPr>
          <a:lstStyle/>
          <a:p>
            <a:pPr>
              <a:lnSpc>
                <a:spcPct val="100000"/>
              </a:lnSpc>
            </a:pPr>
            <a:r>
              <a:rPr lang="en-US" sz="3200" b="0" strike="noStrike" spc="-1">
                <a:solidFill>
                  <a:srgbClr val="25167A"/>
                </a:solidFill>
                <a:latin typeface="Arial"/>
              </a:rPr>
              <a:t>Path attributes and BGP routes</a:t>
            </a:r>
            <a:endParaRPr lang="nl-NL" sz="3200" b="0" strike="noStrike" spc="-1">
              <a:solidFill>
                <a:srgbClr val="000000"/>
              </a:solidFill>
              <a:latin typeface="Arial"/>
            </a:endParaRPr>
          </a:p>
        </p:txBody>
      </p:sp>
      <p:sp>
        <p:nvSpPr>
          <p:cNvPr id="1533" name="TextShape 2"/>
          <p:cNvSpPr txBox="1"/>
          <p:nvPr/>
        </p:nvSpPr>
        <p:spPr>
          <a:xfrm>
            <a:off x="466560" y="1422360"/>
            <a:ext cx="8246880" cy="4647960"/>
          </a:xfrm>
          <a:prstGeom prst="rect">
            <a:avLst/>
          </a:prstGeom>
          <a:noFill/>
          <a:ln>
            <a:noFill/>
          </a:ln>
        </p:spPr>
        <p:txBody>
          <a:bodyPr>
            <a:noAutofit/>
          </a:bodyPr>
          <a:lstStyle/>
          <a:p>
            <a:pPr marL="343080" indent="-342720">
              <a:lnSpc>
                <a:spcPct val="100000"/>
              </a:lnSpc>
              <a:spcBef>
                <a:spcPts val="400"/>
              </a:spcBef>
              <a:tabLst>
                <a:tab pos="0" algn="l"/>
              </a:tabLst>
            </a:pPr>
            <a:r>
              <a:rPr lang="en-US" sz="2000" b="0" strike="noStrike" spc="-1" dirty="0">
                <a:solidFill>
                  <a:srgbClr val="000000"/>
                </a:solidFill>
                <a:latin typeface="Gill Sans MT"/>
              </a:rPr>
              <a:t>advertised network prefix includes BGP attributes:</a:t>
            </a:r>
            <a:endParaRPr lang="nl-NL" sz="2000" b="0" strike="noStrike" spc="-1" dirty="0">
              <a:solidFill>
                <a:srgbClr val="000000"/>
              </a:solidFill>
              <a:latin typeface="Arial"/>
            </a:endParaRPr>
          </a:p>
          <a:p>
            <a:pPr marL="628560" lvl="1" indent="-285480">
              <a:lnSpc>
                <a:spcPct val="100000"/>
              </a:lnSpc>
              <a:spcBef>
                <a:spcPts val="400"/>
              </a:spcBef>
              <a:buClr>
                <a:srgbClr val="000090"/>
              </a:buClr>
              <a:buFont typeface="Arial"/>
              <a:buChar char="•"/>
              <a:tabLst>
                <a:tab pos="0" algn="l"/>
              </a:tabLst>
            </a:pPr>
            <a:r>
              <a:rPr lang="en-US" sz="2000" b="0" strike="noStrike" spc="-1" dirty="0">
                <a:solidFill>
                  <a:srgbClr val="000090"/>
                </a:solidFill>
                <a:latin typeface="Gill Sans MT"/>
              </a:rPr>
              <a:t>AS-PATH: </a:t>
            </a:r>
            <a:r>
              <a:rPr lang="en-US" sz="2000" b="0" strike="noStrike" spc="-1" dirty="0">
                <a:solidFill>
                  <a:srgbClr val="000000"/>
                </a:solidFill>
                <a:latin typeface="Gill Sans MT"/>
              </a:rPr>
              <a:t>list of AS-es through which prefix advertisement has passed</a:t>
            </a:r>
            <a:endParaRPr lang="nl-NL" sz="2000" b="0" strike="noStrike" spc="-1" dirty="0">
              <a:solidFill>
                <a:srgbClr val="000000"/>
              </a:solidFill>
              <a:latin typeface="Arial"/>
            </a:endParaRPr>
          </a:p>
          <a:p>
            <a:pPr marL="628560" lvl="1" indent="-285480">
              <a:lnSpc>
                <a:spcPct val="100000"/>
              </a:lnSpc>
              <a:spcBef>
                <a:spcPts val="400"/>
              </a:spcBef>
              <a:buClr>
                <a:srgbClr val="000090"/>
              </a:buClr>
              <a:buFont typeface="Arial"/>
              <a:buChar char="•"/>
              <a:tabLst>
                <a:tab pos="0" algn="l"/>
              </a:tabLst>
            </a:pPr>
            <a:r>
              <a:rPr lang="en-US" sz="2000" b="0" strike="noStrike" spc="-1" dirty="0">
                <a:solidFill>
                  <a:srgbClr val="000090"/>
                </a:solidFill>
                <a:latin typeface="Gill Sans MT"/>
              </a:rPr>
              <a:t>NEXT-HOP</a:t>
            </a:r>
            <a:r>
              <a:rPr lang="en-US" sz="2000" b="0" strike="noStrike" spc="-1" dirty="0">
                <a:solidFill>
                  <a:srgbClr val="CC0000"/>
                </a:solidFill>
                <a:latin typeface="Gill Sans MT"/>
              </a:rPr>
              <a:t>:</a:t>
            </a:r>
            <a:r>
              <a:rPr lang="en-US" sz="2000" b="0" strike="noStrike" spc="-1" dirty="0">
                <a:solidFill>
                  <a:srgbClr val="000000"/>
                </a:solidFill>
                <a:latin typeface="Gill Sans MT"/>
              </a:rPr>
              <a:t> indicates specific internal-AS router to next-hop AS</a:t>
            </a:r>
            <a:endParaRPr lang="nl-NL" sz="2000" b="0" strike="noStrike" spc="-1" dirty="0">
              <a:solidFill>
                <a:srgbClr val="000000"/>
              </a:solidFill>
              <a:latin typeface="Arial"/>
            </a:endParaRPr>
          </a:p>
          <a:p>
            <a:pPr marL="343080" indent="-342720">
              <a:lnSpc>
                <a:spcPct val="100000"/>
              </a:lnSpc>
              <a:spcBef>
                <a:spcPts val="400"/>
              </a:spcBef>
              <a:tabLst>
                <a:tab pos="0" algn="l"/>
              </a:tabLst>
            </a:pPr>
            <a:r>
              <a:rPr lang="en-US" sz="2000" b="0" i="1" strike="noStrike" spc="-1" dirty="0">
                <a:solidFill>
                  <a:srgbClr val="CC0000"/>
                </a:solidFill>
                <a:latin typeface="Gill Sans MT"/>
              </a:rPr>
              <a:t>Policy-based routing:</a:t>
            </a:r>
            <a:endParaRPr lang="nl-NL" sz="2000" b="0" strike="noStrike" spc="-1" dirty="0">
              <a:solidFill>
                <a:srgbClr val="000000"/>
              </a:solidFill>
              <a:latin typeface="Arial"/>
            </a:endParaRPr>
          </a:p>
          <a:p>
            <a:pPr marL="628560" lvl="1" indent="-285480">
              <a:lnSpc>
                <a:spcPct val="100000"/>
              </a:lnSpc>
              <a:spcBef>
                <a:spcPts val="400"/>
              </a:spcBef>
              <a:buClr>
                <a:srgbClr val="000000"/>
              </a:buClr>
              <a:buFont typeface="Arial"/>
              <a:buChar char="•"/>
              <a:tabLst>
                <a:tab pos="0" algn="l"/>
              </a:tabLst>
            </a:pPr>
            <a:r>
              <a:rPr lang="en-US" sz="2000" b="0" strike="noStrike" spc="-1" dirty="0">
                <a:solidFill>
                  <a:srgbClr val="000000"/>
                </a:solidFill>
                <a:latin typeface="Gill Sans MT"/>
              </a:rPr>
              <a:t>Policies determine whether a path is advertised and whether an advertised path will be accepted (e.g., never route through AS Y).</a:t>
            </a:r>
            <a:endParaRPr lang="nl-NL" sz="2000" b="0" strike="noStrike" spc="-1" dirty="0">
              <a:solidFill>
                <a:srgbClr val="000000"/>
              </a:solidFill>
              <a:latin typeface="Arial"/>
            </a:endParaRPr>
          </a:p>
          <a:p>
            <a:pPr marL="57240">
              <a:lnSpc>
                <a:spcPct val="100000"/>
              </a:lnSpc>
              <a:spcBef>
                <a:spcPts val="400"/>
              </a:spcBef>
              <a:tabLst>
                <a:tab pos="0" algn="l"/>
              </a:tabLst>
            </a:pPr>
            <a:r>
              <a:rPr lang="en-US" sz="2000" b="0" i="1" strike="noStrike" spc="-1" dirty="0">
                <a:solidFill>
                  <a:srgbClr val="CC0000"/>
                </a:solidFill>
                <a:latin typeface="Gill Sans MT"/>
              </a:rPr>
              <a:t>Route selection:</a:t>
            </a:r>
            <a:endParaRPr lang="nl-NL" sz="2000" b="0" strike="noStrike" spc="-1" dirty="0">
              <a:solidFill>
                <a:srgbClr val="000000"/>
              </a:solidFill>
              <a:latin typeface="Arial"/>
            </a:endParaRPr>
          </a:p>
          <a:p>
            <a:pPr marL="345960" indent="-345600">
              <a:lnSpc>
                <a:spcPct val="100000"/>
              </a:lnSpc>
              <a:spcBef>
                <a:spcPts val="400"/>
              </a:spcBef>
              <a:tabLst>
                <a:tab pos="0" algn="l"/>
              </a:tabLst>
            </a:pPr>
            <a:r>
              <a:rPr lang="en-US" sz="2000" b="0" strike="noStrike" spc="-1" dirty="0">
                <a:solidFill>
                  <a:srgbClr val="000000"/>
                </a:solidFill>
                <a:latin typeface="Arial"/>
              </a:rPr>
              <a:t>router may learn about more than one route to destination AS, selects route based on:</a:t>
            </a:r>
            <a:endParaRPr lang="nl-NL" sz="2000" b="0" strike="noStrike" spc="-1" dirty="0">
              <a:solidFill>
                <a:srgbClr val="000000"/>
              </a:solidFill>
              <a:latin typeface="Arial"/>
            </a:endParaRPr>
          </a:p>
          <a:p>
            <a:pPr marL="1084320" lvl="1" indent="-456840">
              <a:lnSpc>
                <a:spcPct val="100000"/>
              </a:lnSpc>
              <a:spcBef>
                <a:spcPts val="400"/>
              </a:spcBef>
              <a:buClr>
                <a:srgbClr val="000000"/>
              </a:buClr>
              <a:buFont typeface="ZapfDingbats" charset="2"/>
              <a:buAutoNum type="arabicPeriod"/>
              <a:tabLst>
                <a:tab pos="0" algn="l"/>
              </a:tabLst>
            </a:pPr>
            <a:r>
              <a:rPr lang="en-US" sz="2000" b="0" strike="noStrike" spc="-1" dirty="0">
                <a:solidFill>
                  <a:srgbClr val="000000"/>
                </a:solidFill>
                <a:latin typeface="Arial"/>
              </a:rPr>
              <a:t>local preference value attribute: policy decision</a:t>
            </a:r>
            <a:endParaRPr lang="nl-NL" sz="2000" b="0" strike="noStrike" spc="-1" dirty="0">
              <a:solidFill>
                <a:srgbClr val="000000"/>
              </a:solidFill>
              <a:latin typeface="Arial"/>
            </a:endParaRPr>
          </a:p>
          <a:p>
            <a:pPr marL="1084320" lvl="1" indent="-456840">
              <a:lnSpc>
                <a:spcPct val="100000"/>
              </a:lnSpc>
              <a:spcBef>
                <a:spcPts val="400"/>
              </a:spcBef>
              <a:buClr>
                <a:srgbClr val="000000"/>
              </a:buClr>
              <a:buFont typeface="ZapfDingbats" charset="2"/>
              <a:buAutoNum type="arabicPeriod"/>
              <a:tabLst>
                <a:tab pos="0" algn="l"/>
              </a:tabLst>
            </a:pPr>
            <a:r>
              <a:rPr lang="en-US" sz="2000" b="0" strike="noStrike" spc="-1" dirty="0">
                <a:solidFill>
                  <a:srgbClr val="000000"/>
                </a:solidFill>
                <a:latin typeface="Arial"/>
              </a:rPr>
              <a:t>shortest AS-PATH </a:t>
            </a:r>
            <a:endParaRPr lang="nl-NL" sz="2000" b="0" strike="noStrike" spc="-1" dirty="0">
              <a:solidFill>
                <a:srgbClr val="000000"/>
              </a:solidFill>
              <a:latin typeface="Arial"/>
            </a:endParaRPr>
          </a:p>
          <a:p>
            <a:pPr marL="1084320" lvl="1" indent="-456840">
              <a:lnSpc>
                <a:spcPct val="100000"/>
              </a:lnSpc>
              <a:spcBef>
                <a:spcPts val="400"/>
              </a:spcBef>
              <a:buClr>
                <a:srgbClr val="000000"/>
              </a:buClr>
              <a:buFont typeface="ZapfDingbats" charset="2"/>
              <a:buAutoNum type="arabicPeriod"/>
              <a:tabLst>
                <a:tab pos="0" algn="l"/>
              </a:tabLst>
            </a:pPr>
            <a:r>
              <a:rPr lang="en-US" sz="2000" b="0" strike="noStrike" spc="-1" dirty="0">
                <a:solidFill>
                  <a:srgbClr val="000000"/>
                </a:solidFill>
                <a:latin typeface="Arial"/>
              </a:rPr>
              <a:t>closest NEXT-HOP router: hot potato routing</a:t>
            </a:r>
            <a:endParaRPr lang="nl-NL" sz="2000" b="0" strike="noStrike" spc="-1" dirty="0">
              <a:solidFill>
                <a:srgbClr val="000000"/>
              </a:solidFill>
              <a:latin typeface="Arial"/>
            </a:endParaRPr>
          </a:p>
          <a:p>
            <a:pPr marL="1084320" lvl="1" indent="-456840">
              <a:lnSpc>
                <a:spcPct val="100000"/>
              </a:lnSpc>
              <a:spcBef>
                <a:spcPts val="400"/>
              </a:spcBef>
              <a:buClr>
                <a:srgbClr val="000000"/>
              </a:buClr>
              <a:buFont typeface="ZapfDingbats" charset="2"/>
              <a:buAutoNum type="arabicPeriod"/>
              <a:tabLst>
                <a:tab pos="0" algn="l"/>
              </a:tabLst>
            </a:pPr>
            <a:r>
              <a:rPr lang="en-US" sz="2000" b="0" strike="noStrike" spc="-1" dirty="0">
                <a:solidFill>
                  <a:srgbClr val="000000"/>
                </a:solidFill>
                <a:latin typeface="Arial"/>
              </a:rPr>
              <a:t>additional criteria </a:t>
            </a:r>
            <a:endParaRPr lang="nl-NL" sz="2000" b="0" strike="noStrike" spc="-1" dirty="0">
              <a:solidFill>
                <a:srgbClr val="000000"/>
              </a:solidFill>
              <a:latin typeface="Arial"/>
            </a:endParaRPr>
          </a:p>
          <a:p>
            <a:endParaRPr lang="nl-NL" sz="2000" b="0" strike="noStrike" spc="-1" dirty="0">
              <a:solidFill>
                <a:srgbClr val="000000"/>
              </a:solidFill>
              <a:latin typeface="Arial"/>
            </a:endParaRPr>
          </a:p>
        </p:txBody>
      </p:sp>
      <p:pic>
        <p:nvPicPr>
          <p:cNvPr id="1534" name="Picture 5" descr="underline_base"/>
          <p:cNvPicPr/>
          <p:nvPr/>
        </p:nvPicPr>
        <p:blipFill>
          <a:blip r:embed="rId2"/>
          <a:stretch/>
        </p:blipFill>
        <p:spPr>
          <a:xfrm>
            <a:off x="466560" y="1185840"/>
            <a:ext cx="5830560" cy="172800"/>
          </a:xfrm>
          <a:prstGeom prst="rect">
            <a:avLst/>
          </a:prstGeom>
          <a:ln>
            <a:noFill/>
          </a:ln>
        </p:spPr>
      </p:pic>
      <p:sp>
        <p:nvSpPr>
          <p:cNvPr id="1535"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0EB3DED8-65FC-4860-983B-12BBAABBFA9B}" type="slidenum">
              <a:rPr lang="nl-NL" sz="1000" b="0" strike="noStrike" spc="-1">
                <a:solidFill>
                  <a:srgbClr val="FFFFFF"/>
                </a:solidFill>
                <a:latin typeface="Arial"/>
                <a:ea typeface="ＭＳ Ｐゴシック"/>
              </a:rPr>
              <a:t>9</a:t>
            </a:fld>
            <a:endParaRPr lang="nl-NL" sz="1000" b="0" strike="noStrike" spc="-1">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B5E700-9183-8843-BC6E-0D4CCF897EA0}"/>
              </a:ext>
            </a:extLst>
          </p:cNvPr>
          <p:cNvSpPr>
            <a:spLocks noGrp="1"/>
          </p:cNvSpPr>
          <p:nvPr>
            <p:ph type="title"/>
          </p:nvPr>
        </p:nvSpPr>
        <p:spPr/>
        <p:txBody>
          <a:bodyPr/>
          <a:lstStyle/>
          <a:p>
            <a:r>
              <a:rPr lang="nl-NL" sz="2400" dirty="0"/>
              <a:t>Will a BGP router </a:t>
            </a:r>
            <a:r>
              <a:rPr lang="nl-NL" sz="2400" dirty="0" err="1"/>
              <a:t>always</a:t>
            </a:r>
            <a:r>
              <a:rPr lang="nl-NL" sz="2400" dirty="0"/>
              <a:t> </a:t>
            </a:r>
            <a:r>
              <a:rPr lang="nl-NL" sz="2400" dirty="0" err="1"/>
              <a:t>choose</a:t>
            </a:r>
            <a:r>
              <a:rPr lang="nl-NL" sz="2400" dirty="0"/>
              <a:t> </a:t>
            </a:r>
            <a:r>
              <a:rPr lang="nl-NL" sz="2400" dirty="0" err="1"/>
              <a:t>the</a:t>
            </a:r>
            <a:r>
              <a:rPr lang="nl-NL" sz="2400" dirty="0"/>
              <a:t> route </a:t>
            </a:r>
            <a:r>
              <a:rPr lang="nl-NL" sz="2400" dirty="0" err="1"/>
              <a:t>with</a:t>
            </a:r>
            <a:r>
              <a:rPr lang="nl-NL" sz="2400" dirty="0"/>
              <a:t> </a:t>
            </a:r>
            <a:r>
              <a:rPr lang="nl-NL" sz="2400" dirty="0" err="1"/>
              <a:t>the</a:t>
            </a:r>
            <a:r>
              <a:rPr lang="nl-NL" sz="2400" dirty="0"/>
              <a:t> </a:t>
            </a:r>
            <a:r>
              <a:rPr lang="nl-NL" sz="2400" dirty="0" err="1"/>
              <a:t>shortest</a:t>
            </a:r>
            <a:r>
              <a:rPr lang="nl-NL" sz="2400" dirty="0"/>
              <a:t> AS_PATH </a:t>
            </a:r>
            <a:r>
              <a:rPr lang="nl-NL" sz="2400" dirty="0" err="1"/>
              <a:t>length</a:t>
            </a:r>
            <a:r>
              <a:rPr lang="nl-NL" sz="2400" dirty="0"/>
              <a:t>?</a:t>
            </a:r>
            <a:endParaRPr lang="nl-NL" dirty="0"/>
          </a:p>
        </p:txBody>
      </p:sp>
      <p:sp>
        <p:nvSpPr>
          <p:cNvPr id="3" name="Ondertitel 2">
            <a:extLst>
              <a:ext uri="{FF2B5EF4-FFF2-40B4-BE49-F238E27FC236}">
                <a16:creationId xmlns:a16="http://schemas.microsoft.com/office/drawing/2014/main" id="{CF85CC1D-F902-D548-B924-F6CDF091D5DD}"/>
              </a:ext>
            </a:extLst>
          </p:cNvPr>
          <p:cNvSpPr>
            <a:spLocks noGrp="1"/>
          </p:cNvSpPr>
          <p:nvPr>
            <p:ph type="subTitle"/>
          </p:nvPr>
        </p:nvSpPr>
        <p:spPr>
          <a:xfrm>
            <a:off x="457200" y="2087280"/>
            <a:ext cx="8229240" cy="4004600"/>
          </a:xfrm>
        </p:spPr>
        <p:txBody>
          <a:bodyPr/>
          <a:lstStyle/>
          <a:p>
            <a:pPr marL="514350" indent="-514350">
              <a:buAutoNum type="alphaUcParenR"/>
            </a:pPr>
            <a:r>
              <a:rPr lang="nl-NL" sz="2400" dirty="0"/>
              <a:t>Yes, this is </a:t>
            </a:r>
            <a:r>
              <a:rPr lang="nl-NL" sz="2400" dirty="0" err="1"/>
              <a:t>the</a:t>
            </a:r>
            <a:r>
              <a:rPr lang="nl-NL" sz="2400" dirty="0"/>
              <a:t> </a:t>
            </a:r>
            <a:r>
              <a:rPr lang="nl-NL" sz="2400" dirty="0" err="1"/>
              <a:t>actual</a:t>
            </a:r>
            <a:r>
              <a:rPr lang="nl-NL" sz="2400" dirty="0"/>
              <a:t> </a:t>
            </a:r>
            <a:r>
              <a:rPr lang="nl-NL" sz="2400" dirty="0" err="1"/>
              <a:t>purpose</a:t>
            </a:r>
            <a:r>
              <a:rPr lang="nl-NL" sz="2400" dirty="0"/>
              <a:t> of </a:t>
            </a:r>
            <a:r>
              <a:rPr lang="nl-NL" sz="2400" dirty="0" err="1"/>
              <a:t>the</a:t>
            </a:r>
            <a:r>
              <a:rPr lang="nl-NL" sz="2400" dirty="0"/>
              <a:t> design</a:t>
            </a:r>
          </a:p>
          <a:p>
            <a:pPr marL="514350" indent="-514350">
              <a:buAutoNum type="alphaUcParenR"/>
            </a:pPr>
            <a:r>
              <a:rPr lang="nl-NL" sz="2400" dirty="0"/>
              <a:t>No, </a:t>
            </a:r>
            <a:r>
              <a:rPr lang="nl-NL" sz="2400" dirty="0" err="1"/>
              <a:t>it</a:t>
            </a:r>
            <a:r>
              <a:rPr lang="nl-NL" sz="2400" dirty="0"/>
              <a:t> </a:t>
            </a:r>
            <a:r>
              <a:rPr lang="nl-NL" sz="2400" dirty="0" err="1"/>
              <a:t>chooses</a:t>
            </a:r>
            <a:r>
              <a:rPr lang="nl-NL" sz="2400" dirty="0"/>
              <a:t> </a:t>
            </a:r>
            <a:r>
              <a:rPr lang="nl-NL" sz="2400" dirty="0" err="1"/>
              <a:t>the</a:t>
            </a:r>
            <a:r>
              <a:rPr lang="nl-NL" sz="2400" dirty="0"/>
              <a:t> path </a:t>
            </a:r>
            <a:r>
              <a:rPr lang="nl-NL" sz="2400" dirty="0" err="1"/>
              <a:t>with</a:t>
            </a:r>
            <a:r>
              <a:rPr lang="nl-NL" sz="2400" dirty="0"/>
              <a:t> </a:t>
            </a:r>
            <a:r>
              <a:rPr lang="nl-NL" sz="2400" dirty="0" err="1"/>
              <a:t>the</a:t>
            </a:r>
            <a:r>
              <a:rPr lang="nl-NL" sz="2400" dirty="0"/>
              <a:t> </a:t>
            </a:r>
            <a:r>
              <a:rPr lang="nl-NL" sz="2400" dirty="0" err="1"/>
              <a:t>least</a:t>
            </a:r>
            <a:r>
              <a:rPr lang="nl-NL" sz="2400" dirty="0"/>
              <a:t> next-hops</a:t>
            </a:r>
          </a:p>
          <a:p>
            <a:pPr marL="514350" indent="-514350">
              <a:buAutoNum type="alphaUcParenR"/>
            </a:pPr>
            <a:r>
              <a:rPr lang="nl-NL" sz="2400" dirty="0"/>
              <a:t>No, </a:t>
            </a:r>
            <a:r>
              <a:rPr lang="nl-NL" sz="2400" dirty="0" err="1"/>
              <a:t>it</a:t>
            </a:r>
            <a:r>
              <a:rPr lang="nl-NL" sz="2400" dirty="0"/>
              <a:t> </a:t>
            </a:r>
            <a:r>
              <a:rPr lang="nl-NL" sz="2400" dirty="0" err="1"/>
              <a:t>uses</a:t>
            </a:r>
            <a:r>
              <a:rPr lang="nl-NL" sz="2400" dirty="0"/>
              <a:t> </a:t>
            </a:r>
            <a:r>
              <a:rPr lang="nl-NL" sz="2400" dirty="0" err="1"/>
              <a:t>policies</a:t>
            </a:r>
            <a:r>
              <a:rPr lang="nl-NL" sz="2400" dirty="0"/>
              <a:t>. E.g. </a:t>
            </a:r>
            <a:r>
              <a:rPr lang="nl-NL" sz="2400" dirty="0" err="1"/>
              <a:t>for</a:t>
            </a:r>
            <a:r>
              <a:rPr lang="nl-NL" sz="2400" dirty="0"/>
              <a:t> </a:t>
            </a:r>
            <a:r>
              <a:rPr lang="nl-NL" sz="2400" dirty="0" err="1"/>
              <a:t>political</a:t>
            </a:r>
            <a:r>
              <a:rPr lang="nl-NL" sz="2400" dirty="0"/>
              <a:t> or </a:t>
            </a:r>
            <a:r>
              <a:rPr lang="nl-NL" sz="2400" dirty="0" err="1"/>
              <a:t>economic</a:t>
            </a:r>
            <a:r>
              <a:rPr lang="nl-NL" sz="2400" dirty="0"/>
              <a:t> </a:t>
            </a:r>
            <a:r>
              <a:rPr lang="nl-NL" sz="2400" dirty="0" err="1"/>
              <a:t>reasons</a:t>
            </a:r>
            <a:r>
              <a:rPr lang="nl-NL" sz="2400" dirty="0"/>
              <a:t> </a:t>
            </a:r>
            <a:r>
              <a:rPr lang="nl-NL" sz="2400" dirty="0" err="1"/>
              <a:t>it</a:t>
            </a:r>
            <a:r>
              <a:rPr lang="nl-NL" sz="2400" dirty="0"/>
              <a:t> </a:t>
            </a:r>
            <a:r>
              <a:rPr lang="nl-NL" sz="2400" dirty="0" err="1"/>
              <a:t>might</a:t>
            </a:r>
            <a:r>
              <a:rPr lang="nl-NL" sz="2400" dirty="0"/>
              <a:t> </a:t>
            </a:r>
            <a:r>
              <a:rPr lang="nl-NL" sz="2400" dirty="0" err="1"/>
              <a:t>choose</a:t>
            </a:r>
            <a:r>
              <a:rPr lang="nl-NL" sz="2400" dirty="0"/>
              <a:t> a different path</a:t>
            </a:r>
          </a:p>
          <a:p>
            <a:pPr marL="514350" indent="-514350">
              <a:buAutoNum type="alphaUcParenR"/>
            </a:pPr>
            <a:r>
              <a:rPr lang="nl-NL" sz="2400" dirty="0"/>
              <a:t>No, </a:t>
            </a:r>
            <a:r>
              <a:rPr lang="nl-NL" sz="2400" dirty="0" err="1"/>
              <a:t>the</a:t>
            </a:r>
            <a:r>
              <a:rPr lang="nl-NL" sz="2400" dirty="0"/>
              <a:t> BGP router </a:t>
            </a:r>
            <a:r>
              <a:rPr lang="nl-NL" sz="2400" dirty="0" err="1"/>
              <a:t>always</a:t>
            </a:r>
            <a:r>
              <a:rPr lang="nl-NL" sz="2400" dirty="0"/>
              <a:t> </a:t>
            </a:r>
            <a:r>
              <a:rPr lang="nl-NL" sz="2400" dirty="0" err="1"/>
              <a:t>selects</a:t>
            </a:r>
            <a:r>
              <a:rPr lang="nl-NL" sz="2400" dirty="0"/>
              <a:t> </a:t>
            </a:r>
            <a:r>
              <a:rPr lang="nl-NL" sz="2400" dirty="0" err="1"/>
              <a:t>the</a:t>
            </a:r>
            <a:r>
              <a:rPr lang="nl-NL" sz="2400" dirty="0"/>
              <a:t> loop-free route</a:t>
            </a:r>
          </a:p>
          <a:p>
            <a:endParaRPr lang="nl-NL" dirty="0"/>
          </a:p>
        </p:txBody>
      </p:sp>
    </p:spTree>
    <p:extLst>
      <p:ext uri="{BB962C8B-B14F-4D97-AF65-F5344CB8AC3E}">
        <p14:creationId xmlns:p14="http://schemas.microsoft.com/office/powerpoint/2010/main" val="532330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Network management</a:t>
            </a:r>
            <a:endParaRPr lang="nl-NL" sz="2800" b="0" strike="noStrike" spc="-1">
              <a:solidFill>
                <a:srgbClr val="000000"/>
              </a:solidFill>
              <a:latin typeface="Arial"/>
            </a:endParaRPr>
          </a:p>
        </p:txBody>
      </p:sp>
      <p:sp>
        <p:nvSpPr>
          <p:cNvPr id="251" name="TextShape 2"/>
          <p:cNvSpPr txBox="1"/>
          <p:nvPr/>
        </p:nvSpPr>
        <p:spPr>
          <a:xfrm>
            <a:off x="457200" y="2087640"/>
            <a:ext cx="4547880" cy="4038120"/>
          </a:xfrm>
          <a:prstGeom prst="rect">
            <a:avLst/>
          </a:prstGeom>
          <a:noFill/>
          <a:ln>
            <a:noFill/>
          </a:ln>
        </p:spPr>
        <p:txBody>
          <a:bodyPr>
            <a:noAutofit/>
          </a:bodyPr>
          <a:lstStyle/>
          <a:p>
            <a:pPr>
              <a:lnSpc>
                <a:spcPct val="100000"/>
              </a:lnSpc>
              <a:spcBef>
                <a:spcPts val="400"/>
              </a:spcBef>
              <a:tabLst>
                <a:tab pos="0" algn="l"/>
              </a:tabLst>
            </a:pPr>
            <a:r>
              <a:rPr lang="nl-NL" sz="2000" b="0" strike="noStrike" spc="-1" dirty="0">
                <a:solidFill>
                  <a:srgbClr val="000000"/>
                </a:solidFill>
                <a:latin typeface="Arial"/>
              </a:rPr>
              <a:t>SNMP</a:t>
            </a:r>
          </a:p>
          <a:p>
            <a:pPr>
              <a:lnSpc>
                <a:spcPct val="100000"/>
              </a:lnSpc>
              <a:spcBef>
                <a:spcPts val="400"/>
              </a:spcBef>
              <a:tabLst>
                <a:tab pos="0" algn="l"/>
              </a:tabLst>
            </a:pPr>
            <a:r>
              <a:rPr lang="nl-NL" sz="2000" b="0" strike="noStrike" spc="-1" dirty="0">
                <a:solidFill>
                  <a:srgbClr val="000000"/>
                </a:solidFill>
                <a:latin typeface="Arial"/>
              </a:rPr>
              <a:t>Software </a:t>
            </a:r>
            <a:r>
              <a:rPr lang="nl-NL" sz="2000" b="0" strike="noStrike" spc="-1" dirty="0" err="1">
                <a:solidFill>
                  <a:srgbClr val="000000"/>
                </a:solidFill>
                <a:latin typeface="Arial"/>
              </a:rPr>
              <a:t>Defined</a:t>
            </a:r>
            <a:r>
              <a:rPr lang="nl-NL" sz="2000" b="0" strike="noStrike" spc="-1" dirty="0">
                <a:solidFill>
                  <a:srgbClr val="000000"/>
                </a:solidFill>
                <a:latin typeface="Arial"/>
              </a:rPr>
              <a:t> Networking</a:t>
            </a:r>
          </a:p>
          <a:p>
            <a:pPr marL="971640" lvl="1" indent="-342720">
              <a:lnSpc>
                <a:spcPct val="100000"/>
              </a:lnSpc>
              <a:spcBef>
                <a:spcPts val="360"/>
              </a:spcBef>
              <a:buClr>
                <a:srgbClr val="000000"/>
              </a:buClr>
              <a:buFont typeface="Arial"/>
              <a:buChar char="•"/>
              <a:tabLst>
                <a:tab pos="0" algn="l"/>
              </a:tabLst>
            </a:pPr>
            <a:r>
              <a:rPr lang="nl-NL" sz="1800" b="0" strike="noStrike" spc="-1" dirty="0">
                <a:solidFill>
                  <a:srgbClr val="000000"/>
                </a:solidFill>
                <a:latin typeface="Arial"/>
              </a:rPr>
              <a:t>SDN </a:t>
            </a:r>
            <a:r>
              <a:rPr lang="nl-NL" sz="1800" b="0" strike="noStrike" spc="-1" dirty="0" err="1">
                <a:solidFill>
                  <a:srgbClr val="000000"/>
                </a:solidFill>
                <a:latin typeface="Arial"/>
              </a:rPr>
              <a:t>principles</a:t>
            </a:r>
            <a:endParaRPr lang="nl-NL" sz="1800" b="0" strike="noStrike" spc="-1" dirty="0">
              <a:solidFill>
                <a:srgbClr val="000000"/>
              </a:solidFill>
              <a:latin typeface="Arial"/>
            </a:endParaRPr>
          </a:p>
          <a:p>
            <a:pPr marL="971640" lvl="1" indent="-342720">
              <a:lnSpc>
                <a:spcPct val="100000"/>
              </a:lnSpc>
              <a:spcBef>
                <a:spcPts val="360"/>
              </a:spcBef>
              <a:buClr>
                <a:srgbClr val="000000"/>
              </a:buClr>
              <a:buFont typeface="Arial"/>
              <a:buChar char="•"/>
              <a:tabLst>
                <a:tab pos="0" algn="l"/>
              </a:tabLst>
            </a:pPr>
            <a:r>
              <a:rPr lang="nl-NL" sz="1800" b="0" strike="noStrike" spc="-1" dirty="0">
                <a:solidFill>
                  <a:srgbClr val="000000"/>
                </a:solidFill>
                <a:latin typeface="Arial"/>
              </a:rPr>
              <a:t>Match &amp; Action</a:t>
            </a:r>
          </a:p>
          <a:p>
            <a:pPr marL="971640" lvl="1" indent="-342720">
              <a:lnSpc>
                <a:spcPct val="100000"/>
              </a:lnSpc>
              <a:spcBef>
                <a:spcPts val="360"/>
              </a:spcBef>
              <a:buClr>
                <a:srgbClr val="000000"/>
              </a:buClr>
              <a:buFont typeface="Arial"/>
              <a:buChar char="•"/>
              <a:tabLst>
                <a:tab pos="0" algn="l"/>
              </a:tabLst>
            </a:pPr>
            <a:r>
              <a:rPr lang="nl-NL" sz="1800" b="0" strike="noStrike" spc="-1" dirty="0">
                <a:solidFill>
                  <a:srgbClr val="000000"/>
                </a:solidFill>
                <a:latin typeface="Arial"/>
              </a:rPr>
              <a:t>SDN </a:t>
            </a:r>
            <a:r>
              <a:rPr lang="nl-NL" sz="1800" b="0" strike="noStrike" spc="-1" dirty="0" err="1">
                <a:solidFill>
                  <a:srgbClr val="000000"/>
                </a:solidFill>
                <a:latin typeface="Arial"/>
              </a:rPr>
              <a:t>architecture</a:t>
            </a:r>
            <a:endParaRPr lang="nl-NL" sz="1800" b="0" strike="noStrike" spc="-1" dirty="0">
              <a:solidFill>
                <a:srgbClr val="000000"/>
              </a:solidFill>
              <a:latin typeface="Arial"/>
            </a:endParaRPr>
          </a:p>
          <a:p>
            <a:endParaRPr lang="nl-NL" sz="1800" b="0" strike="noStrike" spc="-1" dirty="0">
              <a:solidFill>
                <a:srgbClr val="000000"/>
              </a:solidFill>
              <a:latin typeface="Arial"/>
            </a:endParaRPr>
          </a:p>
          <a:p>
            <a:pPr>
              <a:lnSpc>
                <a:spcPct val="100000"/>
              </a:lnSpc>
              <a:spcBef>
                <a:spcPts val="320"/>
              </a:spcBef>
              <a:tabLst>
                <a:tab pos="0" algn="l"/>
              </a:tabLst>
            </a:pPr>
            <a:endParaRPr lang="nl-NL" sz="1800" b="0" strike="noStrike" spc="-1" dirty="0">
              <a:solidFill>
                <a:srgbClr val="000000"/>
              </a:solidFill>
              <a:latin typeface="Arial"/>
            </a:endParaRPr>
          </a:p>
        </p:txBody>
      </p:sp>
      <p:sp>
        <p:nvSpPr>
          <p:cNvPr id="252"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8563187C-AF6F-4D2B-9760-7145647FB07F}" type="slidenum">
              <a:rPr lang="nl-NL" sz="1000" b="0" strike="noStrike" spc="-1">
                <a:solidFill>
                  <a:srgbClr val="FFFFFF"/>
                </a:solidFill>
                <a:latin typeface="Arial"/>
                <a:ea typeface="ＭＳ Ｐゴシック"/>
              </a:rPr>
              <a:t>11</a:t>
            </a:fld>
            <a:endParaRPr lang="nl-NL" sz="1000" b="0" strike="noStrike" spc="-1">
              <a:latin typeface="Calibri"/>
            </a:endParaRPr>
          </a:p>
        </p:txBody>
      </p:sp>
      <p:pic>
        <p:nvPicPr>
          <p:cNvPr id="253" name="Afbeelding 11"/>
          <p:cNvPicPr/>
          <p:nvPr/>
        </p:nvPicPr>
        <p:blipFill>
          <a:blip r:embed="rId2"/>
          <a:stretch/>
        </p:blipFill>
        <p:spPr>
          <a:xfrm>
            <a:off x="5548320" y="1332000"/>
            <a:ext cx="3333240" cy="4533480"/>
          </a:xfrm>
          <a:prstGeom prst="rect">
            <a:avLst/>
          </a:prstGeom>
          <a:ln>
            <a:noFill/>
          </a:ln>
        </p:spPr>
      </p:pic>
      <p:sp>
        <p:nvSpPr>
          <p:cNvPr id="254" name="CustomShape 4"/>
          <p:cNvSpPr/>
          <p:nvPr/>
        </p:nvSpPr>
        <p:spPr>
          <a:xfrm>
            <a:off x="6119640" y="2941560"/>
            <a:ext cx="2355480" cy="502920"/>
          </a:xfrm>
          <a:prstGeom prst="rect">
            <a:avLst/>
          </a:prstGeom>
          <a:solidFill>
            <a:schemeClr val="accent1">
              <a:lumMod val="20000"/>
              <a:lumOff val="80000"/>
              <a:alpha val="30000"/>
            </a:schemeClr>
          </a:solidFill>
          <a:ln>
            <a:round/>
          </a:ln>
        </p:spPr>
        <p:style>
          <a:lnRef idx="2">
            <a:schemeClr val="accent1">
              <a:shade val="50000"/>
            </a:schemeClr>
          </a:lnRef>
          <a:fillRef idx="1">
            <a:schemeClr val="accent1"/>
          </a:fillRef>
          <a:effectRef idx="0">
            <a:schemeClr val="accent1"/>
          </a:effectRef>
          <a:fontRef idx="minor"/>
        </p:style>
      </p:sp>
      <p:sp>
        <p:nvSpPr>
          <p:cNvPr id="255" name="CustomShape 5"/>
          <p:cNvSpPr/>
          <p:nvPr/>
        </p:nvSpPr>
        <p:spPr>
          <a:xfrm>
            <a:off x="5548320" y="59720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1</a:t>
            </a:r>
            <a:endParaRPr lang="nl-NL" sz="1400" b="0" strike="noStrike" spc="-1">
              <a:latin typeface="Calibri"/>
            </a:endParaRPr>
          </a:p>
        </p:txBody>
      </p:sp>
      <p:pic>
        <p:nvPicPr>
          <p:cNvPr id="256" name="Picture 9" descr="underline_base"/>
          <p:cNvPicPr/>
          <p:nvPr/>
        </p:nvPicPr>
        <p:blipFill>
          <a:blip r:embed="rId3"/>
          <a:stretch/>
        </p:blipFill>
        <p:spPr>
          <a:xfrm>
            <a:off x="457200" y="1766880"/>
            <a:ext cx="3762000" cy="13932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CustomShape 1"/>
          <p:cNvSpPr/>
          <p:nvPr/>
        </p:nvSpPr>
        <p:spPr>
          <a:xfrm rot="16383600">
            <a:off x="1251720" y="3044160"/>
            <a:ext cx="4057200" cy="2451960"/>
          </a:xfrm>
          <a:custGeom>
            <a:avLst/>
            <a:gdLst/>
            <a:ahLst/>
            <a:cxnLst/>
            <a:rect l="l" t="t"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style>
          <a:lnRef idx="0">
            <a:scrgbClr r="0" g="0" b="0"/>
          </a:lnRef>
          <a:fillRef idx="0">
            <a:scrgbClr r="0" g="0" b="0"/>
          </a:fillRef>
          <a:effectRef idx="0">
            <a:scrgbClr r="0" g="0" b="0"/>
          </a:effectRef>
          <a:fontRef idx="minor"/>
        </p:style>
      </p:sp>
      <p:pic>
        <p:nvPicPr>
          <p:cNvPr id="258" name="Picture 6" descr="underline_base"/>
          <p:cNvPicPr/>
          <p:nvPr/>
        </p:nvPicPr>
        <p:blipFill>
          <a:blip r:embed="rId3"/>
          <a:stretch/>
        </p:blipFill>
        <p:spPr>
          <a:xfrm>
            <a:off x="403200" y="1384920"/>
            <a:ext cx="8566560" cy="179640"/>
          </a:xfrm>
          <a:prstGeom prst="rect">
            <a:avLst/>
          </a:prstGeom>
          <a:ln>
            <a:noFill/>
          </a:ln>
        </p:spPr>
      </p:pic>
      <p:sp>
        <p:nvSpPr>
          <p:cNvPr id="259" name="TextShape 2"/>
          <p:cNvSpPr txBox="1"/>
          <p:nvPr/>
        </p:nvSpPr>
        <p:spPr>
          <a:xfrm>
            <a:off x="390240" y="600480"/>
            <a:ext cx="8631000" cy="947520"/>
          </a:xfrm>
          <a:prstGeom prst="rect">
            <a:avLst/>
          </a:prstGeom>
          <a:noFill/>
          <a:ln>
            <a:noFill/>
          </a:ln>
        </p:spPr>
        <p:txBody>
          <a:bodyPr anchor="ctr">
            <a:normAutofit/>
          </a:bodyPr>
          <a:lstStyle/>
          <a:p>
            <a:pPr>
              <a:lnSpc>
                <a:spcPct val="100000"/>
              </a:lnSpc>
            </a:pPr>
            <a:r>
              <a:rPr lang="en-US" sz="3200" b="0" strike="noStrike" spc="-1">
                <a:solidFill>
                  <a:srgbClr val="25167A"/>
                </a:solidFill>
                <a:latin typeface="Arial"/>
              </a:rPr>
              <a:t>SNMP: infrastructure for network management</a:t>
            </a:r>
            <a:endParaRPr lang="nl-NL" sz="3200" b="0" strike="noStrike" spc="-1">
              <a:solidFill>
                <a:srgbClr val="000000"/>
              </a:solidFill>
              <a:latin typeface="Arial"/>
            </a:endParaRPr>
          </a:p>
        </p:txBody>
      </p:sp>
      <p:sp>
        <p:nvSpPr>
          <p:cNvPr id="260" name="Line 3"/>
          <p:cNvSpPr/>
          <p:nvPr/>
        </p:nvSpPr>
        <p:spPr>
          <a:xfrm flipV="1">
            <a:off x="3308040" y="3288960"/>
            <a:ext cx="338400" cy="10429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261" name="Line 4"/>
          <p:cNvSpPr/>
          <p:nvPr/>
        </p:nvSpPr>
        <p:spPr>
          <a:xfrm flipV="1">
            <a:off x="3641400" y="4242960"/>
            <a:ext cx="187560" cy="21096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262" name="Line 5"/>
          <p:cNvSpPr/>
          <p:nvPr/>
        </p:nvSpPr>
        <p:spPr>
          <a:xfrm flipV="1">
            <a:off x="3117600" y="5922360"/>
            <a:ext cx="351000" cy="32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263" name="Line 6"/>
          <p:cNvSpPr/>
          <p:nvPr/>
        </p:nvSpPr>
        <p:spPr>
          <a:xfrm>
            <a:off x="3541680" y="4733280"/>
            <a:ext cx="372960" cy="5540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264" name="CustomShape 7"/>
          <p:cNvSpPr/>
          <p:nvPr/>
        </p:nvSpPr>
        <p:spPr>
          <a:xfrm>
            <a:off x="2023920" y="6046560"/>
            <a:ext cx="16714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managed device</a:t>
            </a:r>
            <a:endParaRPr lang="nl-NL" sz="1600" b="0" strike="noStrike" spc="-1">
              <a:latin typeface="Calibri"/>
            </a:endParaRPr>
          </a:p>
        </p:txBody>
      </p:sp>
      <p:sp>
        <p:nvSpPr>
          <p:cNvPr id="265" name="CustomShape 8"/>
          <p:cNvSpPr/>
          <p:nvPr/>
        </p:nvSpPr>
        <p:spPr>
          <a:xfrm>
            <a:off x="3870000" y="5779800"/>
            <a:ext cx="16714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managed device</a:t>
            </a:r>
            <a:endParaRPr lang="nl-NL" sz="1600" b="0" strike="noStrike" spc="-1">
              <a:latin typeface="Calibri"/>
            </a:endParaRPr>
          </a:p>
        </p:txBody>
      </p:sp>
      <p:sp>
        <p:nvSpPr>
          <p:cNvPr id="266" name="CustomShape 9"/>
          <p:cNvSpPr/>
          <p:nvPr/>
        </p:nvSpPr>
        <p:spPr>
          <a:xfrm>
            <a:off x="4089240" y="2986920"/>
            <a:ext cx="16714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managed device</a:t>
            </a:r>
            <a:endParaRPr lang="nl-NL" sz="1600" b="0" strike="noStrike" spc="-1">
              <a:latin typeface="Calibri"/>
            </a:endParaRPr>
          </a:p>
        </p:txBody>
      </p:sp>
      <p:sp>
        <p:nvSpPr>
          <p:cNvPr id="267" name="CustomShape 10"/>
          <p:cNvSpPr/>
          <p:nvPr/>
        </p:nvSpPr>
        <p:spPr>
          <a:xfrm>
            <a:off x="4043160" y="4246200"/>
            <a:ext cx="16714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managed device</a:t>
            </a:r>
            <a:endParaRPr lang="nl-NL" sz="1600" b="0" strike="noStrike" spc="-1">
              <a:latin typeface="Calibri"/>
            </a:endParaRPr>
          </a:p>
        </p:txBody>
      </p:sp>
      <p:sp>
        <p:nvSpPr>
          <p:cNvPr id="268" name="CustomShape 11"/>
          <p:cNvSpPr/>
          <p:nvPr/>
        </p:nvSpPr>
        <p:spPr>
          <a:xfrm>
            <a:off x="242640" y="1698480"/>
            <a:ext cx="215784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800" b="0" strike="noStrike" spc="-1">
                <a:solidFill>
                  <a:srgbClr val="000000"/>
                </a:solidFill>
                <a:latin typeface="Gill Sans"/>
                <a:ea typeface="ＭＳ Ｐゴシック"/>
              </a:rPr>
              <a:t>definitions:</a:t>
            </a:r>
            <a:endParaRPr lang="nl-NL" sz="2800" b="0" strike="noStrike" spc="-1">
              <a:latin typeface="Calibri"/>
            </a:endParaRPr>
          </a:p>
        </p:txBody>
      </p:sp>
      <p:sp>
        <p:nvSpPr>
          <p:cNvPr id="269" name="CustomShape 12"/>
          <p:cNvSpPr/>
          <p:nvPr/>
        </p:nvSpPr>
        <p:spPr>
          <a:xfrm>
            <a:off x="5996880" y="2764080"/>
            <a:ext cx="2972880" cy="3320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0" i="1" strike="noStrike" spc="-1">
                <a:solidFill>
                  <a:srgbClr val="000099"/>
                </a:solidFill>
                <a:latin typeface="Gill Sans"/>
                <a:ea typeface="ＭＳ Ｐゴシック"/>
              </a:rPr>
              <a:t>managed devices</a:t>
            </a:r>
            <a:r>
              <a:rPr lang="en-US" sz="2400" b="0" strike="noStrike" spc="-1">
                <a:solidFill>
                  <a:srgbClr val="000000"/>
                </a:solidFill>
                <a:latin typeface="Gill Sans"/>
                <a:ea typeface="ＭＳ Ｐゴシック"/>
              </a:rPr>
              <a:t> contain </a:t>
            </a:r>
            <a:r>
              <a:rPr lang="en-US" sz="2400" b="0" i="1" strike="noStrike" spc="-1">
                <a:solidFill>
                  <a:srgbClr val="000099"/>
                </a:solidFill>
                <a:latin typeface="Gill Sans"/>
                <a:ea typeface="ＭＳ Ｐゴシック"/>
              </a:rPr>
              <a:t>managed objects</a:t>
            </a:r>
            <a:r>
              <a:rPr lang="en-US" sz="2400" b="0" strike="noStrike" spc="-1">
                <a:solidFill>
                  <a:srgbClr val="000000"/>
                </a:solidFill>
                <a:latin typeface="Gill Sans"/>
                <a:ea typeface="ＭＳ Ｐゴシック"/>
              </a:rPr>
              <a:t> whose  data is gathered into a </a:t>
            </a:r>
            <a:r>
              <a:rPr lang="en-US" sz="2400" b="0" i="1" strike="noStrike" spc="-1">
                <a:solidFill>
                  <a:srgbClr val="000099"/>
                </a:solidFill>
                <a:latin typeface="Gill Sans"/>
                <a:ea typeface="ＭＳ Ｐゴシック"/>
              </a:rPr>
              <a:t>Management Information Base (MIB)</a:t>
            </a:r>
            <a:r>
              <a:rPr lang="en-US" sz="2400" b="0" i="1" strike="noStrike" spc="-1">
                <a:solidFill>
                  <a:srgbClr val="000000"/>
                </a:solidFill>
                <a:latin typeface="Gill Sans"/>
                <a:ea typeface="ＭＳ Ｐゴシック"/>
              </a:rPr>
              <a:t> </a:t>
            </a:r>
            <a:endParaRPr lang="nl-NL" sz="2400" b="0" strike="noStrike" spc="-1">
              <a:latin typeface="Calibri"/>
            </a:endParaRPr>
          </a:p>
          <a:p>
            <a:pPr>
              <a:lnSpc>
                <a:spcPct val="100000"/>
              </a:lnSpc>
            </a:pPr>
            <a:endParaRPr lang="nl-NL" sz="2400" b="0" strike="noStrike" spc="-1">
              <a:latin typeface="Calibri"/>
            </a:endParaRPr>
          </a:p>
        </p:txBody>
      </p:sp>
      <p:grpSp>
        <p:nvGrpSpPr>
          <p:cNvPr id="270" name="Group 13"/>
          <p:cNvGrpSpPr/>
          <p:nvPr/>
        </p:nvGrpSpPr>
        <p:grpSpPr>
          <a:xfrm>
            <a:off x="428760" y="2414160"/>
            <a:ext cx="2047680" cy="1133280"/>
            <a:chOff x="428760" y="2414160"/>
            <a:chExt cx="2047680" cy="1133280"/>
          </a:xfrm>
        </p:grpSpPr>
        <p:grpSp>
          <p:nvGrpSpPr>
            <p:cNvPr id="271" name="Group 14"/>
            <p:cNvGrpSpPr/>
            <p:nvPr/>
          </p:nvGrpSpPr>
          <p:grpSpPr>
            <a:xfrm>
              <a:off x="428760" y="2775960"/>
              <a:ext cx="2047680" cy="771480"/>
              <a:chOff x="428760" y="2775960"/>
              <a:chExt cx="2047680" cy="771480"/>
            </a:xfrm>
          </p:grpSpPr>
          <p:sp>
            <p:nvSpPr>
              <p:cNvPr id="272" name="CustomShape 15"/>
              <p:cNvSpPr/>
              <p:nvPr/>
            </p:nvSpPr>
            <p:spPr>
              <a:xfrm>
                <a:off x="428760" y="2775960"/>
                <a:ext cx="2047680" cy="77148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273" name="CustomShape 16"/>
              <p:cNvSpPr/>
              <p:nvPr/>
            </p:nvSpPr>
            <p:spPr>
              <a:xfrm>
                <a:off x="512640" y="2817360"/>
                <a:ext cx="1072800" cy="577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managing</a:t>
                </a:r>
                <a:endParaRPr lang="nl-NL" sz="1600" b="0" strike="noStrike" spc="-1">
                  <a:latin typeface="Calibri"/>
                </a:endParaRPr>
              </a:p>
              <a:p>
                <a:pPr>
                  <a:lnSpc>
                    <a:spcPct val="100000"/>
                  </a:lnSpc>
                </a:pPr>
                <a:r>
                  <a:rPr lang="en-US" sz="1600" b="0" strike="noStrike" spc="-1">
                    <a:solidFill>
                      <a:srgbClr val="000000"/>
                    </a:solidFill>
                    <a:latin typeface="Arial"/>
                    <a:ea typeface="ＭＳ Ｐゴシック"/>
                  </a:rPr>
                  <a:t>entity</a:t>
                </a:r>
                <a:endParaRPr lang="nl-NL" sz="1600" b="0" strike="noStrike" spc="-1">
                  <a:latin typeface="Calibri"/>
                </a:endParaRPr>
              </a:p>
            </p:txBody>
          </p:sp>
          <p:sp>
            <p:nvSpPr>
              <p:cNvPr id="274" name="CustomShape 17"/>
              <p:cNvSpPr/>
              <p:nvPr/>
            </p:nvSpPr>
            <p:spPr>
              <a:xfrm>
                <a:off x="1645560" y="3007800"/>
                <a:ext cx="575640" cy="333720"/>
              </a:xfrm>
              <a:prstGeom prst="rect">
                <a:avLst/>
              </a:prstGeom>
              <a:solidFill>
                <a:schemeClr val="accent2"/>
              </a:solid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FFFFFF"/>
                    </a:solidFill>
                    <a:latin typeface="Arial"/>
                    <a:ea typeface="ＭＳ Ｐゴシック"/>
                  </a:rPr>
                  <a:t>data</a:t>
                </a:r>
                <a:endParaRPr lang="nl-NL" sz="1600" b="0" strike="noStrike" spc="-1">
                  <a:latin typeface="Calibri"/>
                </a:endParaRPr>
              </a:p>
            </p:txBody>
          </p:sp>
        </p:grpSp>
        <p:sp>
          <p:nvSpPr>
            <p:cNvPr id="275" name="CustomShape 18"/>
            <p:cNvSpPr/>
            <p:nvPr/>
          </p:nvSpPr>
          <p:spPr>
            <a:xfrm>
              <a:off x="476640" y="2414160"/>
              <a:ext cx="161532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i="1" strike="noStrike" spc="-1">
                  <a:solidFill>
                    <a:srgbClr val="000099"/>
                  </a:solidFill>
                  <a:latin typeface="Arial"/>
                  <a:ea typeface="ＭＳ Ｐゴシック"/>
                </a:rPr>
                <a:t>managing entity</a:t>
              </a:r>
              <a:endParaRPr lang="nl-NL" sz="1600" b="0" strike="noStrike" spc="-1">
                <a:latin typeface="Calibri"/>
              </a:endParaRPr>
            </a:p>
          </p:txBody>
        </p:sp>
      </p:grpSp>
      <p:pic>
        <p:nvPicPr>
          <p:cNvPr id="276" name="Picture 3"/>
          <p:cNvPicPr/>
          <p:nvPr/>
        </p:nvPicPr>
        <p:blipFill>
          <a:blip r:embed="rId4"/>
          <a:stretch/>
        </p:blipFill>
        <p:spPr>
          <a:xfrm>
            <a:off x="2824200" y="4338360"/>
            <a:ext cx="875880" cy="388440"/>
          </a:xfrm>
          <a:prstGeom prst="rect">
            <a:avLst/>
          </a:prstGeom>
          <a:ln>
            <a:noFill/>
          </a:ln>
        </p:spPr>
      </p:pic>
      <p:grpSp>
        <p:nvGrpSpPr>
          <p:cNvPr id="277" name="Group 19"/>
          <p:cNvGrpSpPr/>
          <p:nvPr/>
        </p:nvGrpSpPr>
        <p:grpSpPr>
          <a:xfrm>
            <a:off x="3786120" y="5281200"/>
            <a:ext cx="366480" cy="579240"/>
            <a:chOff x="3786120" y="5281200"/>
            <a:chExt cx="366480" cy="579240"/>
          </a:xfrm>
        </p:grpSpPr>
        <p:sp>
          <p:nvSpPr>
            <p:cNvPr id="278" name="CustomShape 20"/>
            <p:cNvSpPr/>
            <p:nvPr/>
          </p:nvSpPr>
          <p:spPr>
            <a:xfrm>
              <a:off x="4076640" y="5282280"/>
              <a:ext cx="72360" cy="55260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279" name="CustomShape 21"/>
            <p:cNvSpPr/>
            <p:nvPr/>
          </p:nvSpPr>
          <p:spPr>
            <a:xfrm>
              <a:off x="3803760" y="5281200"/>
              <a:ext cx="268200" cy="55188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280" name="CustomShape 22"/>
            <p:cNvSpPr/>
            <p:nvPr/>
          </p:nvSpPr>
          <p:spPr>
            <a:xfrm>
              <a:off x="4089960" y="5315400"/>
              <a:ext cx="43200" cy="51120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281" name="CustomShape 23"/>
            <p:cNvSpPr/>
            <p:nvPr/>
          </p:nvSpPr>
          <p:spPr>
            <a:xfrm>
              <a:off x="4080600" y="5574240"/>
              <a:ext cx="67320" cy="4536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282" name="CustomShape 24"/>
            <p:cNvSpPr/>
            <p:nvPr/>
          </p:nvSpPr>
          <p:spPr>
            <a:xfrm>
              <a:off x="3805200" y="5344920"/>
              <a:ext cx="1519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283" name="Group 25"/>
            <p:cNvGrpSpPr/>
            <p:nvPr/>
          </p:nvGrpSpPr>
          <p:grpSpPr>
            <a:xfrm>
              <a:off x="3943440" y="5338440"/>
              <a:ext cx="149040" cy="31320"/>
              <a:chOff x="3943440" y="5338440"/>
              <a:chExt cx="149040" cy="31320"/>
            </a:xfrm>
          </p:grpSpPr>
          <p:sp>
            <p:nvSpPr>
              <p:cNvPr id="284" name="CustomShape 26"/>
              <p:cNvSpPr/>
              <p:nvPr/>
            </p:nvSpPr>
            <p:spPr>
              <a:xfrm>
                <a:off x="3943440" y="5338440"/>
                <a:ext cx="14904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285" name="CustomShape 27"/>
              <p:cNvSpPr/>
              <p:nvPr/>
            </p:nvSpPr>
            <p:spPr>
              <a:xfrm>
                <a:off x="3946680" y="5343120"/>
                <a:ext cx="142560" cy="252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286" name="CustomShape 28"/>
            <p:cNvSpPr/>
            <p:nvPr/>
          </p:nvSpPr>
          <p:spPr>
            <a:xfrm>
              <a:off x="3808440" y="5424120"/>
              <a:ext cx="1519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287" name="Group 29"/>
            <p:cNvGrpSpPr/>
            <p:nvPr/>
          </p:nvGrpSpPr>
          <p:grpSpPr>
            <a:xfrm>
              <a:off x="3941640" y="5418000"/>
              <a:ext cx="150480" cy="31320"/>
              <a:chOff x="3941640" y="5418000"/>
              <a:chExt cx="150480" cy="31320"/>
            </a:xfrm>
          </p:grpSpPr>
          <p:sp>
            <p:nvSpPr>
              <p:cNvPr id="288" name="CustomShape 30"/>
              <p:cNvSpPr/>
              <p:nvPr/>
            </p:nvSpPr>
            <p:spPr>
              <a:xfrm>
                <a:off x="3941640" y="5418000"/>
                <a:ext cx="15048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289" name="CustomShape 31"/>
              <p:cNvSpPr/>
              <p:nvPr/>
            </p:nvSpPr>
            <p:spPr>
              <a:xfrm>
                <a:off x="3944880" y="5420880"/>
                <a:ext cx="144000" cy="252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290" name="CustomShape 32"/>
            <p:cNvSpPr/>
            <p:nvPr/>
          </p:nvSpPr>
          <p:spPr>
            <a:xfrm>
              <a:off x="3805200" y="5506560"/>
              <a:ext cx="15336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291" name="CustomShape 33"/>
            <p:cNvSpPr/>
            <p:nvPr/>
          </p:nvSpPr>
          <p:spPr>
            <a:xfrm>
              <a:off x="3808440" y="5578200"/>
              <a:ext cx="15336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292" name="Group 34"/>
            <p:cNvGrpSpPr/>
            <p:nvPr/>
          </p:nvGrpSpPr>
          <p:grpSpPr>
            <a:xfrm>
              <a:off x="3938760" y="5571720"/>
              <a:ext cx="150480" cy="36000"/>
              <a:chOff x="3938760" y="5571720"/>
              <a:chExt cx="150480" cy="36000"/>
            </a:xfrm>
          </p:grpSpPr>
          <p:sp>
            <p:nvSpPr>
              <p:cNvPr id="293" name="CustomShape 35"/>
              <p:cNvSpPr/>
              <p:nvPr/>
            </p:nvSpPr>
            <p:spPr>
              <a:xfrm>
                <a:off x="3938760" y="5571720"/>
                <a:ext cx="150480" cy="3600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294" name="CustomShape 36"/>
              <p:cNvSpPr/>
              <p:nvPr/>
            </p:nvSpPr>
            <p:spPr>
              <a:xfrm>
                <a:off x="3941640" y="5576400"/>
                <a:ext cx="144000" cy="2988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295" name="CustomShape 37"/>
            <p:cNvSpPr/>
            <p:nvPr/>
          </p:nvSpPr>
          <p:spPr>
            <a:xfrm>
              <a:off x="4081680" y="5505120"/>
              <a:ext cx="67320" cy="4500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296" name="Group 38"/>
            <p:cNvGrpSpPr/>
            <p:nvPr/>
          </p:nvGrpSpPr>
          <p:grpSpPr>
            <a:xfrm>
              <a:off x="3940200" y="5498640"/>
              <a:ext cx="147240" cy="33120"/>
              <a:chOff x="3940200" y="5498640"/>
              <a:chExt cx="147240" cy="33120"/>
            </a:xfrm>
          </p:grpSpPr>
          <p:sp>
            <p:nvSpPr>
              <p:cNvPr id="297" name="CustomShape 39"/>
              <p:cNvSpPr/>
              <p:nvPr/>
            </p:nvSpPr>
            <p:spPr>
              <a:xfrm>
                <a:off x="3940200" y="5498640"/>
                <a:ext cx="147240" cy="331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298" name="CustomShape 40"/>
              <p:cNvSpPr/>
              <p:nvPr/>
            </p:nvSpPr>
            <p:spPr>
              <a:xfrm>
                <a:off x="3943440" y="5501880"/>
                <a:ext cx="142560" cy="252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299" name="CustomShape 41"/>
            <p:cNvSpPr/>
            <p:nvPr/>
          </p:nvSpPr>
          <p:spPr>
            <a:xfrm>
              <a:off x="4071960" y="5281200"/>
              <a:ext cx="17280" cy="55368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300" name="CustomShape 42"/>
            <p:cNvSpPr/>
            <p:nvPr/>
          </p:nvSpPr>
          <p:spPr>
            <a:xfrm>
              <a:off x="4087800" y="5421240"/>
              <a:ext cx="60480" cy="5112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301" name="CustomShape 43"/>
            <p:cNvSpPr/>
            <p:nvPr/>
          </p:nvSpPr>
          <p:spPr>
            <a:xfrm>
              <a:off x="4088520" y="5342040"/>
              <a:ext cx="62280" cy="5760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302" name="CustomShape 44"/>
            <p:cNvSpPr/>
            <p:nvPr/>
          </p:nvSpPr>
          <p:spPr>
            <a:xfrm>
              <a:off x="4140360" y="5808240"/>
              <a:ext cx="12240" cy="2340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303" name="CustomShape 45"/>
            <p:cNvSpPr/>
            <p:nvPr/>
          </p:nvSpPr>
          <p:spPr>
            <a:xfrm>
              <a:off x="4085280" y="5809680"/>
              <a:ext cx="62640" cy="4788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304" name="CustomShape 46"/>
            <p:cNvSpPr/>
            <p:nvPr/>
          </p:nvSpPr>
          <p:spPr>
            <a:xfrm>
              <a:off x="3786120" y="5825880"/>
              <a:ext cx="307800" cy="3456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305" name="CustomShape 47"/>
            <p:cNvSpPr/>
            <p:nvPr/>
          </p:nvSpPr>
          <p:spPr>
            <a:xfrm>
              <a:off x="3803760" y="5833800"/>
              <a:ext cx="274320" cy="1872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306" name="CustomShape 48"/>
            <p:cNvSpPr/>
            <p:nvPr/>
          </p:nvSpPr>
          <p:spPr>
            <a:xfrm>
              <a:off x="3829320" y="5754240"/>
              <a:ext cx="4068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307" name="CustomShape 49"/>
            <p:cNvSpPr/>
            <p:nvPr/>
          </p:nvSpPr>
          <p:spPr>
            <a:xfrm>
              <a:off x="3875040" y="5754240"/>
              <a:ext cx="40680" cy="3456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308" name="CustomShape 50"/>
            <p:cNvSpPr/>
            <p:nvPr/>
          </p:nvSpPr>
          <p:spPr>
            <a:xfrm>
              <a:off x="3921120" y="5752800"/>
              <a:ext cx="39240" cy="3456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309" name="CustomShape 51"/>
            <p:cNvSpPr/>
            <p:nvPr/>
          </p:nvSpPr>
          <p:spPr>
            <a:xfrm>
              <a:off x="4022640" y="5621040"/>
              <a:ext cx="21600" cy="18360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grpSp>
        <p:nvGrpSpPr>
          <p:cNvPr id="310" name="Group 52"/>
          <p:cNvGrpSpPr/>
          <p:nvPr/>
        </p:nvGrpSpPr>
        <p:grpSpPr>
          <a:xfrm>
            <a:off x="3251520" y="2701440"/>
            <a:ext cx="902880" cy="726840"/>
            <a:chOff x="3251520" y="2701440"/>
            <a:chExt cx="902880" cy="726840"/>
          </a:xfrm>
        </p:grpSpPr>
        <p:pic>
          <p:nvPicPr>
            <p:cNvPr id="311" name="Picture 45" descr="desktop_computer_stylized_medium"/>
            <p:cNvPicPr/>
            <p:nvPr/>
          </p:nvPicPr>
          <p:blipFill>
            <a:blip r:embed="rId5"/>
            <a:stretch/>
          </p:blipFill>
          <p:spPr>
            <a:xfrm flipH="1">
              <a:off x="3251520" y="2701440"/>
              <a:ext cx="902880" cy="726840"/>
            </a:xfrm>
            <a:prstGeom prst="rect">
              <a:avLst/>
            </a:prstGeom>
            <a:ln>
              <a:noFill/>
            </a:ln>
          </p:spPr>
        </p:pic>
        <p:sp>
          <p:nvSpPr>
            <p:cNvPr id="312" name="CustomShape 53"/>
            <p:cNvSpPr/>
            <p:nvPr/>
          </p:nvSpPr>
          <p:spPr>
            <a:xfrm flipH="1">
              <a:off x="3635280" y="2771280"/>
              <a:ext cx="438840" cy="3326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313" name="Group 54"/>
          <p:cNvGrpSpPr/>
          <p:nvPr/>
        </p:nvGrpSpPr>
        <p:grpSpPr>
          <a:xfrm>
            <a:off x="2056320" y="3136680"/>
            <a:ext cx="902880" cy="726840"/>
            <a:chOff x="2056320" y="3136680"/>
            <a:chExt cx="902880" cy="726840"/>
          </a:xfrm>
        </p:grpSpPr>
        <p:pic>
          <p:nvPicPr>
            <p:cNvPr id="314" name="Picture 45" descr="desktop_computer_stylized_medium"/>
            <p:cNvPicPr/>
            <p:nvPr/>
          </p:nvPicPr>
          <p:blipFill>
            <a:blip r:embed="rId5"/>
            <a:stretch/>
          </p:blipFill>
          <p:spPr>
            <a:xfrm flipH="1">
              <a:off x="2056320" y="3136680"/>
              <a:ext cx="902880" cy="726840"/>
            </a:xfrm>
            <a:prstGeom prst="rect">
              <a:avLst/>
            </a:prstGeom>
            <a:ln>
              <a:noFill/>
            </a:ln>
          </p:spPr>
        </p:pic>
        <p:sp>
          <p:nvSpPr>
            <p:cNvPr id="315" name="CustomShape 55"/>
            <p:cNvSpPr/>
            <p:nvPr/>
          </p:nvSpPr>
          <p:spPr>
            <a:xfrm flipH="1">
              <a:off x="2440080" y="3206160"/>
              <a:ext cx="438840" cy="3326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316" name="Line 56"/>
          <p:cNvSpPr/>
          <p:nvPr/>
        </p:nvSpPr>
        <p:spPr>
          <a:xfrm>
            <a:off x="2733480" y="3783960"/>
            <a:ext cx="371520" cy="5540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317" name="Line 57"/>
          <p:cNvSpPr/>
          <p:nvPr/>
        </p:nvSpPr>
        <p:spPr>
          <a:xfrm flipH="1">
            <a:off x="2947680" y="4722480"/>
            <a:ext cx="309600" cy="1023840"/>
          </a:xfrm>
          <a:prstGeom prst="line">
            <a:avLst/>
          </a:prstGeom>
          <a:ln w="19080">
            <a:solidFill>
              <a:schemeClr val="tx1"/>
            </a:solidFill>
            <a:round/>
          </a:ln>
        </p:spPr>
        <p:style>
          <a:lnRef idx="0">
            <a:scrgbClr r="0" g="0" b="0"/>
          </a:lnRef>
          <a:fillRef idx="0">
            <a:scrgbClr r="0" g="0" b="0"/>
          </a:fillRef>
          <a:effectRef idx="0">
            <a:scrgbClr r="0" g="0" b="0"/>
          </a:effectRef>
          <a:fontRef idx="minor"/>
        </p:style>
      </p:sp>
      <p:grpSp>
        <p:nvGrpSpPr>
          <p:cNvPr id="318" name="Group 58"/>
          <p:cNvGrpSpPr/>
          <p:nvPr/>
        </p:nvGrpSpPr>
        <p:grpSpPr>
          <a:xfrm>
            <a:off x="4006800" y="5233680"/>
            <a:ext cx="1293480" cy="615600"/>
            <a:chOff x="4006800" y="5233680"/>
            <a:chExt cx="1293480" cy="615600"/>
          </a:xfrm>
        </p:grpSpPr>
        <p:sp>
          <p:nvSpPr>
            <p:cNvPr id="319" name="CustomShape 59"/>
            <p:cNvSpPr/>
            <p:nvPr/>
          </p:nvSpPr>
          <p:spPr>
            <a:xfrm>
              <a:off x="4006800" y="5233680"/>
              <a:ext cx="1293480" cy="61560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320" name="CustomShape 60"/>
            <p:cNvSpPr/>
            <p:nvPr/>
          </p:nvSpPr>
          <p:spPr>
            <a:xfrm>
              <a:off x="4054320" y="5352840"/>
              <a:ext cx="627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agent</a:t>
              </a:r>
              <a:endParaRPr lang="nl-NL" sz="1400" b="0" strike="noStrike" spc="-1">
                <a:latin typeface="Calibri"/>
              </a:endParaRPr>
            </a:p>
          </p:txBody>
        </p:sp>
        <p:grpSp>
          <p:nvGrpSpPr>
            <p:cNvPr id="321" name="Group 61"/>
            <p:cNvGrpSpPr/>
            <p:nvPr/>
          </p:nvGrpSpPr>
          <p:grpSpPr>
            <a:xfrm>
              <a:off x="4558680" y="5352120"/>
              <a:ext cx="565200" cy="370800"/>
              <a:chOff x="4558680" y="5352120"/>
              <a:chExt cx="565200" cy="370800"/>
            </a:xfrm>
          </p:grpSpPr>
          <p:sp>
            <p:nvSpPr>
              <p:cNvPr id="322" name="CustomShape 62"/>
              <p:cNvSpPr/>
              <p:nvPr/>
            </p:nvSpPr>
            <p:spPr>
              <a:xfrm>
                <a:off x="4610160" y="5385960"/>
                <a:ext cx="513720" cy="336960"/>
              </a:xfrm>
              <a:prstGeom prst="rect">
                <a:avLst/>
              </a:prstGeom>
              <a:solidFill>
                <a:schemeClr val="accent2"/>
              </a:solidFill>
              <a:ln w="9360">
                <a:solidFill>
                  <a:schemeClr val="accent2"/>
                </a:solidFill>
                <a:miter/>
              </a:ln>
            </p:spPr>
            <p:style>
              <a:lnRef idx="0">
                <a:scrgbClr r="0" g="0" b="0"/>
              </a:lnRef>
              <a:fillRef idx="0">
                <a:scrgbClr r="0" g="0" b="0"/>
              </a:fillRef>
              <a:effectRef idx="0">
                <a:scrgbClr r="0" g="0" b="0"/>
              </a:effectRef>
              <a:fontRef idx="minor"/>
            </p:style>
          </p:sp>
          <p:sp>
            <p:nvSpPr>
              <p:cNvPr id="323" name="CustomShape 63"/>
              <p:cNvSpPr/>
              <p:nvPr/>
            </p:nvSpPr>
            <p:spPr>
              <a:xfrm>
                <a:off x="4558680" y="5352120"/>
                <a:ext cx="528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FFFF"/>
                    </a:solidFill>
                    <a:latin typeface="Arial"/>
                    <a:ea typeface="ＭＳ Ｐゴシック"/>
                  </a:rPr>
                  <a:t>data</a:t>
                </a:r>
                <a:endParaRPr lang="nl-NL" sz="1400" b="0" strike="noStrike" spc="-1">
                  <a:latin typeface="Calibri"/>
                </a:endParaRPr>
              </a:p>
            </p:txBody>
          </p:sp>
        </p:grpSp>
      </p:grpSp>
      <p:grpSp>
        <p:nvGrpSpPr>
          <p:cNvPr id="324" name="Group 64"/>
          <p:cNvGrpSpPr/>
          <p:nvPr/>
        </p:nvGrpSpPr>
        <p:grpSpPr>
          <a:xfrm>
            <a:off x="3855960" y="2430000"/>
            <a:ext cx="1293480" cy="614160"/>
            <a:chOff x="3855960" y="2430000"/>
            <a:chExt cx="1293480" cy="614160"/>
          </a:xfrm>
        </p:grpSpPr>
        <p:sp>
          <p:nvSpPr>
            <p:cNvPr id="325" name="CustomShape 65"/>
            <p:cNvSpPr/>
            <p:nvPr/>
          </p:nvSpPr>
          <p:spPr>
            <a:xfrm>
              <a:off x="3855960" y="2430000"/>
              <a:ext cx="1293480" cy="61416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326" name="CustomShape 66"/>
            <p:cNvSpPr/>
            <p:nvPr/>
          </p:nvSpPr>
          <p:spPr>
            <a:xfrm>
              <a:off x="3903480" y="2549160"/>
              <a:ext cx="627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agent</a:t>
              </a:r>
              <a:endParaRPr lang="nl-NL" sz="1400" b="0" strike="noStrike" spc="-1">
                <a:latin typeface="Calibri"/>
              </a:endParaRPr>
            </a:p>
          </p:txBody>
        </p:sp>
        <p:grpSp>
          <p:nvGrpSpPr>
            <p:cNvPr id="327" name="Group 67"/>
            <p:cNvGrpSpPr/>
            <p:nvPr/>
          </p:nvGrpSpPr>
          <p:grpSpPr>
            <a:xfrm>
              <a:off x="4407840" y="2548440"/>
              <a:ext cx="565200" cy="369720"/>
              <a:chOff x="4407840" y="2548440"/>
              <a:chExt cx="565200" cy="369720"/>
            </a:xfrm>
          </p:grpSpPr>
          <p:sp>
            <p:nvSpPr>
              <p:cNvPr id="328" name="CustomShape 68"/>
              <p:cNvSpPr/>
              <p:nvPr/>
            </p:nvSpPr>
            <p:spPr>
              <a:xfrm>
                <a:off x="4459320" y="2580480"/>
                <a:ext cx="513720" cy="337680"/>
              </a:xfrm>
              <a:prstGeom prst="rect">
                <a:avLst/>
              </a:prstGeom>
              <a:solidFill>
                <a:schemeClr val="accent2"/>
              </a:solidFill>
              <a:ln w="9360">
                <a:solidFill>
                  <a:schemeClr val="accent2"/>
                </a:solidFill>
                <a:miter/>
              </a:ln>
            </p:spPr>
            <p:style>
              <a:lnRef idx="0">
                <a:scrgbClr r="0" g="0" b="0"/>
              </a:lnRef>
              <a:fillRef idx="0">
                <a:scrgbClr r="0" g="0" b="0"/>
              </a:fillRef>
              <a:effectRef idx="0">
                <a:scrgbClr r="0" g="0" b="0"/>
              </a:effectRef>
              <a:fontRef idx="minor"/>
            </p:style>
          </p:sp>
          <p:sp>
            <p:nvSpPr>
              <p:cNvPr id="329" name="CustomShape 69"/>
              <p:cNvSpPr/>
              <p:nvPr/>
            </p:nvSpPr>
            <p:spPr>
              <a:xfrm>
                <a:off x="4407840" y="2548440"/>
                <a:ext cx="528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FFFF"/>
                    </a:solidFill>
                    <a:latin typeface="Arial"/>
                    <a:ea typeface="ＭＳ Ｐゴシック"/>
                  </a:rPr>
                  <a:t>data</a:t>
                </a:r>
                <a:endParaRPr lang="nl-NL" sz="1400" b="0" strike="noStrike" spc="-1">
                  <a:latin typeface="Calibri"/>
                </a:endParaRPr>
              </a:p>
            </p:txBody>
          </p:sp>
        </p:grpSp>
      </p:grpSp>
      <p:grpSp>
        <p:nvGrpSpPr>
          <p:cNvPr id="330" name="Group 70"/>
          <p:cNvGrpSpPr/>
          <p:nvPr/>
        </p:nvGrpSpPr>
        <p:grpSpPr>
          <a:xfrm>
            <a:off x="49320" y="2742840"/>
            <a:ext cx="4046400" cy="2670120"/>
            <a:chOff x="49320" y="2742840"/>
            <a:chExt cx="4046400" cy="2670120"/>
          </a:xfrm>
        </p:grpSpPr>
        <p:sp>
          <p:nvSpPr>
            <p:cNvPr id="331" name="CustomShape 71"/>
            <p:cNvSpPr/>
            <p:nvPr/>
          </p:nvSpPr>
          <p:spPr>
            <a:xfrm>
              <a:off x="49320" y="3876480"/>
              <a:ext cx="1365120" cy="8204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r">
                <a:lnSpc>
                  <a:spcPct val="100000"/>
                </a:lnSpc>
              </a:pPr>
              <a:r>
                <a:rPr lang="en-US" sz="1600" b="0" i="1" strike="noStrike" spc="-1">
                  <a:solidFill>
                    <a:srgbClr val="000099"/>
                  </a:solidFill>
                  <a:latin typeface="Arial"/>
                  <a:ea typeface="ＭＳ Ｐゴシック"/>
                </a:rPr>
                <a:t>network</a:t>
              </a:r>
              <a:endParaRPr lang="nl-NL" sz="1600" b="0" strike="noStrike" spc="-1">
                <a:latin typeface="Calibri"/>
              </a:endParaRPr>
            </a:p>
            <a:p>
              <a:pPr algn="r">
                <a:lnSpc>
                  <a:spcPct val="100000"/>
                </a:lnSpc>
              </a:pPr>
              <a:r>
                <a:rPr lang="en-US" sz="1600" b="0" i="1" strike="noStrike" spc="-1">
                  <a:solidFill>
                    <a:srgbClr val="000099"/>
                  </a:solidFill>
                  <a:latin typeface="Arial"/>
                  <a:ea typeface="ＭＳ Ｐゴシック"/>
                </a:rPr>
                <a:t>management</a:t>
              </a:r>
              <a:endParaRPr lang="nl-NL" sz="1600" b="0" strike="noStrike" spc="-1">
                <a:latin typeface="Calibri"/>
              </a:endParaRPr>
            </a:p>
            <a:p>
              <a:pPr algn="r">
                <a:lnSpc>
                  <a:spcPct val="100000"/>
                </a:lnSpc>
              </a:pPr>
              <a:r>
                <a:rPr lang="en-US" sz="1600" b="0" i="1" strike="noStrike" spc="-1">
                  <a:solidFill>
                    <a:srgbClr val="000099"/>
                  </a:solidFill>
                  <a:latin typeface="Arial"/>
                  <a:ea typeface="ＭＳ Ｐゴシック"/>
                </a:rPr>
                <a:t>protocol</a:t>
              </a:r>
              <a:endParaRPr lang="nl-NL" sz="1600" b="0" strike="noStrike" spc="-1">
                <a:latin typeface="Calibri"/>
              </a:endParaRPr>
            </a:p>
          </p:txBody>
        </p:sp>
        <p:sp>
          <p:nvSpPr>
            <p:cNvPr id="332" name="Line 72"/>
            <p:cNvSpPr/>
            <p:nvPr/>
          </p:nvSpPr>
          <p:spPr>
            <a:xfrm>
              <a:off x="2209680" y="3414240"/>
              <a:ext cx="1886040" cy="1657440"/>
            </a:xfrm>
            <a:prstGeom prst="line">
              <a:avLst/>
            </a:prstGeom>
            <a:ln w="38160">
              <a:solidFill>
                <a:schemeClr val="accent2"/>
              </a:solidFill>
              <a:round/>
              <a:headEnd type="triangle" w="med" len="med"/>
              <a:tailEnd type="triangle" w="med" len="med"/>
            </a:ln>
          </p:spPr>
          <p:style>
            <a:lnRef idx="0">
              <a:scrgbClr r="0" g="0" b="0"/>
            </a:lnRef>
            <a:fillRef idx="0">
              <a:scrgbClr r="0" g="0" b="0"/>
            </a:fillRef>
            <a:effectRef idx="0">
              <a:scrgbClr r="0" g="0" b="0"/>
            </a:effectRef>
            <a:fontRef idx="minor"/>
          </p:style>
        </p:sp>
        <p:sp>
          <p:nvSpPr>
            <p:cNvPr id="333" name="Line 73"/>
            <p:cNvSpPr/>
            <p:nvPr/>
          </p:nvSpPr>
          <p:spPr>
            <a:xfrm flipV="1">
              <a:off x="2409480" y="2742840"/>
              <a:ext cx="1432080" cy="242640"/>
            </a:xfrm>
            <a:prstGeom prst="line">
              <a:avLst/>
            </a:prstGeom>
            <a:ln w="38160">
              <a:solidFill>
                <a:schemeClr val="accent2"/>
              </a:solidFill>
              <a:round/>
              <a:headEnd type="triangle" w="med" len="med"/>
              <a:tailEnd type="triangle" w="med" len="med"/>
            </a:ln>
          </p:spPr>
          <p:style>
            <a:lnRef idx="0">
              <a:scrgbClr r="0" g="0" b="0"/>
            </a:lnRef>
            <a:fillRef idx="0">
              <a:scrgbClr r="0" g="0" b="0"/>
            </a:fillRef>
            <a:effectRef idx="0">
              <a:scrgbClr r="0" g="0" b="0"/>
            </a:effectRef>
            <a:fontRef idx="minor"/>
          </p:style>
        </p:sp>
        <p:sp>
          <p:nvSpPr>
            <p:cNvPr id="334" name="Line 74"/>
            <p:cNvSpPr/>
            <p:nvPr/>
          </p:nvSpPr>
          <p:spPr>
            <a:xfrm>
              <a:off x="2428560" y="3242880"/>
              <a:ext cx="1667160" cy="637920"/>
            </a:xfrm>
            <a:prstGeom prst="line">
              <a:avLst/>
            </a:prstGeom>
            <a:ln w="38160">
              <a:solidFill>
                <a:schemeClr val="accent2"/>
              </a:solidFill>
              <a:round/>
              <a:headEnd type="triangle" w="med" len="med"/>
              <a:tailEnd type="triangle" w="med" len="med"/>
            </a:ln>
          </p:spPr>
          <p:style>
            <a:lnRef idx="0">
              <a:scrgbClr r="0" g="0" b="0"/>
            </a:lnRef>
            <a:fillRef idx="0">
              <a:scrgbClr r="0" g="0" b="0"/>
            </a:fillRef>
            <a:effectRef idx="0">
              <a:scrgbClr r="0" g="0" b="0"/>
            </a:effectRef>
            <a:fontRef idx="minor"/>
          </p:style>
        </p:sp>
        <p:sp>
          <p:nvSpPr>
            <p:cNvPr id="335" name="Line 75"/>
            <p:cNvSpPr/>
            <p:nvPr/>
          </p:nvSpPr>
          <p:spPr>
            <a:xfrm>
              <a:off x="1485720" y="3531600"/>
              <a:ext cx="369720" cy="1881360"/>
            </a:xfrm>
            <a:prstGeom prst="line">
              <a:avLst/>
            </a:prstGeom>
            <a:ln w="38160">
              <a:solidFill>
                <a:schemeClr val="accent2"/>
              </a:solidFill>
              <a:round/>
              <a:headEnd type="triangle" w="med" len="med"/>
              <a:tailEnd type="triangle" w="med" len="med"/>
            </a:ln>
          </p:spPr>
          <p:style>
            <a:lnRef idx="0">
              <a:scrgbClr r="0" g="0" b="0"/>
            </a:lnRef>
            <a:fillRef idx="0">
              <a:scrgbClr r="0" g="0" b="0"/>
            </a:fillRef>
            <a:effectRef idx="0">
              <a:scrgbClr r="0" g="0" b="0"/>
            </a:effectRef>
            <a:fontRef idx="minor"/>
          </p:style>
        </p:sp>
        <p:sp>
          <p:nvSpPr>
            <p:cNvPr id="336" name="Line 76"/>
            <p:cNvSpPr/>
            <p:nvPr/>
          </p:nvSpPr>
          <p:spPr>
            <a:xfrm>
              <a:off x="1800000" y="3525480"/>
              <a:ext cx="479520" cy="763560"/>
            </a:xfrm>
            <a:prstGeom prst="line">
              <a:avLst/>
            </a:prstGeom>
            <a:ln w="38160">
              <a:solidFill>
                <a:schemeClr val="accent2"/>
              </a:solidFill>
              <a:round/>
              <a:headEnd type="triangle" w="med" len="med"/>
              <a:tailEnd type="triangle" w="med" len="med"/>
            </a:ln>
          </p:spPr>
          <p:style>
            <a:lnRef idx="0">
              <a:scrgbClr r="0" g="0" b="0"/>
            </a:lnRef>
            <a:fillRef idx="0">
              <a:scrgbClr r="0" g="0" b="0"/>
            </a:fillRef>
            <a:effectRef idx="0">
              <a:scrgbClr r="0" g="0" b="0"/>
            </a:effectRef>
            <a:fontRef idx="minor"/>
          </p:style>
        </p:sp>
      </p:grpSp>
      <p:sp>
        <p:nvSpPr>
          <p:cNvPr id="337" name="CustomShape 77"/>
          <p:cNvSpPr/>
          <p:nvPr/>
        </p:nvSpPr>
        <p:spPr>
          <a:xfrm>
            <a:off x="1485000" y="4815000"/>
            <a:ext cx="16714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managed device</a:t>
            </a:r>
            <a:endParaRPr lang="nl-NL" sz="1600" b="0" strike="noStrike" spc="-1">
              <a:latin typeface="Calibri"/>
            </a:endParaRPr>
          </a:p>
        </p:txBody>
      </p:sp>
      <p:grpSp>
        <p:nvGrpSpPr>
          <p:cNvPr id="338" name="Group 78"/>
          <p:cNvGrpSpPr/>
          <p:nvPr/>
        </p:nvGrpSpPr>
        <p:grpSpPr>
          <a:xfrm>
            <a:off x="1859040" y="4290840"/>
            <a:ext cx="1293480" cy="615600"/>
            <a:chOff x="1859040" y="4290840"/>
            <a:chExt cx="1293480" cy="615600"/>
          </a:xfrm>
        </p:grpSpPr>
        <p:sp>
          <p:nvSpPr>
            <p:cNvPr id="339" name="CustomShape 79"/>
            <p:cNvSpPr/>
            <p:nvPr/>
          </p:nvSpPr>
          <p:spPr>
            <a:xfrm>
              <a:off x="1859040" y="4290840"/>
              <a:ext cx="1293480" cy="61560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340" name="CustomShape 80"/>
            <p:cNvSpPr/>
            <p:nvPr/>
          </p:nvSpPr>
          <p:spPr>
            <a:xfrm>
              <a:off x="1906200" y="4409640"/>
              <a:ext cx="627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agent</a:t>
              </a:r>
              <a:endParaRPr lang="nl-NL" sz="1400" b="0" strike="noStrike" spc="-1">
                <a:latin typeface="Calibri"/>
              </a:endParaRPr>
            </a:p>
          </p:txBody>
        </p:sp>
        <p:grpSp>
          <p:nvGrpSpPr>
            <p:cNvPr id="341" name="Group 81"/>
            <p:cNvGrpSpPr/>
            <p:nvPr/>
          </p:nvGrpSpPr>
          <p:grpSpPr>
            <a:xfrm>
              <a:off x="2410560" y="4409280"/>
              <a:ext cx="565560" cy="370800"/>
              <a:chOff x="2410560" y="4409280"/>
              <a:chExt cx="565560" cy="370800"/>
            </a:xfrm>
          </p:grpSpPr>
          <p:sp>
            <p:nvSpPr>
              <p:cNvPr id="342" name="CustomShape 82"/>
              <p:cNvSpPr/>
              <p:nvPr/>
            </p:nvSpPr>
            <p:spPr>
              <a:xfrm>
                <a:off x="2462400" y="4443120"/>
                <a:ext cx="513720" cy="336960"/>
              </a:xfrm>
              <a:prstGeom prst="rect">
                <a:avLst/>
              </a:prstGeom>
              <a:solidFill>
                <a:schemeClr val="accent2"/>
              </a:solidFill>
              <a:ln w="9360">
                <a:solidFill>
                  <a:schemeClr val="accent2"/>
                </a:solidFill>
                <a:miter/>
              </a:ln>
            </p:spPr>
            <p:style>
              <a:lnRef idx="0">
                <a:scrgbClr r="0" g="0" b="0"/>
              </a:lnRef>
              <a:fillRef idx="0">
                <a:scrgbClr r="0" g="0" b="0"/>
              </a:fillRef>
              <a:effectRef idx="0">
                <a:scrgbClr r="0" g="0" b="0"/>
              </a:effectRef>
              <a:fontRef idx="minor"/>
            </p:style>
          </p:sp>
          <p:sp>
            <p:nvSpPr>
              <p:cNvPr id="343" name="CustomShape 83"/>
              <p:cNvSpPr/>
              <p:nvPr/>
            </p:nvSpPr>
            <p:spPr>
              <a:xfrm>
                <a:off x="2410560" y="4409280"/>
                <a:ext cx="528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FFFF"/>
                    </a:solidFill>
                    <a:latin typeface="Arial"/>
                    <a:ea typeface="ＭＳ Ｐゴシック"/>
                  </a:rPr>
                  <a:t>data</a:t>
                </a:r>
                <a:endParaRPr lang="nl-NL" sz="1400" b="0" strike="noStrike" spc="-1">
                  <a:latin typeface="Calibri"/>
                </a:endParaRPr>
              </a:p>
            </p:txBody>
          </p:sp>
        </p:grpSp>
      </p:grpSp>
      <p:grpSp>
        <p:nvGrpSpPr>
          <p:cNvPr id="344" name="Group 84"/>
          <p:cNvGrpSpPr/>
          <p:nvPr/>
        </p:nvGrpSpPr>
        <p:grpSpPr>
          <a:xfrm>
            <a:off x="2525760" y="5669640"/>
            <a:ext cx="687600" cy="403560"/>
            <a:chOff x="2525760" y="5669640"/>
            <a:chExt cx="687600" cy="403560"/>
          </a:xfrm>
        </p:grpSpPr>
        <p:sp>
          <p:nvSpPr>
            <p:cNvPr id="345" name="CustomShape 85"/>
            <p:cNvSpPr/>
            <p:nvPr/>
          </p:nvSpPr>
          <p:spPr>
            <a:xfrm flipV="1">
              <a:off x="2527920" y="577728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6" name="CustomShape 86"/>
            <p:cNvSpPr/>
            <p:nvPr/>
          </p:nvSpPr>
          <p:spPr>
            <a:xfrm>
              <a:off x="2526120" y="582120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7" name="CustomShape 87"/>
            <p:cNvSpPr/>
            <p:nvPr/>
          </p:nvSpPr>
          <p:spPr>
            <a:xfrm flipV="1">
              <a:off x="2526120" y="566964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8" name="CustomShape 88"/>
            <p:cNvSpPr/>
            <p:nvPr/>
          </p:nvSpPr>
          <p:spPr>
            <a:xfrm>
              <a:off x="2701800" y="575964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49" name="CustomShape 89"/>
            <p:cNvSpPr/>
            <p:nvPr/>
          </p:nvSpPr>
          <p:spPr>
            <a:xfrm>
              <a:off x="2666880" y="572220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0" name="CustomShape 90"/>
            <p:cNvSpPr/>
            <p:nvPr/>
          </p:nvSpPr>
          <p:spPr>
            <a:xfrm>
              <a:off x="2931480" y="581004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1" name="CustomShape 91"/>
            <p:cNvSpPr/>
            <p:nvPr/>
          </p:nvSpPr>
          <p:spPr>
            <a:xfrm>
              <a:off x="2659320" y="581220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52" name="Line 92"/>
            <p:cNvSpPr/>
            <p:nvPr/>
          </p:nvSpPr>
          <p:spPr>
            <a:xfrm flipH="1" flipV="1">
              <a:off x="2525760" y="581652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353" name="Line 93"/>
            <p:cNvSpPr/>
            <p:nvPr/>
          </p:nvSpPr>
          <p:spPr>
            <a:xfrm flipH="1" flipV="1">
              <a:off x="3211200" y="581436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sp>
        <p:nvSpPr>
          <p:cNvPr id="354" name="Line 94"/>
          <p:cNvSpPr/>
          <p:nvPr/>
        </p:nvSpPr>
        <p:spPr>
          <a:xfrm flipV="1">
            <a:off x="2201760" y="5916240"/>
            <a:ext cx="350640" cy="4680"/>
          </a:xfrm>
          <a:prstGeom prst="line">
            <a:avLst/>
          </a:prstGeom>
          <a:ln w="19080">
            <a:solidFill>
              <a:schemeClr val="tx1"/>
            </a:solidFill>
            <a:round/>
          </a:ln>
        </p:spPr>
        <p:style>
          <a:lnRef idx="0">
            <a:scrgbClr r="0" g="0" b="0"/>
          </a:lnRef>
          <a:fillRef idx="0">
            <a:scrgbClr r="0" g="0" b="0"/>
          </a:fillRef>
          <a:effectRef idx="0">
            <a:scrgbClr r="0" g="0" b="0"/>
          </a:effectRef>
          <a:fontRef idx="minor"/>
        </p:style>
      </p:sp>
      <p:grpSp>
        <p:nvGrpSpPr>
          <p:cNvPr id="355" name="Group 95"/>
          <p:cNvGrpSpPr/>
          <p:nvPr/>
        </p:nvGrpSpPr>
        <p:grpSpPr>
          <a:xfrm>
            <a:off x="1459080" y="5420880"/>
            <a:ext cx="1292040" cy="614160"/>
            <a:chOff x="1459080" y="5420880"/>
            <a:chExt cx="1292040" cy="614160"/>
          </a:xfrm>
        </p:grpSpPr>
        <p:sp>
          <p:nvSpPr>
            <p:cNvPr id="356" name="CustomShape 96"/>
            <p:cNvSpPr/>
            <p:nvPr/>
          </p:nvSpPr>
          <p:spPr>
            <a:xfrm>
              <a:off x="1459080" y="5420880"/>
              <a:ext cx="1292040" cy="61416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357" name="CustomShape 97"/>
            <p:cNvSpPr/>
            <p:nvPr/>
          </p:nvSpPr>
          <p:spPr>
            <a:xfrm>
              <a:off x="1506240" y="5540040"/>
              <a:ext cx="627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agent</a:t>
              </a:r>
              <a:endParaRPr lang="nl-NL" sz="1400" b="0" strike="noStrike" spc="-1">
                <a:latin typeface="Calibri"/>
              </a:endParaRPr>
            </a:p>
          </p:txBody>
        </p:sp>
        <p:grpSp>
          <p:nvGrpSpPr>
            <p:cNvPr id="358" name="Group 98"/>
            <p:cNvGrpSpPr/>
            <p:nvPr/>
          </p:nvGrpSpPr>
          <p:grpSpPr>
            <a:xfrm>
              <a:off x="2010240" y="5538960"/>
              <a:ext cx="564120" cy="370080"/>
              <a:chOff x="2010240" y="5538960"/>
              <a:chExt cx="564120" cy="370080"/>
            </a:xfrm>
          </p:grpSpPr>
          <p:sp>
            <p:nvSpPr>
              <p:cNvPr id="359" name="CustomShape 99"/>
              <p:cNvSpPr/>
              <p:nvPr/>
            </p:nvSpPr>
            <p:spPr>
              <a:xfrm>
                <a:off x="2061360" y="5571360"/>
                <a:ext cx="513000" cy="337680"/>
              </a:xfrm>
              <a:prstGeom prst="rect">
                <a:avLst/>
              </a:prstGeom>
              <a:solidFill>
                <a:schemeClr val="accent2"/>
              </a:solidFill>
              <a:ln w="9360">
                <a:solidFill>
                  <a:schemeClr val="accent2"/>
                </a:solidFill>
                <a:miter/>
              </a:ln>
            </p:spPr>
            <p:style>
              <a:lnRef idx="0">
                <a:scrgbClr r="0" g="0" b="0"/>
              </a:lnRef>
              <a:fillRef idx="0">
                <a:scrgbClr r="0" g="0" b="0"/>
              </a:fillRef>
              <a:effectRef idx="0">
                <a:scrgbClr r="0" g="0" b="0"/>
              </a:effectRef>
              <a:fontRef idx="minor"/>
            </p:style>
          </p:sp>
          <p:sp>
            <p:nvSpPr>
              <p:cNvPr id="360" name="CustomShape 100"/>
              <p:cNvSpPr/>
              <p:nvPr/>
            </p:nvSpPr>
            <p:spPr>
              <a:xfrm>
                <a:off x="2010240" y="5538960"/>
                <a:ext cx="528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FFFF"/>
                    </a:solidFill>
                    <a:latin typeface="Arial"/>
                    <a:ea typeface="ＭＳ Ｐゴシック"/>
                  </a:rPr>
                  <a:t>data</a:t>
                </a:r>
                <a:endParaRPr lang="nl-NL" sz="1400" b="0" strike="noStrike" spc="-1">
                  <a:latin typeface="Calibri"/>
                </a:endParaRPr>
              </a:p>
            </p:txBody>
          </p:sp>
        </p:grpSp>
      </p:grpSp>
      <p:grpSp>
        <p:nvGrpSpPr>
          <p:cNvPr id="361" name="Group 101"/>
          <p:cNvGrpSpPr/>
          <p:nvPr/>
        </p:nvGrpSpPr>
        <p:grpSpPr>
          <a:xfrm>
            <a:off x="3715560" y="3945240"/>
            <a:ext cx="687600" cy="403200"/>
            <a:chOff x="3715560" y="3945240"/>
            <a:chExt cx="687600" cy="403200"/>
          </a:xfrm>
        </p:grpSpPr>
        <p:sp>
          <p:nvSpPr>
            <p:cNvPr id="362" name="CustomShape 102"/>
            <p:cNvSpPr/>
            <p:nvPr/>
          </p:nvSpPr>
          <p:spPr>
            <a:xfrm flipV="1">
              <a:off x="3717720" y="405252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3" name="CustomShape 103"/>
            <p:cNvSpPr/>
            <p:nvPr/>
          </p:nvSpPr>
          <p:spPr>
            <a:xfrm>
              <a:off x="3715920" y="409644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4" name="CustomShape 104"/>
            <p:cNvSpPr/>
            <p:nvPr/>
          </p:nvSpPr>
          <p:spPr>
            <a:xfrm flipV="1">
              <a:off x="3715920" y="394524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5" name="CustomShape 105"/>
            <p:cNvSpPr/>
            <p:nvPr/>
          </p:nvSpPr>
          <p:spPr>
            <a:xfrm>
              <a:off x="3891600" y="403524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6" name="CustomShape 106"/>
            <p:cNvSpPr/>
            <p:nvPr/>
          </p:nvSpPr>
          <p:spPr>
            <a:xfrm>
              <a:off x="3856680" y="399780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7" name="CustomShape 107"/>
            <p:cNvSpPr/>
            <p:nvPr/>
          </p:nvSpPr>
          <p:spPr>
            <a:xfrm>
              <a:off x="4121280" y="408564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8" name="CustomShape 108"/>
            <p:cNvSpPr/>
            <p:nvPr/>
          </p:nvSpPr>
          <p:spPr>
            <a:xfrm>
              <a:off x="3849120" y="408780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69" name="Line 109"/>
            <p:cNvSpPr/>
            <p:nvPr/>
          </p:nvSpPr>
          <p:spPr>
            <a:xfrm flipH="1" flipV="1">
              <a:off x="3715560" y="409212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370" name="Line 110"/>
            <p:cNvSpPr/>
            <p:nvPr/>
          </p:nvSpPr>
          <p:spPr>
            <a:xfrm flipH="1" flipV="1">
              <a:off x="4401000" y="408996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sp>
        <p:nvSpPr>
          <p:cNvPr id="371" name="Line 111"/>
          <p:cNvSpPr/>
          <p:nvPr/>
        </p:nvSpPr>
        <p:spPr>
          <a:xfrm flipV="1">
            <a:off x="4410000" y="4219200"/>
            <a:ext cx="350640" cy="2880"/>
          </a:xfrm>
          <a:prstGeom prst="line">
            <a:avLst/>
          </a:prstGeom>
          <a:ln w="19080">
            <a:solidFill>
              <a:schemeClr val="tx1"/>
            </a:solidFill>
            <a:round/>
          </a:ln>
        </p:spPr>
        <p:style>
          <a:lnRef idx="0">
            <a:scrgbClr r="0" g="0" b="0"/>
          </a:lnRef>
          <a:fillRef idx="0">
            <a:scrgbClr r="0" g="0" b="0"/>
          </a:fillRef>
          <a:effectRef idx="0">
            <a:scrgbClr r="0" g="0" b="0"/>
          </a:effectRef>
          <a:fontRef idx="minor"/>
        </p:style>
      </p:sp>
      <p:grpSp>
        <p:nvGrpSpPr>
          <p:cNvPr id="372" name="Group 112"/>
          <p:cNvGrpSpPr/>
          <p:nvPr/>
        </p:nvGrpSpPr>
        <p:grpSpPr>
          <a:xfrm>
            <a:off x="4013280" y="3628800"/>
            <a:ext cx="1292040" cy="614160"/>
            <a:chOff x="4013280" y="3628800"/>
            <a:chExt cx="1292040" cy="614160"/>
          </a:xfrm>
        </p:grpSpPr>
        <p:sp>
          <p:nvSpPr>
            <p:cNvPr id="373" name="CustomShape 113"/>
            <p:cNvSpPr/>
            <p:nvPr/>
          </p:nvSpPr>
          <p:spPr>
            <a:xfrm>
              <a:off x="4013280" y="3628800"/>
              <a:ext cx="1292040" cy="61416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374" name="CustomShape 114"/>
            <p:cNvSpPr/>
            <p:nvPr/>
          </p:nvSpPr>
          <p:spPr>
            <a:xfrm>
              <a:off x="4060440" y="3747600"/>
              <a:ext cx="627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agent</a:t>
              </a:r>
              <a:endParaRPr lang="nl-NL" sz="1400" b="0" strike="noStrike" spc="-1">
                <a:latin typeface="Calibri"/>
              </a:endParaRPr>
            </a:p>
          </p:txBody>
        </p:sp>
        <p:grpSp>
          <p:nvGrpSpPr>
            <p:cNvPr id="375" name="Group 115"/>
            <p:cNvGrpSpPr/>
            <p:nvPr/>
          </p:nvGrpSpPr>
          <p:grpSpPr>
            <a:xfrm>
              <a:off x="4564800" y="3746880"/>
              <a:ext cx="563760" cy="369720"/>
              <a:chOff x="4564800" y="3746880"/>
              <a:chExt cx="563760" cy="369720"/>
            </a:xfrm>
          </p:grpSpPr>
          <p:sp>
            <p:nvSpPr>
              <p:cNvPr id="376" name="CustomShape 116"/>
              <p:cNvSpPr/>
              <p:nvPr/>
            </p:nvSpPr>
            <p:spPr>
              <a:xfrm>
                <a:off x="4615560" y="3778920"/>
                <a:ext cx="513000" cy="337680"/>
              </a:xfrm>
              <a:prstGeom prst="rect">
                <a:avLst/>
              </a:prstGeom>
              <a:solidFill>
                <a:schemeClr val="accent2"/>
              </a:solidFill>
              <a:ln w="9360">
                <a:solidFill>
                  <a:schemeClr val="accent2"/>
                </a:solidFill>
                <a:miter/>
              </a:ln>
            </p:spPr>
            <p:style>
              <a:lnRef idx="0">
                <a:scrgbClr r="0" g="0" b="0"/>
              </a:lnRef>
              <a:fillRef idx="0">
                <a:scrgbClr r="0" g="0" b="0"/>
              </a:fillRef>
              <a:effectRef idx="0">
                <a:scrgbClr r="0" g="0" b="0"/>
              </a:effectRef>
              <a:fontRef idx="minor"/>
            </p:style>
          </p:sp>
          <p:sp>
            <p:nvSpPr>
              <p:cNvPr id="377" name="CustomShape 117"/>
              <p:cNvSpPr/>
              <p:nvPr/>
            </p:nvSpPr>
            <p:spPr>
              <a:xfrm>
                <a:off x="4564800" y="3746880"/>
                <a:ext cx="5284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FFFFFF"/>
                    </a:solidFill>
                    <a:latin typeface="Arial"/>
                    <a:ea typeface="ＭＳ Ｐゴシック"/>
                  </a:rPr>
                  <a:t>data</a:t>
                </a:r>
                <a:endParaRPr lang="nl-NL" sz="1400" b="0" strike="noStrike" spc="-1">
                  <a:latin typeface="Calibri"/>
                </a:endParaRPr>
              </a:p>
            </p:txBody>
          </p:sp>
        </p:grpSp>
      </p:grpSp>
      <p:sp>
        <p:nvSpPr>
          <p:cNvPr id="378" name="TextShape 118"/>
          <p:cNvSpPr txBox="1"/>
          <p:nvPr/>
        </p:nvSpPr>
        <p:spPr>
          <a:xfrm>
            <a:off x="8255160" y="6124680"/>
            <a:ext cx="626760" cy="364680"/>
          </a:xfrm>
          <a:prstGeom prst="rect">
            <a:avLst/>
          </a:prstGeom>
          <a:noFill/>
          <a:ln>
            <a:noFill/>
          </a:ln>
        </p:spPr>
        <p:txBody>
          <a:bodyPr anchor="ctr">
            <a:noAutofit/>
          </a:bodyPr>
          <a:lstStyle/>
          <a:p>
            <a:pPr algn="r">
              <a:lnSpc>
                <a:spcPct val="100000"/>
              </a:lnSpc>
            </a:pPr>
            <a:fld id="{89CA2EFF-CF8B-4D1F-9D9C-9D7D1732AC5B}" type="slidenum">
              <a:rPr lang="nl-NL" sz="1000" b="0" strike="noStrike" spc="-1">
                <a:solidFill>
                  <a:srgbClr val="FFFFFF"/>
                </a:solidFill>
                <a:latin typeface="Arial"/>
                <a:ea typeface="ＭＳ Ｐゴシック"/>
              </a:rPr>
              <a:t>12</a:t>
            </a:fld>
            <a:endParaRPr lang="nl-NL" sz="1000" b="0" strike="noStrike" spc="-1">
              <a:latin typeface="Calibri"/>
            </a:endParaRPr>
          </a:p>
        </p:txBody>
      </p:sp>
      <p:sp>
        <p:nvSpPr>
          <p:cNvPr id="379" name="CustomShape 119"/>
          <p:cNvSpPr/>
          <p:nvPr/>
        </p:nvSpPr>
        <p:spPr>
          <a:xfrm>
            <a:off x="4360680" y="656208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9</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9" presetClass="entr"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Effect transition="in" filter="dissolve">
                                      <p:cBhvr additive="repl">
                                        <p:cTn id="7" dur="500"/>
                                        <p:tgtEl>
                                          <p:spTgt spid="318"/>
                                        </p:tgtEl>
                                      </p:cBhvr>
                                    </p:animEffect>
                                  </p:childTnLst>
                                </p:cTn>
                              </p:par>
                              <p:par>
                                <p:cTn id="8" presetID="9" presetClass="entr" fill="hold" nodeType="withEffect">
                                  <p:stCondLst>
                                    <p:cond delay="0"/>
                                  </p:stCondLst>
                                  <p:childTnLst>
                                    <p:set>
                                      <p:cBhvr>
                                        <p:cTn id="9" dur="1" fill="hold">
                                          <p:stCondLst>
                                            <p:cond delay="0"/>
                                          </p:stCondLst>
                                        </p:cTn>
                                        <p:tgtEl>
                                          <p:spTgt spid="372"/>
                                        </p:tgtEl>
                                        <p:attrNameLst>
                                          <p:attrName>style.visibility</p:attrName>
                                        </p:attrNameLst>
                                      </p:cBhvr>
                                      <p:to>
                                        <p:strVal val="visible"/>
                                      </p:to>
                                    </p:set>
                                    <p:animEffect transition="in" filter="dissolve">
                                      <p:cBhvr additive="repl">
                                        <p:cTn id="10" dur="500"/>
                                        <p:tgtEl>
                                          <p:spTgt spid="372"/>
                                        </p:tgtEl>
                                      </p:cBhvr>
                                    </p:animEffect>
                                  </p:childTnLst>
                                </p:cTn>
                              </p:par>
                              <p:par>
                                <p:cTn id="11" presetID="9" presetClass="entr" fill="hold" nodeType="withEffect">
                                  <p:stCondLst>
                                    <p:cond delay="0"/>
                                  </p:stCondLst>
                                  <p:childTnLst>
                                    <p:set>
                                      <p:cBhvr>
                                        <p:cTn id="12" dur="1" fill="hold">
                                          <p:stCondLst>
                                            <p:cond delay="0"/>
                                          </p:stCondLst>
                                        </p:cTn>
                                        <p:tgtEl>
                                          <p:spTgt spid="324"/>
                                        </p:tgtEl>
                                        <p:attrNameLst>
                                          <p:attrName>style.visibility</p:attrName>
                                        </p:attrNameLst>
                                      </p:cBhvr>
                                      <p:to>
                                        <p:strVal val="visible"/>
                                      </p:to>
                                    </p:set>
                                    <p:animEffect transition="in" filter="dissolve">
                                      <p:cBhvr additive="repl">
                                        <p:cTn id="13" dur="500"/>
                                        <p:tgtEl>
                                          <p:spTgt spid="324"/>
                                        </p:tgtEl>
                                      </p:cBhvr>
                                    </p:animEffect>
                                  </p:childTnLst>
                                </p:cTn>
                              </p:par>
                              <p:par>
                                <p:cTn id="14" presetID="9" presetClass="entr" fill="hold" nodeType="withEffect">
                                  <p:stCondLst>
                                    <p:cond delay="0"/>
                                  </p:stCondLst>
                                  <p:childTnLst>
                                    <p:set>
                                      <p:cBhvr>
                                        <p:cTn id="15" dur="1" fill="hold">
                                          <p:stCondLst>
                                            <p:cond delay="0"/>
                                          </p:stCondLst>
                                        </p:cTn>
                                        <p:tgtEl>
                                          <p:spTgt spid="338"/>
                                        </p:tgtEl>
                                        <p:attrNameLst>
                                          <p:attrName>style.visibility</p:attrName>
                                        </p:attrNameLst>
                                      </p:cBhvr>
                                      <p:to>
                                        <p:strVal val="visible"/>
                                      </p:to>
                                    </p:set>
                                    <p:animEffect transition="in" filter="dissolve">
                                      <p:cBhvr additive="repl">
                                        <p:cTn id="16" dur="500"/>
                                        <p:tgtEl>
                                          <p:spTgt spid="338"/>
                                        </p:tgtEl>
                                      </p:cBhvr>
                                    </p:animEffect>
                                  </p:childTnLst>
                                </p:cTn>
                              </p:par>
                              <p:par>
                                <p:cTn id="17" presetID="9" presetClass="entr" fill="hold" nodeType="withEffect">
                                  <p:stCondLst>
                                    <p:cond delay="0"/>
                                  </p:stCondLst>
                                  <p:childTnLst>
                                    <p:set>
                                      <p:cBhvr>
                                        <p:cTn id="18" dur="1" fill="hold">
                                          <p:stCondLst>
                                            <p:cond delay="0"/>
                                          </p:stCondLst>
                                        </p:cTn>
                                        <p:tgtEl>
                                          <p:spTgt spid="355"/>
                                        </p:tgtEl>
                                        <p:attrNameLst>
                                          <p:attrName>style.visibility</p:attrName>
                                        </p:attrNameLst>
                                      </p:cBhvr>
                                      <p:to>
                                        <p:strVal val="visible"/>
                                      </p:to>
                                    </p:set>
                                    <p:animEffect transition="in" filter="dissolve">
                                      <p:cBhvr additive="repl">
                                        <p:cTn id="19" dur="500"/>
                                        <p:tgtEl>
                                          <p:spTgt spid="355"/>
                                        </p:tgtEl>
                                      </p:cBhvr>
                                    </p:animEffect>
                                  </p:childTnLst>
                                </p:cTn>
                              </p:par>
                            </p:childTnLst>
                          </p:cTn>
                        </p:par>
                      </p:childTnLst>
                    </p:cTn>
                  </p:par>
                  <p:par>
                    <p:cTn id="20" fill="hold" nodeType="clickEffect">
                      <p:stCondLst>
                        <p:cond delay="indefinite"/>
                      </p:stCondLst>
                      <p:childTnLst>
                        <p:par>
                          <p:cTn id="21" fill="hold" nodeType="withEffect">
                            <p:stCondLst>
                              <p:cond delay="0"/>
                            </p:stCondLst>
                            <p:childTnLst>
                              <p:par>
                                <p:cTn id="22" presetID="9" presetClass="entr" fill="hold" nodeType="clickEffect">
                                  <p:stCondLst>
                                    <p:cond delay="0"/>
                                  </p:stCondLst>
                                  <p:childTnLst>
                                    <p:set>
                                      <p:cBhvr>
                                        <p:cTn id="23" dur="1" fill="hold">
                                          <p:stCondLst>
                                            <p:cond delay="0"/>
                                          </p:stCondLst>
                                        </p:cTn>
                                        <p:tgtEl>
                                          <p:spTgt spid="270"/>
                                        </p:tgtEl>
                                        <p:attrNameLst>
                                          <p:attrName>style.visibility</p:attrName>
                                        </p:attrNameLst>
                                      </p:cBhvr>
                                      <p:to>
                                        <p:strVal val="visible"/>
                                      </p:to>
                                    </p:set>
                                    <p:animEffect transition="in" filter="dissolve">
                                      <p:cBhvr additive="repl">
                                        <p:cTn id="24" dur="500"/>
                                        <p:tgtEl>
                                          <p:spTgt spid="270"/>
                                        </p:tgtEl>
                                      </p:cBhvr>
                                    </p:animEffect>
                                  </p:childTnLst>
                                </p:cTn>
                              </p:par>
                            </p:childTnLst>
                          </p:cTn>
                        </p:par>
                      </p:childTnLst>
                    </p:cTn>
                  </p:par>
                  <p:par>
                    <p:cTn id="25" fill="hold" nodeType="clickEffect">
                      <p:stCondLst>
                        <p:cond delay="indefinite"/>
                      </p:stCondLst>
                      <p:childTnLst>
                        <p:par>
                          <p:cTn id="26" fill="hold" nodeType="withEffect">
                            <p:stCondLst>
                              <p:cond delay="0"/>
                            </p:stCondLst>
                            <p:childTnLst>
                              <p:par>
                                <p:cTn id="27" presetID="9" presetClass="entr" fill="hold" nodeType="clickEffect">
                                  <p:stCondLst>
                                    <p:cond delay="0"/>
                                  </p:stCondLst>
                                  <p:childTnLst>
                                    <p:set>
                                      <p:cBhvr>
                                        <p:cTn id="28" dur="1" fill="hold">
                                          <p:stCondLst>
                                            <p:cond delay="0"/>
                                          </p:stCondLst>
                                        </p:cTn>
                                        <p:tgtEl>
                                          <p:spTgt spid="330"/>
                                        </p:tgtEl>
                                        <p:attrNameLst>
                                          <p:attrName>style.visibility</p:attrName>
                                        </p:attrNameLst>
                                      </p:cBhvr>
                                      <p:to>
                                        <p:strVal val="visible"/>
                                      </p:to>
                                    </p:set>
                                    <p:animEffect transition="in" filter="dissolve">
                                      <p:cBhvr additive="repl">
                                        <p:cTn id="29" dur="500"/>
                                        <p:tgtEl>
                                          <p:spTgt spid="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CustomShape 1"/>
          <p:cNvSpPr/>
          <p:nvPr/>
        </p:nvSpPr>
        <p:spPr>
          <a:xfrm rot="16383600">
            <a:off x="5235480" y="2469960"/>
            <a:ext cx="4057200" cy="2451960"/>
          </a:xfrm>
          <a:custGeom>
            <a:avLst/>
            <a:gdLst/>
            <a:ahLst/>
            <a:cxnLst/>
            <a:rect l="l" t="t"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381" name="CustomShape 2"/>
          <p:cNvSpPr/>
          <p:nvPr/>
        </p:nvSpPr>
        <p:spPr>
          <a:xfrm rot="16383600">
            <a:off x="1011240" y="2563560"/>
            <a:ext cx="4057200" cy="2451960"/>
          </a:xfrm>
          <a:custGeom>
            <a:avLst/>
            <a:gdLst/>
            <a:ahLst/>
            <a:cxnLst/>
            <a:rect l="l" t="t"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382" name="Line 3"/>
          <p:cNvSpPr/>
          <p:nvPr/>
        </p:nvSpPr>
        <p:spPr>
          <a:xfrm flipV="1">
            <a:off x="7246800" y="2712960"/>
            <a:ext cx="326880" cy="9619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383" name="Line 4"/>
          <p:cNvSpPr/>
          <p:nvPr/>
        </p:nvSpPr>
        <p:spPr>
          <a:xfrm flipV="1">
            <a:off x="7567560" y="3592440"/>
            <a:ext cx="182520" cy="1951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384" name="Line 5"/>
          <p:cNvSpPr/>
          <p:nvPr/>
        </p:nvSpPr>
        <p:spPr>
          <a:xfrm flipV="1">
            <a:off x="8388000" y="3576600"/>
            <a:ext cx="339840" cy="14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385" name="Line 6"/>
          <p:cNvSpPr/>
          <p:nvPr/>
        </p:nvSpPr>
        <p:spPr>
          <a:xfrm flipV="1">
            <a:off x="7061040" y="5143320"/>
            <a:ext cx="339840" cy="32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386" name="Line 7"/>
          <p:cNvSpPr/>
          <p:nvPr/>
        </p:nvSpPr>
        <p:spPr>
          <a:xfrm flipV="1">
            <a:off x="6175080" y="5138640"/>
            <a:ext cx="339840" cy="32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387" name="Line 8"/>
          <p:cNvSpPr/>
          <p:nvPr/>
        </p:nvSpPr>
        <p:spPr>
          <a:xfrm>
            <a:off x="7364160" y="3982680"/>
            <a:ext cx="468360" cy="574920"/>
          </a:xfrm>
          <a:prstGeom prst="line">
            <a:avLst/>
          </a:prstGeom>
          <a:ln w="19080">
            <a:solidFill>
              <a:schemeClr val="tx1"/>
            </a:solidFill>
            <a:round/>
          </a:ln>
        </p:spPr>
        <p:style>
          <a:lnRef idx="0">
            <a:scrgbClr r="0" g="0" b="0"/>
          </a:lnRef>
          <a:fillRef idx="0">
            <a:scrgbClr r="0" g="0" b="0"/>
          </a:fillRef>
          <a:effectRef idx="0">
            <a:scrgbClr r="0" g="0" b="0"/>
          </a:effectRef>
          <a:fontRef idx="minor"/>
        </p:style>
      </p:sp>
      <p:pic>
        <p:nvPicPr>
          <p:cNvPr id="388" name="Picture 3"/>
          <p:cNvPicPr/>
          <p:nvPr/>
        </p:nvPicPr>
        <p:blipFill>
          <a:blip r:embed="rId3"/>
          <a:stretch/>
        </p:blipFill>
        <p:spPr>
          <a:xfrm>
            <a:off x="6894360" y="3681360"/>
            <a:ext cx="712440" cy="302760"/>
          </a:xfrm>
          <a:prstGeom prst="rect">
            <a:avLst/>
          </a:prstGeom>
          <a:ln>
            <a:noFill/>
          </a:ln>
        </p:spPr>
      </p:pic>
      <p:grpSp>
        <p:nvGrpSpPr>
          <p:cNvPr id="389" name="Group 9"/>
          <p:cNvGrpSpPr/>
          <p:nvPr/>
        </p:nvGrpSpPr>
        <p:grpSpPr>
          <a:xfrm>
            <a:off x="7707240" y="4551480"/>
            <a:ext cx="355320" cy="534240"/>
            <a:chOff x="7707240" y="4551480"/>
            <a:chExt cx="355320" cy="534240"/>
          </a:xfrm>
        </p:grpSpPr>
        <p:sp>
          <p:nvSpPr>
            <p:cNvPr id="390" name="CustomShape 10"/>
            <p:cNvSpPr/>
            <p:nvPr/>
          </p:nvSpPr>
          <p:spPr>
            <a:xfrm>
              <a:off x="7988040" y="4552920"/>
              <a:ext cx="70200" cy="51012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391" name="CustomShape 11"/>
            <p:cNvSpPr/>
            <p:nvPr/>
          </p:nvSpPr>
          <p:spPr>
            <a:xfrm>
              <a:off x="7724880" y="4551480"/>
              <a:ext cx="259920" cy="50940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392" name="CustomShape 12"/>
            <p:cNvSpPr/>
            <p:nvPr/>
          </p:nvSpPr>
          <p:spPr>
            <a:xfrm>
              <a:off x="8001360" y="4583160"/>
              <a:ext cx="41760" cy="47160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393" name="CustomShape 13"/>
            <p:cNvSpPr/>
            <p:nvPr/>
          </p:nvSpPr>
          <p:spPr>
            <a:xfrm>
              <a:off x="7992360" y="4822200"/>
              <a:ext cx="65160" cy="4176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394" name="CustomShape 14"/>
            <p:cNvSpPr/>
            <p:nvPr/>
          </p:nvSpPr>
          <p:spPr>
            <a:xfrm>
              <a:off x="7726320" y="4610160"/>
              <a:ext cx="147240" cy="936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395" name="Group 15"/>
            <p:cNvGrpSpPr/>
            <p:nvPr/>
          </p:nvGrpSpPr>
          <p:grpSpPr>
            <a:xfrm>
              <a:off x="7859880" y="4605480"/>
              <a:ext cx="144000" cy="29880"/>
              <a:chOff x="7859880" y="4605480"/>
              <a:chExt cx="144000" cy="29880"/>
            </a:xfrm>
          </p:grpSpPr>
          <p:sp>
            <p:nvSpPr>
              <p:cNvPr id="396" name="CustomShape 16"/>
              <p:cNvSpPr/>
              <p:nvPr/>
            </p:nvSpPr>
            <p:spPr>
              <a:xfrm>
                <a:off x="7859880" y="4605480"/>
                <a:ext cx="144000" cy="2988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397" name="CustomShape 17"/>
              <p:cNvSpPr/>
              <p:nvPr/>
            </p:nvSpPr>
            <p:spPr>
              <a:xfrm>
                <a:off x="7862760" y="4608360"/>
                <a:ext cx="13752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398" name="CustomShape 18"/>
            <p:cNvSpPr/>
            <p:nvPr/>
          </p:nvSpPr>
          <p:spPr>
            <a:xfrm>
              <a:off x="7729560" y="4683240"/>
              <a:ext cx="14724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399" name="Group 19"/>
            <p:cNvGrpSpPr/>
            <p:nvPr/>
          </p:nvGrpSpPr>
          <p:grpSpPr>
            <a:xfrm>
              <a:off x="7858080" y="4676760"/>
              <a:ext cx="145800" cy="29880"/>
              <a:chOff x="7858080" y="4676760"/>
              <a:chExt cx="145800" cy="29880"/>
            </a:xfrm>
          </p:grpSpPr>
          <p:sp>
            <p:nvSpPr>
              <p:cNvPr id="400" name="CustomShape 20"/>
              <p:cNvSpPr/>
              <p:nvPr/>
            </p:nvSpPr>
            <p:spPr>
              <a:xfrm>
                <a:off x="7858080" y="4676760"/>
                <a:ext cx="145800" cy="2988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401" name="CustomShape 21"/>
              <p:cNvSpPr/>
              <p:nvPr/>
            </p:nvSpPr>
            <p:spPr>
              <a:xfrm>
                <a:off x="7861320" y="4680000"/>
                <a:ext cx="13932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402" name="CustomShape 22"/>
            <p:cNvSpPr/>
            <p:nvPr/>
          </p:nvSpPr>
          <p:spPr>
            <a:xfrm>
              <a:off x="7726320" y="4759200"/>
              <a:ext cx="14868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403" name="CustomShape 23"/>
            <p:cNvSpPr/>
            <p:nvPr/>
          </p:nvSpPr>
          <p:spPr>
            <a:xfrm>
              <a:off x="7729560" y="4826160"/>
              <a:ext cx="148680" cy="936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404" name="Group 24"/>
            <p:cNvGrpSpPr/>
            <p:nvPr/>
          </p:nvGrpSpPr>
          <p:grpSpPr>
            <a:xfrm>
              <a:off x="7856640" y="4819680"/>
              <a:ext cx="144000" cy="32760"/>
              <a:chOff x="7856640" y="4819680"/>
              <a:chExt cx="144000" cy="32760"/>
            </a:xfrm>
          </p:grpSpPr>
          <p:sp>
            <p:nvSpPr>
              <p:cNvPr id="405" name="CustomShape 25"/>
              <p:cNvSpPr/>
              <p:nvPr/>
            </p:nvSpPr>
            <p:spPr>
              <a:xfrm>
                <a:off x="7856640" y="4819680"/>
                <a:ext cx="144000" cy="3276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406" name="CustomShape 26"/>
              <p:cNvSpPr/>
              <p:nvPr/>
            </p:nvSpPr>
            <p:spPr>
              <a:xfrm>
                <a:off x="7859880" y="4824360"/>
                <a:ext cx="137880" cy="2664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407" name="CustomShape 27"/>
            <p:cNvSpPr/>
            <p:nvPr/>
          </p:nvSpPr>
          <p:spPr>
            <a:xfrm>
              <a:off x="7993080" y="4758480"/>
              <a:ext cx="65160" cy="4176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408" name="Group 28"/>
            <p:cNvGrpSpPr/>
            <p:nvPr/>
          </p:nvGrpSpPr>
          <p:grpSpPr>
            <a:xfrm>
              <a:off x="7856640" y="4751280"/>
              <a:ext cx="144000" cy="31320"/>
              <a:chOff x="7856640" y="4751280"/>
              <a:chExt cx="144000" cy="31320"/>
            </a:xfrm>
          </p:grpSpPr>
          <p:sp>
            <p:nvSpPr>
              <p:cNvPr id="409" name="CustomShape 29"/>
              <p:cNvSpPr/>
              <p:nvPr/>
            </p:nvSpPr>
            <p:spPr>
              <a:xfrm>
                <a:off x="7856640" y="4751280"/>
                <a:ext cx="14400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410" name="CustomShape 30"/>
              <p:cNvSpPr/>
              <p:nvPr/>
            </p:nvSpPr>
            <p:spPr>
              <a:xfrm>
                <a:off x="7859880" y="4754520"/>
                <a:ext cx="13932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411" name="CustomShape 31"/>
            <p:cNvSpPr/>
            <p:nvPr/>
          </p:nvSpPr>
          <p:spPr>
            <a:xfrm>
              <a:off x="7983360" y="4551480"/>
              <a:ext cx="16920" cy="51084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412" name="CustomShape 32"/>
            <p:cNvSpPr/>
            <p:nvPr/>
          </p:nvSpPr>
          <p:spPr>
            <a:xfrm>
              <a:off x="7999200" y="4680720"/>
              <a:ext cx="58680" cy="4716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413" name="CustomShape 33"/>
            <p:cNvSpPr/>
            <p:nvPr/>
          </p:nvSpPr>
          <p:spPr>
            <a:xfrm>
              <a:off x="7999920" y="4608000"/>
              <a:ext cx="60480" cy="5328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414" name="CustomShape 34"/>
            <p:cNvSpPr/>
            <p:nvPr/>
          </p:nvSpPr>
          <p:spPr>
            <a:xfrm>
              <a:off x="8050320" y="5037120"/>
              <a:ext cx="12240" cy="2196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415" name="CustomShape 35"/>
            <p:cNvSpPr/>
            <p:nvPr/>
          </p:nvSpPr>
          <p:spPr>
            <a:xfrm>
              <a:off x="7996680" y="5039640"/>
              <a:ext cx="60480" cy="4428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416" name="CustomShape 36"/>
            <p:cNvSpPr/>
            <p:nvPr/>
          </p:nvSpPr>
          <p:spPr>
            <a:xfrm>
              <a:off x="7707240" y="5054400"/>
              <a:ext cx="298080" cy="3132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417" name="CustomShape 37"/>
            <p:cNvSpPr/>
            <p:nvPr/>
          </p:nvSpPr>
          <p:spPr>
            <a:xfrm>
              <a:off x="7724880" y="5060880"/>
              <a:ext cx="264600" cy="1692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418" name="CustomShape 38"/>
            <p:cNvSpPr/>
            <p:nvPr/>
          </p:nvSpPr>
          <p:spPr>
            <a:xfrm>
              <a:off x="7748640" y="4987800"/>
              <a:ext cx="39240" cy="313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419" name="CustomShape 39"/>
            <p:cNvSpPr/>
            <p:nvPr/>
          </p:nvSpPr>
          <p:spPr>
            <a:xfrm>
              <a:off x="7792920" y="4987800"/>
              <a:ext cx="39240" cy="3132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420" name="CustomShape 40"/>
            <p:cNvSpPr/>
            <p:nvPr/>
          </p:nvSpPr>
          <p:spPr>
            <a:xfrm>
              <a:off x="7837560" y="4986360"/>
              <a:ext cx="39240" cy="3276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421" name="CustomShape 41"/>
            <p:cNvSpPr/>
            <p:nvPr/>
          </p:nvSpPr>
          <p:spPr>
            <a:xfrm>
              <a:off x="7935840" y="4865760"/>
              <a:ext cx="21960" cy="16956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grpSp>
        <p:nvGrpSpPr>
          <p:cNvPr id="422" name="Group 42"/>
          <p:cNvGrpSpPr/>
          <p:nvPr/>
        </p:nvGrpSpPr>
        <p:grpSpPr>
          <a:xfrm>
            <a:off x="7191000" y="2171160"/>
            <a:ext cx="873360" cy="670320"/>
            <a:chOff x="7191000" y="2171160"/>
            <a:chExt cx="873360" cy="670320"/>
          </a:xfrm>
        </p:grpSpPr>
        <p:pic>
          <p:nvPicPr>
            <p:cNvPr id="423" name="Picture 45" descr="desktop_computer_stylized_medium"/>
            <p:cNvPicPr/>
            <p:nvPr/>
          </p:nvPicPr>
          <p:blipFill>
            <a:blip r:embed="rId4"/>
            <a:stretch/>
          </p:blipFill>
          <p:spPr>
            <a:xfrm flipH="1">
              <a:off x="7191000" y="2171160"/>
              <a:ext cx="873360" cy="670320"/>
            </a:xfrm>
            <a:prstGeom prst="rect">
              <a:avLst/>
            </a:prstGeom>
            <a:ln>
              <a:noFill/>
            </a:ln>
          </p:spPr>
        </p:pic>
        <p:sp>
          <p:nvSpPr>
            <p:cNvPr id="424" name="CustomShape 43"/>
            <p:cNvSpPr/>
            <p:nvPr/>
          </p:nvSpPr>
          <p:spPr>
            <a:xfrm flipH="1">
              <a:off x="7562520" y="2235600"/>
              <a:ext cx="424440" cy="306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425" name="Group 44"/>
          <p:cNvGrpSpPr/>
          <p:nvPr/>
        </p:nvGrpSpPr>
        <p:grpSpPr>
          <a:xfrm>
            <a:off x="6034320" y="2572560"/>
            <a:ext cx="873360" cy="670320"/>
            <a:chOff x="6034320" y="2572560"/>
            <a:chExt cx="873360" cy="670320"/>
          </a:xfrm>
        </p:grpSpPr>
        <p:pic>
          <p:nvPicPr>
            <p:cNvPr id="426" name="Picture 45" descr="desktop_computer_stylized_medium"/>
            <p:cNvPicPr/>
            <p:nvPr/>
          </p:nvPicPr>
          <p:blipFill>
            <a:blip r:embed="rId4"/>
            <a:stretch/>
          </p:blipFill>
          <p:spPr>
            <a:xfrm flipH="1">
              <a:off x="6034320" y="2572560"/>
              <a:ext cx="873360" cy="670320"/>
            </a:xfrm>
            <a:prstGeom prst="rect">
              <a:avLst/>
            </a:prstGeom>
            <a:ln>
              <a:noFill/>
            </a:ln>
          </p:spPr>
        </p:pic>
        <p:sp>
          <p:nvSpPr>
            <p:cNvPr id="427" name="CustomShape 45"/>
            <p:cNvSpPr/>
            <p:nvPr/>
          </p:nvSpPr>
          <p:spPr>
            <a:xfrm flipH="1">
              <a:off x="6405480" y="2636640"/>
              <a:ext cx="424440" cy="306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428" name="Line 46"/>
          <p:cNvSpPr/>
          <p:nvPr/>
        </p:nvSpPr>
        <p:spPr>
          <a:xfrm>
            <a:off x="6689520" y="3170160"/>
            <a:ext cx="360360" cy="51120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29" name="Line 47"/>
          <p:cNvSpPr/>
          <p:nvPr/>
        </p:nvSpPr>
        <p:spPr>
          <a:xfrm flipH="1">
            <a:off x="6897600" y="3974760"/>
            <a:ext cx="257040" cy="100656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30" name="Line 48"/>
          <p:cNvSpPr/>
          <p:nvPr/>
        </p:nvSpPr>
        <p:spPr>
          <a:xfrm flipV="1">
            <a:off x="3033360" y="2732040"/>
            <a:ext cx="327240" cy="9619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31" name="Line 49"/>
          <p:cNvSpPr/>
          <p:nvPr/>
        </p:nvSpPr>
        <p:spPr>
          <a:xfrm flipV="1">
            <a:off x="3354120" y="3611520"/>
            <a:ext cx="182520" cy="1951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32" name="Line 50"/>
          <p:cNvSpPr/>
          <p:nvPr/>
        </p:nvSpPr>
        <p:spPr>
          <a:xfrm flipV="1">
            <a:off x="4174920" y="3595680"/>
            <a:ext cx="339840" cy="14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33" name="Line 51"/>
          <p:cNvSpPr/>
          <p:nvPr/>
        </p:nvSpPr>
        <p:spPr>
          <a:xfrm flipV="1">
            <a:off x="2847960" y="5162400"/>
            <a:ext cx="339480" cy="32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34" name="Line 52"/>
          <p:cNvSpPr/>
          <p:nvPr/>
        </p:nvSpPr>
        <p:spPr>
          <a:xfrm flipV="1">
            <a:off x="2055600" y="5171040"/>
            <a:ext cx="339840" cy="32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35" name="Line 53"/>
          <p:cNvSpPr/>
          <p:nvPr/>
        </p:nvSpPr>
        <p:spPr>
          <a:xfrm>
            <a:off x="3151080" y="4001760"/>
            <a:ext cx="468360" cy="574920"/>
          </a:xfrm>
          <a:prstGeom prst="line">
            <a:avLst/>
          </a:prstGeom>
          <a:ln w="19080">
            <a:solidFill>
              <a:schemeClr val="tx1"/>
            </a:solidFill>
            <a:round/>
          </a:ln>
        </p:spPr>
        <p:style>
          <a:lnRef idx="0">
            <a:scrgbClr r="0" g="0" b="0"/>
          </a:lnRef>
          <a:fillRef idx="0">
            <a:scrgbClr r="0" g="0" b="0"/>
          </a:fillRef>
          <a:effectRef idx="0">
            <a:scrgbClr r="0" g="0" b="0"/>
          </a:effectRef>
          <a:fontRef idx="minor"/>
        </p:style>
      </p:sp>
      <p:pic>
        <p:nvPicPr>
          <p:cNvPr id="436" name="Picture 3"/>
          <p:cNvPicPr/>
          <p:nvPr/>
        </p:nvPicPr>
        <p:blipFill>
          <a:blip r:embed="rId3"/>
          <a:stretch/>
        </p:blipFill>
        <p:spPr>
          <a:xfrm>
            <a:off x="2681280" y="3700440"/>
            <a:ext cx="712440" cy="302760"/>
          </a:xfrm>
          <a:prstGeom prst="rect">
            <a:avLst/>
          </a:prstGeom>
          <a:ln>
            <a:noFill/>
          </a:ln>
        </p:spPr>
      </p:pic>
      <p:grpSp>
        <p:nvGrpSpPr>
          <p:cNvPr id="437" name="Group 54"/>
          <p:cNvGrpSpPr/>
          <p:nvPr/>
        </p:nvGrpSpPr>
        <p:grpSpPr>
          <a:xfrm>
            <a:off x="3494160" y="4570560"/>
            <a:ext cx="354960" cy="534240"/>
            <a:chOff x="3494160" y="4570560"/>
            <a:chExt cx="354960" cy="534240"/>
          </a:xfrm>
        </p:grpSpPr>
        <p:sp>
          <p:nvSpPr>
            <p:cNvPr id="438" name="CustomShape 55"/>
            <p:cNvSpPr/>
            <p:nvPr/>
          </p:nvSpPr>
          <p:spPr>
            <a:xfrm>
              <a:off x="3774960" y="4571640"/>
              <a:ext cx="70200" cy="51012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439" name="CustomShape 56"/>
            <p:cNvSpPr/>
            <p:nvPr/>
          </p:nvSpPr>
          <p:spPr>
            <a:xfrm>
              <a:off x="3511440" y="4570560"/>
              <a:ext cx="259920" cy="50940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440" name="CustomShape 57"/>
            <p:cNvSpPr/>
            <p:nvPr/>
          </p:nvSpPr>
          <p:spPr>
            <a:xfrm>
              <a:off x="3788280" y="4602240"/>
              <a:ext cx="41760" cy="47160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441" name="CustomShape 58"/>
            <p:cNvSpPr/>
            <p:nvPr/>
          </p:nvSpPr>
          <p:spPr>
            <a:xfrm>
              <a:off x="3778920" y="4841280"/>
              <a:ext cx="65160" cy="4176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442" name="CustomShape 59"/>
            <p:cNvSpPr/>
            <p:nvPr/>
          </p:nvSpPr>
          <p:spPr>
            <a:xfrm>
              <a:off x="3513240" y="4629240"/>
              <a:ext cx="147240" cy="936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443" name="Group 60"/>
            <p:cNvGrpSpPr/>
            <p:nvPr/>
          </p:nvGrpSpPr>
          <p:grpSpPr>
            <a:xfrm>
              <a:off x="3646440" y="4624560"/>
              <a:ext cx="144000" cy="29880"/>
              <a:chOff x="3646440" y="4624560"/>
              <a:chExt cx="144000" cy="29880"/>
            </a:xfrm>
          </p:grpSpPr>
          <p:sp>
            <p:nvSpPr>
              <p:cNvPr id="444" name="CustomShape 61"/>
              <p:cNvSpPr/>
              <p:nvPr/>
            </p:nvSpPr>
            <p:spPr>
              <a:xfrm>
                <a:off x="3646440" y="4624560"/>
                <a:ext cx="144000" cy="2988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445" name="CustomShape 62"/>
              <p:cNvSpPr/>
              <p:nvPr/>
            </p:nvSpPr>
            <p:spPr>
              <a:xfrm>
                <a:off x="3649680" y="4627440"/>
                <a:ext cx="13752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446" name="CustomShape 63"/>
            <p:cNvSpPr/>
            <p:nvPr/>
          </p:nvSpPr>
          <p:spPr>
            <a:xfrm>
              <a:off x="3516480" y="4702320"/>
              <a:ext cx="14724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447" name="Group 64"/>
            <p:cNvGrpSpPr/>
            <p:nvPr/>
          </p:nvGrpSpPr>
          <p:grpSpPr>
            <a:xfrm>
              <a:off x="3645000" y="4695840"/>
              <a:ext cx="145800" cy="29880"/>
              <a:chOff x="3645000" y="4695840"/>
              <a:chExt cx="145800" cy="29880"/>
            </a:xfrm>
          </p:grpSpPr>
          <p:sp>
            <p:nvSpPr>
              <p:cNvPr id="448" name="CustomShape 65"/>
              <p:cNvSpPr/>
              <p:nvPr/>
            </p:nvSpPr>
            <p:spPr>
              <a:xfrm>
                <a:off x="3645000" y="4695840"/>
                <a:ext cx="145800" cy="2988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449" name="CustomShape 66"/>
              <p:cNvSpPr/>
              <p:nvPr/>
            </p:nvSpPr>
            <p:spPr>
              <a:xfrm>
                <a:off x="3648240" y="4699080"/>
                <a:ext cx="13932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450" name="CustomShape 67"/>
            <p:cNvSpPr/>
            <p:nvPr/>
          </p:nvSpPr>
          <p:spPr>
            <a:xfrm>
              <a:off x="3513240" y="4778280"/>
              <a:ext cx="14868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451" name="CustomShape 68"/>
            <p:cNvSpPr/>
            <p:nvPr/>
          </p:nvSpPr>
          <p:spPr>
            <a:xfrm>
              <a:off x="3516480" y="4844880"/>
              <a:ext cx="148680" cy="936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452" name="Group 69"/>
            <p:cNvGrpSpPr/>
            <p:nvPr/>
          </p:nvGrpSpPr>
          <p:grpSpPr>
            <a:xfrm>
              <a:off x="3643200" y="4838400"/>
              <a:ext cx="144000" cy="32760"/>
              <a:chOff x="3643200" y="4838400"/>
              <a:chExt cx="144000" cy="32760"/>
            </a:xfrm>
          </p:grpSpPr>
          <p:sp>
            <p:nvSpPr>
              <p:cNvPr id="453" name="CustomShape 70"/>
              <p:cNvSpPr/>
              <p:nvPr/>
            </p:nvSpPr>
            <p:spPr>
              <a:xfrm>
                <a:off x="3643200" y="4838400"/>
                <a:ext cx="144000" cy="3276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454" name="CustomShape 71"/>
              <p:cNvSpPr/>
              <p:nvPr/>
            </p:nvSpPr>
            <p:spPr>
              <a:xfrm>
                <a:off x="3646440" y="4843440"/>
                <a:ext cx="137880" cy="2664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455" name="CustomShape 72"/>
            <p:cNvSpPr/>
            <p:nvPr/>
          </p:nvSpPr>
          <p:spPr>
            <a:xfrm>
              <a:off x="3780000" y="4777560"/>
              <a:ext cx="65160" cy="4176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456" name="Group 73"/>
            <p:cNvGrpSpPr/>
            <p:nvPr/>
          </p:nvGrpSpPr>
          <p:grpSpPr>
            <a:xfrm>
              <a:off x="3643200" y="4770360"/>
              <a:ext cx="144000" cy="31320"/>
              <a:chOff x="3643200" y="4770360"/>
              <a:chExt cx="144000" cy="31320"/>
            </a:xfrm>
          </p:grpSpPr>
          <p:sp>
            <p:nvSpPr>
              <p:cNvPr id="457" name="CustomShape 74"/>
              <p:cNvSpPr/>
              <p:nvPr/>
            </p:nvSpPr>
            <p:spPr>
              <a:xfrm>
                <a:off x="3643200" y="4770360"/>
                <a:ext cx="14400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458" name="CustomShape 75"/>
              <p:cNvSpPr/>
              <p:nvPr/>
            </p:nvSpPr>
            <p:spPr>
              <a:xfrm>
                <a:off x="3646440" y="4773600"/>
                <a:ext cx="13932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459" name="CustomShape 76"/>
            <p:cNvSpPr/>
            <p:nvPr/>
          </p:nvSpPr>
          <p:spPr>
            <a:xfrm>
              <a:off x="3770280" y="4570560"/>
              <a:ext cx="16920" cy="51084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460" name="CustomShape 77"/>
            <p:cNvSpPr/>
            <p:nvPr/>
          </p:nvSpPr>
          <p:spPr>
            <a:xfrm>
              <a:off x="3785760" y="4699800"/>
              <a:ext cx="58680" cy="4716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461" name="CustomShape 78"/>
            <p:cNvSpPr/>
            <p:nvPr/>
          </p:nvSpPr>
          <p:spPr>
            <a:xfrm>
              <a:off x="3786840" y="4627080"/>
              <a:ext cx="60480" cy="5328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462" name="CustomShape 79"/>
            <p:cNvSpPr/>
            <p:nvPr/>
          </p:nvSpPr>
          <p:spPr>
            <a:xfrm>
              <a:off x="3836880" y="5056200"/>
              <a:ext cx="12240" cy="2196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463" name="CustomShape 80"/>
            <p:cNvSpPr/>
            <p:nvPr/>
          </p:nvSpPr>
          <p:spPr>
            <a:xfrm>
              <a:off x="3783600" y="5058720"/>
              <a:ext cx="60480" cy="4428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464" name="CustomShape 81"/>
            <p:cNvSpPr/>
            <p:nvPr/>
          </p:nvSpPr>
          <p:spPr>
            <a:xfrm>
              <a:off x="3494160" y="5073480"/>
              <a:ext cx="298080" cy="3132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465" name="CustomShape 82"/>
            <p:cNvSpPr/>
            <p:nvPr/>
          </p:nvSpPr>
          <p:spPr>
            <a:xfrm>
              <a:off x="3511440" y="5079960"/>
              <a:ext cx="264600" cy="1692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466" name="CustomShape 83"/>
            <p:cNvSpPr/>
            <p:nvPr/>
          </p:nvSpPr>
          <p:spPr>
            <a:xfrm>
              <a:off x="3535200" y="5006880"/>
              <a:ext cx="39240" cy="313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467" name="CustomShape 84"/>
            <p:cNvSpPr/>
            <p:nvPr/>
          </p:nvSpPr>
          <p:spPr>
            <a:xfrm>
              <a:off x="3579840" y="5006880"/>
              <a:ext cx="39240" cy="3132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468" name="CustomShape 85"/>
            <p:cNvSpPr/>
            <p:nvPr/>
          </p:nvSpPr>
          <p:spPr>
            <a:xfrm>
              <a:off x="3624480" y="5005440"/>
              <a:ext cx="39240" cy="3276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469" name="CustomShape 86"/>
            <p:cNvSpPr/>
            <p:nvPr/>
          </p:nvSpPr>
          <p:spPr>
            <a:xfrm>
              <a:off x="3722760" y="4884840"/>
              <a:ext cx="21960" cy="16956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grpSp>
        <p:nvGrpSpPr>
          <p:cNvPr id="470" name="Group 87"/>
          <p:cNvGrpSpPr/>
          <p:nvPr/>
        </p:nvGrpSpPr>
        <p:grpSpPr>
          <a:xfrm>
            <a:off x="2977920" y="2190240"/>
            <a:ext cx="873360" cy="670320"/>
            <a:chOff x="2977920" y="2190240"/>
            <a:chExt cx="873360" cy="670320"/>
          </a:xfrm>
        </p:grpSpPr>
        <p:pic>
          <p:nvPicPr>
            <p:cNvPr id="471" name="Picture 45" descr="desktop_computer_stylized_medium"/>
            <p:cNvPicPr/>
            <p:nvPr/>
          </p:nvPicPr>
          <p:blipFill>
            <a:blip r:embed="rId4"/>
            <a:stretch/>
          </p:blipFill>
          <p:spPr>
            <a:xfrm flipH="1">
              <a:off x="2977920" y="2190240"/>
              <a:ext cx="873360" cy="670320"/>
            </a:xfrm>
            <a:prstGeom prst="rect">
              <a:avLst/>
            </a:prstGeom>
            <a:ln>
              <a:noFill/>
            </a:ln>
          </p:spPr>
        </p:pic>
        <p:sp>
          <p:nvSpPr>
            <p:cNvPr id="472" name="CustomShape 88"/>
            <p:cNvSpPr/>
            <p:nvPr/>
          </p:nvSpPr>
          <p:spPr>
            <a:xfrm flipH="1">
              <a:off x="3349080" y="2254680"/>
              <a:ext cx="424440" cy="306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473" name="Group 89"/>
          <p:cNvGrpSpPr/>
          <p:nvPr/>
        </p:nvGrpSpPr>
        <p:grpSpPr>
          <a:xfrm>
            <a:off x="1820880" y="2591280"/>
            <a:ext cx="873360" cy="670320"/>
            <a:chOff x="1820880" y="2591280"/>
            <a:chExt cx="873360" cy="670320"/>
          </a:xfrm>
        </p:grpSpPr>
        <p:pic>
          <p:nvPicPr>
            <p:cNvPr id="474" name="Picture 45" descr="desktop_computer_stylized_medium"/>
            <p:cNvPicPr/>
            <p:nvPr/>
          </p:nvPicPr>
          <p:blipFill>
            <a:blip r:embed="rId4"/>
            <a:stretch/>
          </p:blipFill>
          <p:spPr>
            <a:xfrm flipH="1">
              <a:off x="1820880" y="2591280"/>
              <a:ext cx="873360" cy="670320"/>
            </a:xfrm>
            <a:prstGeom prst="rect">
              <a:avLst/>
            </a:prstGeom>
            <a:ln>
              <a:noFill/>
            </a:ln>
          </p:spPr>
        </p:pic>
        <p:sp>
          <p:nvSpPr>
            <p:cNvPr id="475" name="CustomShape 90"/>
            <p:cNvSpPr/>
            <p:nvPr/>
          </p:nvSpPr>
          <p:spPr>
            <a:xfrm flipH="1">
              <a:off x="2192400" y="2655720"/>
              <a:ext cx="424440" cy="306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476" name="Line 91"/>
          <p:cNvSpPr/>
          <p:nvPr/>
        </p:nvSpPr>
        <p:spPr>
          <a:xfrm>
            <a:off x="2476440" y="3189240"/>
            <a:ext cx="360360" cy="51120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477" name="Line 92"/>
          <p:cNvSpPr/>
          <p:nvPr/>
        </p:nvSpPr>
        <p:spPr>
          <a:xfrm flipH="1">
            <a:off x="2684160" y="3993840"/>
            <a:ext cx="257400" cy="1006560"/>
          </a:xfrm>
          <a:prstGeom prst="line">
            <a:avLst/>
          </a:prstGeom>
          <a:ln w="19080">
            <a:solidFill>
              <a:schemeClr val="tx1"/>
            </a:solidFill>
            <a:round/>
          </a:ln>
        </p:spPr>
        <p:style>
          <a:lnRef idx="0">
            <a:scrgbClr r="0" g="0" b="0"/>
          </a:lnRef>
          <a:fillRef idx="0">
            <a:scrgbClr r="0" g="0" b="0"/>
          </a:fillRef>
          <a:effectRef idx="0">
            <a:scrgbClr r="0" g="0" b="0"/>
          </a:effectRef>
          <a:fontRef idx="minor"/>
        </p:style>
      </p:sp>
      <p:pic>
        <p:nvPicPr>
          <p:cNvPr id="478" name="Picture 24" descr="underline_base"/>
          <p:cNvPicPr/>
          <p:nvPr/>
        </p:nvPicPr>
        <p:blipFill>
          <a:blip r:embed="rId5"/>
          <a:stretch/>
        </p:blipFill>
        <p:spPr>
          <a:xfrm>
            <a:off x="3876840" y="794160"/>
            <a:ext cx="3655800" cy="172800"/>
          </a:xfrm>
          <a:prstGeom prst="rect">
            <a:avLst/>
          </a:prstGeom>
          <a:ln>
            <a:noFill/>
          </a:ln>
        </p:spPr>
      </p:pic>
      <p:sp>
        <p:nvSpPr>
          <p:cNvPr id="479" name="TextShape 93"/>
          <p:cNvSpPr txBox="1"/>
          <p:nvPr/>
        </p:nvSpPr>
        <p:spPr>
          <a:xfrm>
            <a:off x="3992400" y="55440"/>
            <a:ext cx="4827240" cy="901440"/>
          </a:xfrm>
          <a:prstGeom prst="rect">
            <a:avLst/>
          </a:prstGeom>
          <a:noFill/>
          <a:ln>
            <a:noFill/>
          </a:ln>
        </p:spPr>
        <p:txBody>
          <a:bodyPr anchor="ctr">
            <a:normAutofit/>
          </a:bodyPr>
          <a:lstStyle/>
          <a:p>
            <a:pPr>
              <a:lnSpc>
                <a:spcPct val="100000"/>
              </a:lnSpc>
            </a:pPr>
            <a:r>
              <a:rPr lang="en-US" sz="3600" b="0" strike="noStrike" spc="-1">
                <a:solidFill>
                  <a:srgbClr val="25167A"/>
                </a:solidFill>
                <a:latin typeface="Arial"/>
              </a:rPr>
              <a:t>SNMP protocol</a:t>
            </a:r>
            <a:endParaRPr lang="nl-NL" sz="3600" b="0" strike="noStrike" spc="-1">
              <a:solidFill>
                <a:srgbClr val="000000"/>
              </a:solidFill>
              <a:latin typeface="Arial"/>
            </a:endParaRPr>
          </a:p>
        </p:txBody>
      </p:sp>
      <p:sp>
        <p:nvSpPr>
          <p:cNvPr id="480" name="TextShape 94"/>
          <p:cNvSpPr txBox="1"/>
          <p:nvPr/>
        </p:nvSpPr>
        <p:spPr>
          <a:xfrm>
            <a:off x="597240" y="1156320"/>
            <a:ext cx="7772040" cy="603000"/>
          </a:xfrm>
          <a:prstGeom prst="rect">
            <a:avLst/>
          </a:prstGeom>
          <a:noFill/>
          <a:ln>
            <a:noFill/>
          </a:ln>
        </p:spPr>
        <p:txBody>
          <a:bodyPr>
            <a:noAutofit/>
          </a:bodyPr>
          <a:lstStyle/>
          <a:p>
            <a:pPr marL="343080" indent="-342720">
              <a:lnSpc>
                <a:spcPct val="100000"/>
              </a:lnSpc>
              <a:spcBef>
                <a:spcPts val="479"/>
              </a:spcBef>
              <a:tabLst>
                <a:tab pos="0" algn="l"/>
              </a:tabLst>
            </a:pPr>
            <a:r>
              <a:rPr lang="en-US" sz="2400" b="0" strike="noStrike" spc="-1">
                <a:solidFill>
                  <a:srgbClr val="000000"/>
                </a:solidFill>
                <a:latin typeface="Arial"/>
              </a:rPr>
              <a:t>Two ways to convey MIB info, commands:</a:t>
            </a:r>
            <a:endParaRPr lang="nl-NL" sz="2400" b="0" strike="noStrike" spc="-1">
              <a:solidFill>
                <a:srgbClr val="000000"/>
              </a:solidFill>
              <a:latin typeface="Arial"/>
            </a:endParaRPr>
          </a:p>
        </p:txBody>
      </p:sp>
      <p:grpSp>
        <p:nvGrpSpPr>
          <p:cNvPr id="481" name="Group 95"/>
          <p:cNvGrpSpPr/>
          <p:nvPr/>
        </p:nvGrpSpPr>
        <p:grpSpPr>
          <a:xfrm>
            <a:off x="925560" y="4475160"/>
            <a:ext cx="1704600" cy="626760"/>
            <a:chOff x="925560" y="4475160"/>
            <a:chExt cx="1704600" cy="626760"/>
          </a:xfrm>
        </p:grpSpPr>
        <p:sp>
          <p:nvSpPr>
            <p:cNvPr id="482" name="CustomShape 96"/>
            <p:cNvSpPr/>
            <p:nvPr/>
          </p:nvSpPr>
          <p:spPr>
            <a:xfrm>
              <a:off x="925560" y="4475160"/>
              <a:ext cx="1704600" cy="62676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483" name="CustomShape 97"/>
            <p:cNvSpPr/>
            <p:nvPr/>
          </p:nvSpPr>
          <p:spPr>
            <a:xfrm>
              <a:off x="979920" y="4583160"/>
              <a:ext cx="7509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agent</a:t>
              </a:r>
              <a:endParaRPr lang="nl-NL" sz="1800" b="0" strike="noStrike" spc="-1">
                <a:latin typeface="Calibri"/>
              </a:endParaRPr>
            </a:p>
          </p:txBody>
        </p:sp>
        <p:grpSp>
          <p:nvGrpSpPr>
            <p:cNvPr id="484" name="Group 98"/>
            <p:cNvGrpSpPr/>
            <p:nvPr/>
          </p:nvGrpSpPr>
          <p:grpSpPr>
            <a:xfrm>
              <a:off x="1742400" y="4586400"/>
              <a:ext cx="624600" cy="387000"/>
              <a:chOff x="1742400" y="4586400"/>
              <a:chExt cx="624600" cy="387000"/>
            </a:xfrm>
          </p:grpSpPr>
          <p:sp>
            <p:nvSpPr>
              <p:cNvPr id="485" name="CustomShape 99"/>
              <p:cNvSpPr/>
              <p:nvPr/>
            </p:nvSpPr>
            <p:spPr>
              <a:xfrm>
                <a:off x="1763640" y="4602240"/>
                <a:ext cx="590040" cy="371160"/>
              </a:xfrm>
              <a:prstGeom prst="rect">
                <a:avLst/>
              </a:prstGeom>
              <a:solidFill>
                <a:schemeClr val="accent2"/>
              </a:solidFill>
              <a:ln w="9360">
                <a:solidFill>
                  <a:schemeClr val="accent2"/>
                </a:solidFill>
                <a:miter/>
              </a:ln>
            </p:spPr>
            <p:style>
              <a:lnRef idx="0">
                <a:scrgbClr r="0" g="0" b="0"/>
              </a:lnRef>
              <a:fillRef idx="0">
                <a:scrgbClr r="0" g="0" b="0"/>
              </a:fillRef>
              <a:effectRef idx="0">
                <a:scrgbClr r="0" g="0" b="0"/>
              </a:effectRef>
              <a:fontRef idx="minor"/>
            </p:style>
          </p:sp>
          <p:sp>
            <p:nvSpPr>
              <p:cNvPr id="486" name="CustomShape 100"/>
              <p:cNvSpPr/>
              <p:nvPr/>
            </p:nvSpPr>
            <p:spPr>
              <a:xfrm>
                <a:off x="1742400" y="4586400"/>
                <a:ext cx="6246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data</a:t>
                </a:r>
                <a:endParaRPr lang="nl-NL" sz="1800" b="0" strike="noStrike" spc="-1">
                  <a:latin typeface="Calibri"/>
                </a:endParaRPr>
              </a:p>
            </p:txBody>
          </p:sp>
        </p:grpSp>
      </p:grpSp>
      <p:sp>
        <p:nvSpPr>
          <p:cNvPr id="487" name="CustomShape 101"/>
          <p:cNvSpPr/>
          <p:nvPr/>
        </p:nvSpPr>
        <p:spPr>
          <a:xfrm>
            <a:off x="1329120" y="5259240"/>
            <a:ext cx="18529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managed device</a:t>
            </a:r>
            <a:endParaRPr lang="nl-NL" sz="1800" b="0" strike="noStrike" spc="-1">
              <a:latin typeface="Calibri"/>
            </a:endParaRPr>
          </a:p>
        </p:txBody>
      </p:sp>
      <p:grpSp>
        <p:nvGrpSpPr>
          <p:cNvPr id="488" name="Group 102"/>
          <p:cNvGrpSpPr/>
          <p:nvPr/>
        </p:nvGrpSpPr>
        <p:grpSpPr>
          <a:xfrm>
            <a:off x="839880" y="2232000"/>
            <a:ext cx="1941120" cy="639000"/>
            <a:chOff x="839880" y="2232000"/>
            <a:chExt cx="1941120" cy="639000"/>
          </a:xfrm>
        </p:grpSpPr>
        <p:sp>
          <p:nvSpPr>
            <p:cNvPr id="489" name="CustomShape 103"/>
            <p:cNvSpPr/>
            <p:nvPr/>
          </p:nvSpPr>
          <p:spPr>
            <a:xfrm>
              <a:off x="839880" y="2273400"/>
              <a:ext cx="1941120" cy="59508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490" name="CustomShape 104"/>
            <p:cNvSpPr/>
            <p:nvPr/>
          </p:nvSpPr>
          <p:spPr>
            <a:xfrm>
              <a:off x="1191240" y="2232000"/>
              <a:ext cx="118080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managing</a:t>
              </a:r>
              <a:endParaRPr lang="nl-NL" sz="1800" b="0" strike="noStrike" spc="-1">
                <a:latin typeface="Calibri"/>
              </a:endParaRPr>
            </a:p>
            <a:p>
              <a:pPr>
                <a:lnSpc>
                  <a:spcPct val="100000"/>
                </a:lnSpc>
              </a:pPr>
              <a:r>
                <a:rPr lang="en-US" sz="1800" b="0" strike="noStrike" spc="-1">
                  <a:solidFill>
                    <a:srgbClr val="000000"/>
                  </a:solidFill>
                  <a:latin typeface="Arial"/>
                  <a:ea typeface="ＭＳ Ｐゴシック"/>
                </a:rPr>
                <a:t>entity</a:t>
              </a:r>
              <a:endParaRPr lang="nl-NL" sz="1800" b="0" strike="noStrike" spc="-1">
                <a:latin typeface="Calibri"/>
              </a:endParaRPr>
            </a:p>
          </p:txBody>
        </p:sp>
      </p:grpSp>
      <p:grpSp>
        <p:nvGrpSpPr>
          <p:cNvPr id="491" name="Group 105"/>
          <p:cNvGrpSpPr/>
          <p:nvPr/>
        </p:nvGrpSpPr>
        <p:grpSpPr>
          <a:xfrm>
            <a:off x="5064120" y="4448160"/>
            <a:ext cx="1704600" cy="626760"/>
            <a:chOff x="5064120" y="4448160"/>
            <a:chExt cx="1704600" cy="626760"/>
          </a:xfrm>
        </p:grpSpPr>
        <p:sp>
          <p:nvSpPr>
            <p:cNvPr id="492" name="CustomShape 106"/>
            <p:cNvSpPr/>
            <p:nvPr/>
          </p:nvSpPr>
          <p:spPr>
            <a:xfrm>
              <a:off x="5064120" y="4448160"/>
              <a:ext cx="1704600" cy="62676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493" name="CustomShape 107"/>
            <p:cNvSpPr/>
            <p:nvPr/>
          </p:nvSpPr>
          <p:spPr>
            <a:xfrm>
              <a:off x="5118480" y="4556160"/>
              <a:ext cx="7509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agent</a:t>
              </a:r>
              <a:endParaRPr lang="nl-NL" sz="1800" b="0" strike="noStrike" spc="-1">
                <a:latin typeface="Calibri"/>
              </a:endParaRPr>
            </a:p>
          </p:txBody>
        </p:sp>
        <p:grpSp>
          <p:nvGrpSpPr>
            <p:cNvPr id="494" name="Group 108"/>
            <p:cNvGrpSpPr/>
            <p:nvPr/>
          </p:nvGrpSpPr>
          <p:grpSpPr>
            <a:xfrm>
              <a:off x="5880960" y="4559400"/>
              <a:ext cx="624600" cy="387000"/>
              <a:chOff x="5880960" y="4559400"/>
              <a:chExt cx="624600" cy="387000"/>
            </a:xfrm>
          </p:grpSpPr>
          <p:sp>
            <p:nvSpPr>
              <p:cNvPr id="495" name="CustomShape 109"/>
              <p:cNvSpPr/>
              <p:nvPr/>
            </p:nvSpPr>
            <p:spPr>
              <a:xfrm>
                <a:off x="5902200" y="4575240"/>
                <a:ext cx="590040" cy="371160"/>
              </a:xfrm>
              <a:prstGeom prst="rect">
                <a:avLst/>
              </a:prstGeom>
              <a:solidFill>
                <a:schemeClr val="accent2"/>
              </a:solidFill>
              <a:ln w="9360">
                <a:solidFill>
                  <a:schemeClr val="accent2"/>
                </a:solidFill>
                <a:miter/>
              </a:ln>
            </p:spPr>
            <p:style>
              <a:lnRef idx="0">
                <a:scrgbClr r="0" g="0" b="0"/>
              </a:lnRef>
              <a:fillRef idx="0">
                <a:scrgbClr r="0" g="0" b="0"/>
              </a:fillRef>
              <a:effectRef idx="0">
                <a:scrgbClr r="0" g="0" b="0"/>
              </a:effectRef>
              <a:fontRef idx="minor"/>
            </p:style>
          </p:sp>
          <p:sp>
            <p:nvSpPr>
              <p:cNvPr id="496" name="CustomShape 110"/>
              <p:cNvSpPr/>
              <p:nvPr/>
            </p:nvSpPr>
            <p:spPr>
              <a:xfrm>
                <a:off x="5880960" y="4559400"/>
                <a:ext cx="6246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data</a:t>
                </a:r>
                <a:endParaRPr lang="nl-NL" sz="1800" b="0" strike="noStrike" spc="-1">
                  <a:latin typeface="Calibri"/>
                </a:endParaRPr>
              </a:p>
            </p:txBody>
          </p:sp>
        </p:grpSp>
      </p:grpSp>
      <p:sp>
        <p:nvSpPr>
          <p:cNvPr id="497" name="CustomShape 111"/>
          <p:cNvSpPr/>
          <p:nvPr/>
        </p:nvSpPr>
        <p:spPr>
          <a:xfrm>
            <a:off x="5473080" y="5232240"/>
            <a:ext cx="18529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managed device</a:t>
            </a:r>
            <a:endParaRPr lang="nl-NL" sz="1800" b="0" strike="noStrike" spc="-1">
              <a:latin typeface="Calibri"/>
            </a:endParaRPr>
          </a:p>
        </p:txBody>
      </p:sp>
      <p:grpSp>
        <p:nvGrpSpPr>
          <p:cNvPr id="498" name="Group 112"/>
          <p:cNvGrpSpPr/>
          <p:nvPr/>
        </p:nvGrpSpPr>
        <p:grpSpPr>
          <a:xfrm>
            <a:off x="4978440" y="2205000"/>
            <a:ext cx="1941120" cy="639000"/>
            <a:chOff x="4978440" y="2205000"/>
            <a:chExt cx="1941120" cy="639000"/>
          </a:xfrm>
        </p:grpSpPr>
        <p:sp>
          <p:nvSpPr>
            <p:cNvPr id="499" name="CustomShape 113"/>
            <p:cNvSpPr/>
            <p:nvPr/>
          </p:nvSpPr>
          <p:spPr>
            <a:xfrm>
              <a:off x="4978440" y="2246400"/>
              <a:ext cx="1941120" cy="595080"/>
            </a:xfrm>
            <a:prstGeom prst="ellipse">
              <a:avLst/>
            </a:prstGeom>
            <a:solidFill>
              <a:schemeClr val="bg1"/>
            </a:solidFill>
            <a:ln w="19080">
              <a:solidFill>
                <a:srgbClr val="FF0000"/>
              </a:solidFill>
              <a:round/>
            </a:ln>
          </p:spPr>
          <p:style>
            <a:lnRef idx="0">
              <a:scrgbClr r="0" g="0" b="0"/>
            </a:lnRef>
            <a:fillRef idx="0">
              <a:scrgbClr r="0" g="0" b="0"/>
            </a:fillRef>
            <a:effectRef idx="0">
              <a:scrgbClr r="0" g="0" b="0"/>
            </a:effectRef>
            <a:fontRef idx="minor"/>
          </p:style>
        </p:sp>
        <p:sp>
          <p:nvSpPr>
            <p:cNvPr id="500" name="CustomShape 114"/>
            <p:cNvSpPr/>
            <p:nvPr/>
          </p:nvSpPr>
          <p:spPr>
            <a:xfrm>
              <a:off x="5329800" y="2205000"/>
              <a:ext cx="118080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managing</a:t>
              </a:r>
              <a:endParaRPr lang="nl-NL" sz="1800" b="0" strike="noStrike" spc="-1">
                <a:latin typeface="Calibri"/>
              </a:endParaRPr>
            </a:p>
            <a:p>
              <a:pPr>
                <a:lnSpc>
                  <a:spcPct val="100000"/>
                </a:lnSpc>
              </a:pPr>
              <a:r>
                <a:rPr lang="en-US" sz="1800" b="0" strike="noStrike" spc="-1">
                  <a:solidFill>
                    <a:srgbClr val="000000"/>
                  </a:solidFill>
                  <a:latin typeface="Arial"/>
                  <a:ea typeface="ＭＳ Ｐゴシック"/>
                </a:rPr>
                <a:t>entity</a:t>
              </a:r>
              <a:endParaRPr lang="nl-NL" sz="1800" b="0" strike="noStrike" spc="-1">
                <a:latin typeface="Calibri"/>
              </a:endParaRPr>
            </a:p>
          </p:txBody>
        </p:sp>
      </p:grpSp>
      <p:grpSp>
        <p:nvGrpSpPr>
          <p:cNvPr id="501" name="Group 115"/>
          <p:cNvGrpSpPr/>
          <p:nvPr/>
        </p:nvGrpSpPr>
        <p:grpSpPr>
          <a:xfrm>
            <a:off x="5186520" y="2870280"/>
            <a:ext cx="2455200" cy="1537920"/>
            <a:chOff x="5186520" y="2870280"/>
            <a:chExt cx="2455200" cy="1537920"/>
          </a:xfrm>
        </p:grpSpPr>
        <p:sp>
          <p:nvSpPr>
            <p:cNvPr id="502" name="CustomShape 116"/>
            <p:cNvSpPr/>
            <p:nvPr/>
          </p:nvSpPr>
          <p:spPr>
            <a:xfrm>
              <a:off x="5784840" y="2870280"/>
              <a:ext cx="74160" cy="1537920"/>
            </a:xfrm>
            <a:custGeom>
              <a:avLst/>
              <a:gdLst/>
              <a:ahLst/>
              <a:cxnLst/>
              <a:rect l="l" t="t" r="r" b="b"/>
              <a:pathLst>
                <a:path w="1" h="1044">
                  <a:moveTo>
                    <a:pt x="0" y="0"/>
                  </a:moveTo>
                  <a:lnTo>
                    <a:pt x="0" y="1044"/>
                  </a:lnTo>
                </a:path>
              </a:pathLst>
            </a:custGeom>
            <a:noFill/>
            <a:ln w="38160">
              <a:solidFill>
                <a:srgbClr val="FF0000"/>
              </a:solidFill>
              <a:round/>
              <a:headEnd type="triangle" w="med" len="med"/>
            </a:ln>
          </p:spPr>
          <p:style>
            <a:lnRef idx="0">
              <a:scrgbClr r="0" g="0" b="0"/>
            </a:lnRef>
            <a:fillRef idx="0">
              <a:scrgbClr r="0" g="0" b="0"/>
            </a:fillRef>
            <a:effectRef idx="0">
              <a:scrgbClr r="0" g="0" b="0"/>
            </a:effectRef>
            <a:fontRef idx="minor"/>
          </p:style>
        </p:sp>
        <p:sp>
          <p:nvSpPr>
            <p:cNvPr id="503" name="CustomShape 117"/>
            <p:cNvSpPr/>
            <p:nvPr/>
          </p:nvSpPr>
          <p:spPr>
            <a:xfrm>
              <a:off x="5186520" y="3503520"/>
              <a:ext cx="1693440" cy="387000"/>
            </a:xfrm>
            <a:prstGeom prst="rect">
              <a:avLst/>
            </a:prstGeom>
            <a:solidFill>
              <a:srgbClr val="FFFFFF"/>
            </a:solidFill>
            <a:ln w="19080">
              <a:solidFill>
                <a:srgbClr val="FF0000"/>
              </a:solidFill>
              <a:miter/>
            </a:ln>
          </p:spPr>
          <p:style>
            <a:lnRef idx="0">
              <a:scrgbClr r="0" g="0" b="0"/>
            </a:lnRef>
            <a:fillRef idx="0">
              <a:scrgbClr r="0" g="0" b="0"/>
            </a:fillRef>
            <a:effectRef idx="0">
              <a:scrgbClr r="0" g="0" b="0"/>
            </a:effectRef>
            <a:fontRef idx="minor"/>
          </p:style>
        </p:sp>
        <p:sp>
          <p:nvSpPr>
            <p:cNvPr id="504" name="CustomShape 118"/>
            <p:cNvSpPr/>
            <p:nvPr/>
          </p:nvSpPr>
          <p:spPr>
            <a:xfrm>
              <a:off x="5384520" y="3466800"/>
              <a:ext cx="22572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Bef>
                  <a:spcPts val="601"/>
                </a:spcBef>
              </a:pPr>
              <a:r>
                <a:rPr lang="en-US" sz="1800" b="0" strike="noStrike" spc="-1">
                  <a:solidFill>
                    <a:srgbClr val="CC0000"/>
                  </a:solidFill>
                  <a:latin typeface="Arial"/>
                  <a:ea typeface="ＭＳ Ｐゴシック"/>
                </a:rPr>
                <a:t>trap msg</a:t>
              </a:r>
              <a:endParaRPr lang="nl-NL" sz="1800" b="0" strike="noStrike" spc="-1">
                <a:latin typeface="Calibri"/>
              </a:endParaRPr>
            </a:p>
          </p:txBody>
        </p:sp>
      </p:grpSp>
      <p:grpSp>
        <p:nvGrpSpPr>
          <p:cNvPr id="505" name="Group 119"/>
          <p:cNvGrpSpPr/>
          <p:nvPr/>
        </p:nvGrpSpPr>
        <p:grpSpPr>
          <a:xfrm>
            <a:off x="262080" y="2786040"/>
            <a:ext cx="1601280" cy="1657080"/>
            <a:chOff x="262080" y="2786040"/>
            <a:chExt cx="1601280" cy="1657080"/>
          </a:xfrm>
        </p:grpSpPr>
        <p:sp>
          <p:nvSpPr>
            <p:cNvPr id="506" name="CustomShape 120"/>
            <p:cNvSpPr/>
            <p:nvPr/>
          </p:nvSpPr>
          <p:spPr>
            <a:xfrm>
              <a:off x="985680" y="2786040"/>
              <a:ext cx="1080" cy="1657080"/>
            </a:xfrm>
            <a:custGeom>
              <a:avLst/>
              <a:gdLst/>
              <a:ahLst/>
              <a:cxnLst/>
              <a:rect l="l" t="t" r="r" b="b"/>
              <a:pathLst>
                <a:path w="1" h="1044">
                  <a:moveTo>
                    <a:pt x="0" y="0"/>
                  </a:moveTo>
                  <a:lnTo>
                    <a:pt x="0" y="1044"/>
                  </a:lnTo>
                </a:path>
              </a:pathLst>
            </a:custGeom>
            <a:noFill/>
            <a:ln w="38160">
              <a:solidFill>
                <a:srgbClr val="FF0000"/>
              </a:solidFill>
              <a:round/>
              <a:tailEnd type="triangle" w="med" len="med"/>
            </a:ln>
          </p:spPr>
          <p:style>
            <a:lnRef idx="0">
              <a:scrgbClr r="0" g="0" b="0"/>
            </a:lnRef>
            <a:fillRef idx="0">
              <a:scrgbClr r="0" g="0" b="0"/>
            </a:fillRef>
            <a:effectRef idx="0">
              <a:scrgbClr r="0" g="0" b="0"/>
            </a:effectRef>
            <a:fontRef idx="minor"/>
          </p:style>
        </p:sp>
        <p:grpSp>
          <p:nvGrpSpPr>
            <p:cNvPr id="507" name="Group 121"/>
            <p:cNvGrpSpPr/>
            <p:nvPr/>
          </p:nvGrpSpPr>
          <p:grpSpPr>
            <a:xfrm>
              <a:off x="262080" y="3197160"/>
              <a:ext cx="1601280" cy="398160"/>
              <a:chOff x="262080" y="3197160"/>
              <a:chExt cx="1601280" cy="398160"/>
            </a:xfrm>
          </p:grpSpPr>
          <p:sp>
            <p:nvSpPr>
              <p:cNvPr id="508" name="CustomShape 122"/>
              <p:cNvSpPr/>
              <p:nvPr/>
            </p:nvSpPr>
            <p:spPr>
              <a:xfrm>
                <a:off x="262080" y="3208320"/>
                <a:ext cx="1339560" cy="387000"/>
              </a:xfrm>
              <a:prstGeom prst="rect">
                <a:avLst/>
              </a:prstGeom>
              <a:solidFill>
                <a:srgbClr val="FFFFFF"/>
              </a:solidFill>
              <a:ln w="19080">
                <a:solidFill>
                  <a:srgbClr val="FF0000"/>
                </a:solidFill>
                <a:miter/>
              </a:ln>
            </p:spPr>
            <p:style>
              <a:lnRef idx="0">
                <a:scrgbClr r="0" g="0" b="0"/>
              </a:lnRef>
              <a:fillRef idx="0">
                <a:scrgbClr r="0" g="0" b="0"/>
              </a:fillRef>
              <a:effectRef idx="0">
                <a:scrgbClr r="0" g="0" b="0"/>
              </a:effectRef>
              <a:fontRef idx="minor"/>
            </p:style>
          </p:sp>
          <p:sp>
            <p:nvSpPr>
              <p:cNvPr id="509" name="CustomShape 123"/>
              <p:cNvSpPr/>
              <p:nvPr/>
            </p:nvSpPr>
            <p:spPr>
              <a:xfrm>
                <a:off x="409680" y="3197160"/>
                <a:ext cx="14536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Bef>
                    <a:spcPts val="601"/>
                  </a:spcBef>
                </a:pPr>
                <a:r>
                  <a:rPr lang="en-US" sz="1800" b="0" strike="noStrike" spc="-1">
                    <a:solidFill>
                      <a:srgbClr val="CC0000"/>
                    </a:solidFill>
                    <a:latin typeface="Arial"/>
                    <a:ea typeface="ＭＳ Ｐゴシック"/>
                  </a:rPr>
                  <a:t>request</a:t>
                </a:r>
                <a:endParaRPr lang="nl-NL" sz="1800" b="0" strike="noStrike" spc="-1">
                  <a:latin typeface="Calibri"/>
                </a:endParaRPr>
              </a:p>
            </p:txBody>
          </p:sp>
        </p:grpSp>
      </p:grpSp>
      <p:sp>
        <p:nvSpPr>
          <p:cNvPr id="510" name="CustomShape 124"/>
          <p:cNvSpPr/>
          <p:nvPr/>
        </p:nvSpPr>
        <p:spPr>
          <a:xfrm>
            <a:off x="1703880" y="6047280"/>
            <a:ext cx="25768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99"/>
                </a:solidFill>
                <a:latin typeface="Arial"/>
                <a:ea typeface="ＭＳ Ｐゴシック"/>
              </a:rPr>
              <a:t>request/response mode</a:t>
            </a:r>
            <a:endParaRPr lang="nl-NL" sz="1800" b="0" strike="noStrike" spc="-1">
              <a:latin typeface="Calibri"/>
            </a:endParaRPr>
          </a:p>
        </p:txBody>
      </p:sp>
      <p:sp>
        <p:nvSpPr>
          <p:cNvPr id="511" name="CustomShape 125"/>
          <p:cNvSpPr/>
          <p:nvPr/>
        </p:nvSpPr>
        <p:spPr>
          <a:xfrm>
            <a:off x="6743160" y="6035760"/>
            <a:ext cx="12081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99"/>
                </a:solidFill>
                <a:latin typeface="Arial"/>
                <a:ea typeface="ＭＳ Ｐゴシック"/>
              </a:rPr>
              <a:t>trap mode</a:t>
            </a:r>
            <a:endParaRPr lang="nl-NL" sz="1800" b="0" strike="noStrike" spc="-1">
              <a:latin typeface="Calibri"/>
            </a:endParaRPr>
          </a:p>
        </p:txBody>
      </p:sp>
      <p:grpSp>
        <p:nvGrpSpPr>
          <p:cNvPr id="512" name="Group 126"/>
          <p:cNvGrpSpPr/>
          <p:nvPr/>
        </p:nvGrpSpPr>
        <p:grpSpPr>
          <a:xfrm>
            <a:off x="1084320" y="2936880"/>
            <a:ext cx="2382840" cy="1466640"/>
            <a:chOff x="1084320" y="2936880"/>
            <a:chExt cx="2382840" cy="1466640"/>
          </a:xfrm>
        </p:grpSpPr>
        <p:sp>
          <p:nvSpPr>
            <p:cNvPr id="513" name="CustomShape 127"/>
            <p:cNvSpPr/>
            <p:nvPr/>
          </p:nvSpPr>
          <p:spPr>
            <a:xfrm>
              <a:off x="1839960" y="2936880"/>
              <a:ext cx="74160" cy="1466640"/>
            </a:xfrm>
            <a:custGeom>
              <a:avLst/>
              <a:gdLst/>
              <a:ahLst/>
              <a:cxnLst/>
              <a:rect l="l" t="t" r="r" b="b"/>
              <a:pathLst>
                <a:path w="1" h="1044">
                  <a:moveTo>
                    <a:pt x="0" y="0"/>
                  </a:moveTo>
                  <a:lnTo>
                    <a:pt x="0" y="1044"/>
                  </a:lnTo>
                </a:path>
              </a:pathLst>
            </a:custGeom>
            <a:noFill/>
            <a:ln w="38160">
              <a:solidFill>
                <a:srgbClr val="FF0000"/>
              </a:solidFill>
              <a:round/>
              <a:headEnd type="triangle" w="med" len="med"/>
            </a:ln>
          </p:spPr>
          <p:style>
            <a:lnRef idx="0">
              <a:scrgbClr r="0" g="0" b="0"/>
            </a:lnRef>
            <a:fillRef idx="0">
              <a:scrgbClr r="0" g="0" b="0"/>
            </a:fillRef>
            <a:effectRef idx="0">
              <a:scrgbClr r="0" g="0" b="0"/>
            </a:effectRef>
            <a:fontRef idx="minor"/>
          </p:style>
        </p:sp>
        <p:sp>
          <p:nvSpPr>
            <p:cNvPr id="514" name="CustomShape 128"/>
            <p:cNvSpPr/>
            <p:nvPr/>
          </p:nvSpPr>
          <p:spPr>
            <a:xfrm>
              <a:off x="1084320" y="3738600"/>
              <a:ext cx="1422000" cy="387000"/>
            </a:xfrm>
            <a:prstGeom prst="rect">
              <a:avLst/>
            </a:prstGeom>
            <a:solidFill>
              <a:srgbClr val="FFFFFF"/>
            </a:solidFill>
            <a:ln w="19080">
              <a:solidFill>
                <a:srgbClr val="FF0000"/>
              </a:solidFill>
              <a:miter/>
            </a:ln>
          </p:spPr>
          <p:style>
            <a:lnRef idx="0">
              <a:scrgbClr r="0" g="0" b="0"/>
            </a:lnRef>
            <a:fillRef idx="0">
              <a:scrgbClr r="0" g="0" b="0"/>
            </a:fillRef>
            <a:effectRef idx="0">
              <a:scrgbClr r="0" g="0" b="0"/>
            </a:effectRef>
            <a:fontRef idx="minor"/>
          </p:style>
        </p:sp>
        <p:sp>
          <p:nvSpPr>
            <p:cNvPr id="515" name="CustomShape 129"/>
            <p:cNvSpPr/>
            <p:nvPr/>
          </p:nvSpPr>
          <p:spPr>
            <a:xfrm>
              <a:off x="1209960" y="3735720"/>
              <a:ext cx="22572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spcBef>
                  <a:spcPts val="601"/>
                </a:spcBef>
              </a:pPr>
              <a:r>
                <a:rPr lang="en-US" sz="1800" b="0" strike="noStrike" spc="-1">
                  <a:solidFill>
                    <a:srgbClr val="CC0000"/>
                  </a:solidFill>
                  <a:latin typeface="Arial"/>
                  <a:ea typeface="ＭＳ Ｐゴシック"/>
                </a:rPr>
                <a:t>response</a:t>
              </a:r>
              <a:endParaRPr lang="nl-NL" sz="1800" b="0" strike="noStrike" spc="-1">
                <a:latin typeface="Calibri"/>
              </a:endParaRPr>
            </a:p>
          </p:txBody>
        </p:sp>
      </p:grpSp>
      <p:grpSp>
        <p:nvGrpSpPr>
          <p:cNvPr id="516" name="Group 130"/>
          <p:cNvGrpSpPr/>
          <p:nvPr/>
        </p:nvGrpSpPr>
        <p:grpSpPr>
          <a:xfrm>
            <a:off x="2365560" y="4961520"/>
            <a:ext cx="687240" cy="403560"/>
            <a:chOff x="2365560" y="4961520"/>
            <a:chExt cx="687240" cy="403560"/>
          </a:xfrm>
        </p:grpSpPr>
        <p:sp>
          <p:nvSpPr>
            <p:cNvPr id="517" name="CustomShape 131"/>
            <p:cNvSpPr/>
            <p:nvPr/>
          </p:nvSpPr>
          <p:spPr>
            <a:xfrm flipV="1">
              <a:off x="2367720" y="506916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18" name="CustomShape 132"/>
            <p:cNvSpPr/>
            <p:nvPr/>
          </p:nvSpPr>
          <p:spPr>
            <a:xfrm>
              <a:off x="2365560" y="511308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19" name="CustomShape 133"/>
            <p:cNvSpPr/>
            <p:nvPr/>
          </p:nvSpPr>
          <p:spPr>
            <a:xfrm flipV="1">
              <a:off x="2365560" y="496152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20" name="CustomShape 134"/>
            <p:cNvSpPr/>
            <p:nvPr/>
          </p:nvSpPr>
          <p:spPr>
            <a:xfrm>
              <a:off x="2541240" y="505152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21" name="CustomShape 135"/>
            <p:cNvSpPr/>
            <p:nvPr/>
          </p:nvSpPr>
          <p:spPr>
            <a:xfrm>
              <a:off x="2506680" y="501444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22" name="CustomShape 136"/>
            <p:cNvSpPr/>
            <p:nvPr/>
          </p:nvSpPr>
          <p:spPr>
            <a:xfrm>
              <a:off x="2771280" y="510228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23" name="CustomShape 137"/>
            <p:cNvSpPr/>
            <p:nvPr/>
          </p:nvSpPr>
          <p:spPr>
            <a:xfrm>
              <a:off x="2498760" y="510444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24" name="Line 138"/>
            <p:cNvSpPr/>
            <p:nvPr/>
          </p:nvSpPr>
          <p:spPr>
            <a:xfrm flipH="1" flipV="1">
              <a:off x="2365560" y="510876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525" name="Line 139"/>
            <p:cNvSpPr/>
            <p:nvPr/>
          </p:nvSpPr>
          <p:spPr>
            <a:xfrm flipH="1" flipV="1">
              <a:off x="3051000" y="5106240"/>
              <a:ext cx="1800" cy="1144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526" name="Group 140"/>
          <p:cNvGrpSpPr/>
          <p:nvPr/>
        </p:nvGrpSpPr>
        <p:grpSpPr>
          <a:xfrm>
            <a:off x="3533760" y="3389400"/>
            <a:ext cx="687600" cy="403560"/>
            <a:chOff x="3533760" y="3389400"/>
            <a:chExt cx="687600" cy="403560"/>
          </a:xfrm>
        </p:grpSpPr>
        <p:sp>
          <p:nvSpPr>
            <p:cNvPr id="527" name="CustomShape 141"/>
            <p:cNvSpPr/>
            <p:nvPr/>
          </p:nvSpPr>
          <p:spPr>
            <a:xfrm flipV="1">
              <a:off x="3535920" y="349704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28" name="CustomShape 142"/>
            <p:cNvSpPr/>
            <p:nvPr/>
          </p:nvSpPr>
          <p:spPr>
            <a:xfrm>
              <a:off x="3534120" y="354096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29" name="CustomShape 143"/>
            <p:cNvSpPr/>
            <p:nvPr/>
          </p:nvSpPr>
          <p:spPr>
            <a:xfrm flipV="1">
              <a:off x="3534120" y="338940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0" name="CustomShape 144"/>
            <p:cNvSpPr/>
            <p:nvPr/>
          </p:nvSpPr>
          <p:spPr>
            <a:xfrm>
              <a:off x="3709800" y="347940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1" name="CustomShape 145"/>
            <p:cNvSpPr/>
            <p:nvPr/>
          </p:nvSpPr>
          <p:spPr>
            <a:xfrm>
              <a:off x="3674880" y="344232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2" name="CustomShape 146"/>
            <p:cNvSpPr/>
            <p:nvPr/>
          </p:nvSpPr>
          <p:spPr>
            <a:xfrm>
              <a:off x="3939480" y="353016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3" name="CustomShape 147"/>
            <p:cNvSpPr/>
            <p:nvPr/>
          </p:nvSpPr>
          <p:spPr>
            <a:xfrm>
              <a:off x="3667320" y="353232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4" name="Line 148"/>
            <p:cNvSpPr/>
            <p:nvPr/>
          </p:nvSpPr>
          <p:spPr>
            <a:xfrm flipH="1" flipV="1">
              <a:off x="3533760" y="353664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535" name="Line 149"/>
            <p:cNvSpPr/>
            <p:nvPr/>
          </p:nvSpPr>
          <p:spPr>
            <a:xfrm flipH="1" flipV="1">
              <a:off x="4219200" y="3534120"/>
              <a:ext cx="2160" cy="1144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536" name="Group 150"/>
          <p:cNvGrpSpPr/>
          <p:nvPr/>
        </p:nvGrpSpPr>
        <p:grpSpPr>
          <a:xfrm>
            <a:off x="7670160" y="3394800"/>
            <a:ext cx="687240" cy="403560"/>
            <a:chOff x="7670160" y="3394800"/>
            <a:chExt cx="687240" cy="403560"/>
          </a:xfrm>
        </p:grpSpPr>
        <p:sp>
          <p:nvSpPr>
            <p:cNvPr id="537" name="CustomShape 151"/>
            <p:cNvSpPr/>
            <p:nvPr/>
          </p:nvSpPr>
          <p:spPr>
            <a:xfrm flipV="1">
              <a:off x="7672320" y="350244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8" name="CustomShape 152"/>
            <p:cNvSpPr/>
            <p:nvPr/>
          </p:nvSpPr>
          <p:spPr>
            <a:xfrm>
              <a:off x="7670160" y="354636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39" name="CustomShape 153"/>
            <p:cNvSpPr/>
            <p:nvPr/>
          </p:nvSpPr>
          <p:spPr>
            <a:xfrm flipV="1">
              <a:off x="7670160" y="339480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0" name="CustomShape 154"/>
            <p:cNvSpPr/>
            <p:nvPr/>
          </p:nvSpPr>
          <p:spPr>
            <a:xfrm>
              <a:off x="7845840" y="348480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1" name="CustomShape 155"/>
            <p:cNvSpPr/>
            <p:nvPr/>
          </p:nvSpPr>
          <p:spPr>
            <a:xfrm>
              <a:off x="7811280" y="344772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2" name="CustomShape 156"/>
            <p:cNvSpPr/>
            <p:nvPr/>
          </p:nvSpPr>
          <p:spPr>
            <a:xfrm>
              <a:off x="8075880" y="353556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3" name="CustomShape 157"/>
            <p:cNvSpPr/>
            <p:nvPr/>
          </p:nvSpPr>
          <p:spPr>
            <a:xfrm>
              <a:off x="7803360" y="353772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4" name="Line 158"/>
            <p:cNvSpPr/>
            <p:nvPr/>
          </p:nvSpPr>
          <p:spPr>
            <a:xfrm flipH="1" flipV="1">
              <a:off x="7670160" y="3541680"/>
              <a:ext cx="1800" cy="1144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545" name="Line 159"/>
            <p:cNvSpPr/>
            <p:nvPr/>
          </p:nvSpPr>
          <p:spPr>
            <a:xfrm flipH="1" flipV="1">
              <a:off x="8355600" y="353952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546" name="Group 160"/>
          <p:cNvGrpSpPr/>
          <p:nvPr/>
        </p:nvGrpSpPr>
        <p:grpSpPr>
          <a:xfrm>
            <a:off x="6525720" y="4937760"/>
            <a:ext cx="687240" cy="403200"/>
            <a:chOff x="6525720" y="4937760"/>
            <a:chExt cx="687240" cy="403200"/>
          </a:xfrm>
        </p:grpSpPr>
        <p:sp>
          <p:nvSpPr>
            <p:cNvPr id="547" name="CustomShape 161"/>
            <p:cNvSpPr/>
            <p:nvPr/>
          </p:nvSpPr>
          <p:spPr>
            <a:xfrm flipV="1">
              <a:off x="6527880" y="504504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8" name="CustomShape 162"/>
            <p:cNvSpPr/>
            <p:nvPr/>
          </p:nvSpPr>
          <p:spPr>
            <a:xfrm>
              <a:off x="6526080" y="508896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49" name="CustomShape 163"/>
            <p:cNvSpPr/>
            <p:nvPr/>
          </p:nvSpPr>
          <p:spPr>
            <a:xfrm flipV="1">
              <a:off x="6526080" y="493776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50" name="CustomShape 164"/>
            <p:cNvSpPr/>
            <p:nvPr/>
          </p:nvSpPr>
          <p:spPr>
            <a:xfrm>
              <a:off x="6701760" y="502776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51" name="CustomShape 165"/>
            <p:cNvSpPr/>
            <p:nvPr/>
          </p:nvSpPr>
          <p:spPr>
            <a:xfrm>
              <a:off x="6666840" y="499032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52" name="CustomShape 166"/>
            <p:cNvSpPr/>
            <p:nvPr/>
          </p:nvSpPr>
          <p:spPr>
            <a:xfrm>
              <a:off x="6931440" y="507816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53" name="CustomShape 167"/>
            <p:cNvSpPr/>
            <p:nvPr/>
          </p:nvSpPr>
          <p:spPr>
            <a:xfrm>
              <a:off x="6659280" y="508032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554" name="Line 168"/>
            <p:cNvSpPr/>
            <p:nvPr/>
          </p:nvSpPr>
          <p:spPr>
            <a:xfrm flipH="1" flipV="1">
              <a:off x="6525720" y="508464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555" name="Line 169"/>
            <p:cNvSpPr/>
            <p:nvPr/>
          </p:nvSpPr>
          <p:spPr>
            <a:xfrm flipH="1" flipV="1">
              <a:off x="7211160" y="508248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sp>
        <p:nvSpPr>
          <p:cNvPr id="556" name="TextShape 170"/>
          <p:cNvSpPr txBox="1"/>
          <p:nvPr/>
        </p:nvSpPr>
        <p:spPr>
          <a:xfrm>
            <a:off x="8255160" y="6124680"/>
            <a:ext cx="626760" cy="364680"/>
          </a:xfrm>
          <a:prstGeom prst="rect">
            <a:avLst/>
          </a:prstGeom>
          <a:noFill/>
          <a:ln>
            <a:noFill/>
          </a:ln>
        </p:spPr>
        <p:txBody>
          <a:bodyPr anchor="ctr">
            <a:noAutofit/>
          </a:bodyPr>
          <a:lstStyle/>
          <a:p>
            <a:pPr algn="r">
              <a:lnSpc>
                <a:spcPct val="100000"/>
              </a:lnSpc>
            </a:pPr>
            <a:fld id="{88C07A10-6847-4A6B-81F9-D607EF06F103}" type="slidenum">
              <a:rPr lang="nl-NL" sz="1000" b="0" strike="noStrike" spc="-1">
                <a:solidFill>
                  <a:srgbClr val="FFFFFF"/>
                </a:solidFill>
                <a:latin typeface="Arial"/>
                <a:ea typeface="ＭＳ Ｐゴシック"/>
              </a:rPr>
              <a:t>13</a:t>
            </a:fld>
            <a:endParaRPr lang="nl-NL" sz="1000" b="0" strike="noStrike" spc="-1">
              <a:latin typeface="Calibri"/>
            </a:endParaRPr>
          </a:p>
        </p:txBody>
      </p:sp>
      <p:sp>
        <p:nvSpPr>
          <p:cNvPr id="557" name="CustomShape 171"/>
          <p:cNvSpPr/>
          <p:nvPr/>
        </p:nvSpPr>
        <p:spPr>
          <a:xfrm>
            <a:off x="7583400" y="657648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10</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1" fill="hold" nodeType="clickEffect">
                                  <p:stCondLst>
                                    <p:cond delay="0"/>
                                  </p:stCondLst>
                                  <p:childTnLst>
                                    <p:set>
                                      <p:cBhvr>
                                        <p:cTn id="6" dur="1" fill="hold">
                                          <p:stCondLst>
                                            <p:cond delay="0"/>
                                          </p:stCondLst>
                                        </p:cTn>
                                        <p:tgtEl>
                                          <p:spTgt spid="505"/>
                                        </p:tgtEl>
                                        <p:attrNameLst>
                                          <p:attrName>style.visibility</p:attrName>
                                        </p:attrNameLst>
                                      </p:cBhvr>
                                      <p:to>
                                        <p:strVal val="visible"/>
                                      </p:to>
                                    </p:set>
                                    <p:animEffect transition="in" filter="wipe(up)">
                                      <p:cBhvr additive="repl">
                                        <p:cTn id="7" dur="500"/>
                                        <p:tgtEl>
                                          <p:spTgt spid="505"/>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4" fill="hold" nodeType="clickEffect">
                                  <p:stCondLst>
                                    <p:cond delay="0"/>
                                  </p:stCondLst>
                                  <p:childTnLst>
                                    <p:set>
                                      <p:cBhvr>
                                        <p:cTn id="11" dur="1" fill="hold">
                                          <p:stCondLst>
                                            <p:cond delay="0"/>
                                          </p:stCondLst>
                                        </p:cTn>
                                        <p:tgtEl>
                                          <p:spTgt spid="512"/>
                                        </p:tgtEl>
                                        <p:attrNameLst>
                                          <p:attrName>style.visibility</p:attrName>
                                        </p:attrNameLst>
                                      </p:cBhvr>
                                      <p:to>
                                        <p:strVal val="visible"/>
                                      </p:to>
                                    </p:set>
                                    <p:animEffect transition="in" filter="wipe(down)">
                                      <p:cBhvr additive="repl">
                                        <p:cTn id="12" dur="500"/>
                                        <p:tgtEl>
                                          <p:spTgt spid="512"/>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4" fill="hold" nodeType="clickEffect">
                                  <p:stCondLst>
                                    <p:cond delay="0"/>
                                  </p:stCondLst>
                                  <p:childTnLst>
                                    <p:set>
                                      <p:cBhvr>
                                        <p:cTn id="16" dur="1" fill="hold">
                                          <p:stCondLst>
                                            <p:cond delay="0"/>
                                          </p:stCondLst>
                                        </p:cTn>
                                        <p:tgtEl>
                                          <p:spTgt spid="501"/>
                                        </p:tgtEl>
                                        <p:attrNameLst>
                                          <p:attrName>style.visibility</p:attrName>
                                        </p:attrNameLst>
                                      </p:cBhvr>
                                      <p:to>
                                        <p:strVal val="visible"/>
                                      </p:to>
                                    </p:set>
                                    <p:animEffect transition="in" filter="wipe(down)">
                                      <p:cBhvr additive="repl">
                                        <p:cTn id="17" dur="500"/>
                                        <p:tgtEl>
                                          <p:spTgt spid="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EA61A4-02F7-CE43-862D-5DECBF0AD9E1}"/>
              </a:ext>
            </a:extLst>
          </p:cNvPr>
          <p:cNvSpPr>
            <a:spLocks noGrp="1"/>
          </p:cNvSpPr>
          <p:nvPr>
            <p:ph type="title"/>
          </p:nvPr>
        </p:nvSpPr>
        <p:spPr/>
        <p:txBody>
          <a:bodyPr/>
          <a:lstStyle/>
          <a:p>
            <a:r>
              <a:rPr lang="nl-NL" dirty="0"/>
              <a:t>SNMP </a:t>
            </a:r>
            <a:r>
              <a:rPr lang="nl-NL" dirty="0" err="1"/>
              <a:t>Example</a:t>
            </a:r>
            <a:endParaRPr lang="nl-NL" dirty="0"/>
          </a:p>
        </p:txBody>
      </p:sp>
      <p:sp>
        <p:nvSpPr>
          <p:cNvPr id="3" name="Ondertitel 2">
            <a:extLst>
              <a:ext uri="{FF2B5EF4-FFF2-40B4-BE49-F238E27FC236}">
                <a16:creationId xmlns:a16="http://schemas.microsoft.com/office/drawing/2014/main" id="{5C3ED05B-236A-A642-BF97-DEDFDEBD0844}"/>
              </a:ext>
            </a:extLst>
          </p:cNvPr>
          <p:cNvSpPr>
            <a:spLocks noGrp="1"/>
          </p:cNvSpPr>
          <p:nvPr>
            <p:ph type="subTitle"/>
          </p:nvPr>
        </p:nvSpPr>
        <p:spPr/>
        <p:txBody>
          <a:bodyPr/>
          <a:lstStyle/>
          <a:p>
            <a:endParaRPr lang="nl-NL" dirty="0"/>
          </a:p>
        </p:txBody>
      </p:sp>
      <p:pic>
        <p:nvPicPr>
          <p:cNvPr id="5" name="Afbeelding 4">
            <a:extLst>
              <a:ext uri="{FF2B5EF4-FFF2-40B4-BE49-F238E27FC236}">
                <a16:creationId xmlns:a16="http://schemas.microsoft.com/office/drawing/2014/main" id="{480411DB-EC2D-644F-A747-238DED9A3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3105" y="2438743"/>
            <a:ext cx="6426200" cy="3784600"/>
          </a:xfrm>
          <a:prstGeom prst="rect">
            <a:avLst/>
          </a:prstGeom>
        </p:spPr>
      </p:pic>
    </p:spTree>
    <p:extLst>
      <p:ext uri="{BB962C8B-B14F-4D97-AF65-F5344CB8AC3E}">
        <p14:creationId xmlns:p14="http://schemas.microsoft.com/office/powerpoint/2010/main" val="1807386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D36F6E-ECDB-4F42-8117-7AF4154A9C21}"/>
              </a:ext>
            </a:extLst>
          </p:cNvPr>
          <p:cNvSpPr>
            <a:spLocks noGrp="1"/>
          </p:cNvSpPr>
          <p:nvPr>
            <p:ph type="title"/>
          </p:nvPr>
        </p:nvSpPr>
        <p:spPr>
          <a:xfrm>
            <a:off x="222738" y="468924"/>
            <a:ext cx="8663354" cy="1547446"/>
          </a:xfrm>
        </p:spPr>
        <p:txBody>
          <a:bodyPr/>
          <a:lstStyle/>
          <a:p>
            <a:pPr lvl="0" eaLnBrk="0" fontAlgn="base" hangingPunct="0">
              <a:lnSpc>
                <a:spcPct val="100000"/>
              </a:lnSpc>
              <a:spcAft>
                <a:spcPct val="0"/>
              </a:spcAft>
            </a:pPr>
            <a:r>
              <a:rPr lang="nl-NL" altLang="nl-NL" sz="2400" dirty="0">
                <a:solidFill>
                  <a:srgbClr val="494C4E"/>
                </a:solidFill>
                <a:latin typeface="Lato" panose="020F0502020204030203" pitchFamily="34" charset="0"/>
              </a:rPr>
              <a:t>Een 'managing server' wil weten hoe lang een bepaald '</a:t>
            </a:r>
            <a:r>
              <a:rPr lang="nl-NL" altLang="nl-NL" sz="2400" dirty="0" err="1">
                <a:solidFill>
                  <a:srgbClr val="494C4E"/>
                </a:solidFill>
                <a:latin typeface="Lato" panose="020F0502020204030203" pitchFamily="34" charset="0"/>
              </a:rPr>
              <a:t>managed</a:t>
            </a:r>
            <a:r>
              <a:rPr lang="nl-NL" altLang="nl-NL" sz="2400" dirty="0">
                <a:solidFill>
                  <a:srgbClr val="494C4E"/>
                </a:solidFill>
                <a:latin typeface="Lato" panose="020F0502020204030203" pitchFamily="34" charset="0"/>
              </a:rPr>
              <a:t> device' (oftewel een agent) al online is.  Hoe kan de managing server SNMP gebruiken om deze informatie te achterhalen?</a:t>
            </a:r>
            <a:endParaRPr lang="nl-NL" dirty="0"/>
          </a:p>
        </p:txBody>
      </p:sp>
      <p:sp>
        <p:nvSpPr>
          <p:cNvPr id="3" name="Ondertitel 2">
            <a:extLst>
              <a:ext uri="{FF2B5EF4-FFF2-40B4-BE49-F238E27FC236}">
                <a16:creationId xmlns:a16="http://schemas.microsoft.com/office/drawing/2014/main" id="{5FBC46B7-E22C-8E49-9FB9-E583047556DB}"/>
              </a:ext>
            </a:extLst>
          </p:cNvPr>
          <p:cNvSpPr>
            <a:spLocks noGrp="1"/>
          </p:cNvSpPr>
          <p:nvPr>
            <p:ph type="subTitle"/>
          </p:nvPr>
        </p:nvSpPr>
        <p:spPr>
          <a:xfrm>
            <a:off x="457200" y="2180492"/>
            <a:ext cx="8229240" cy="3945268"/>
          </a:xfrm>
        </p:spPr>
        <p:txBody>
          <a:bodyPr/>
          <a:lstStyle/>
          <a:p>
            <a:pPr marL="514350" indent="-514350">
              <a:buAutoNum type="alphaUcParenR"/>
            </a:pPr>
            <a:r>
              <a:rPr lang="nl-NL" sz="2000" dirty="0"/>
              <a:t>Het MIB proces vraagt aan de agent hoe lang deze online is. De agent stuurt een reply met de waarde. </a:t>
            </a:r>
          </a:p>
          <a:p>
            <a:pPr marL="514350" indent="-514350">
              <a:buAutoNum type="alphaUcParenR"/>
            </a:pPr>
            <a:r>
              <a:rPr lang="nl-NL" sz="2000" dirty="0"/>
              <a:t>De informatie wordt uit de MIB gehaald op de managing server. Is deze informatie niet aanwezig dan stuurt de managing server een </a:t>
            </a:r>
            <a:r>
              <a:rPr lang="nl-NL" sz="2000" dirty="0" err="1"/>
              <a:t>request</a:t>
            </a:r>
            <a:r>
              <a:rPr lang="nl-NL" sz="2000" dirty="0"/>
              <a:t> naar de agent.</a:t>
            </a:r>
          </a:p>
          <a:p>
            <a:pPr marL="514350" indent="-514350">
              <a:buAutoNum type="alphaUcParenR"/>
            </a:pPr>
            <a:r>
              <a:rPr lang="nl-NL" sz="2000" dirty="0"/>
              <a:t>De MIB wordt via een gedistribueerd proces gesynchroniseerd tussen managing server en agent.</a:t>
            </a:r>
          </a:p>
          <a:p>
            <a:pPr marL="514350" indent="-514350">
              <a:buAutoNum type="alphaUcParenR"/>
            </a:pPr>
            <a:r>
              <a:rPr lang="nl-NL" sz="2000" dirty="0"/>
              <a:t>De gewenste informatie is opgeslagen in de MIB op het </a:t>
            </a:r>
            <a:r>
              <a:rPr lang="nl-NL" sz="2000" dirty="0" err="1"/>
              <a:t>managed</a:t>
            </a:r>
            <a:r>
              <a:rPr lang="nl-NL" sz="2000" dirty="0"/>
              <a:t> device. De server stuurt een SNMP </a:t>
            </a:r>
            <a:r>
              <a:rPr lang="nl-NL" sz="2000" dirty="0" err="1"/>
              <a:t>request</a:t>
            </a:r>
            <a:r>
              <a:rPr lang="nl-NL" sz="2000" dirty="0"/>
              <a:t> naar de agent om de info op te vragen. De agent stuurt een reply met de waarde van het opgevraagde object.</a:t>
            </a:r>
          </a:p>
          <a:p>
            <a:pPr marL="514350" indent="-514350">
              <a:buAutoNum type="alphaUcParenR"/>
            </a:pPr>
            <a:endParaRPr lang="nl-NL" dirty="0"/>
          </a:p>
        </p:txBody>
      </p:sp>
    </p:spTree>
    <p:extLst>
      <p:ext uri="{BB962C8B-B14F-4D97-AF65-F5344CB8AC3E}">
        <p14:creationId xmlns:p14="http://schemas.microsoft.com/office/powerpoint/2010/main" val="2267582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en-US" sz="2800" b="0" strike="noStrike" spc="-1" dirty="0">
                <a:solidFill>
                  <a:srgbClr val="25167A"/>
                </a:solidFill>
                <a:latin typeface="Arial"/>
              </a:rPr>
              <a:t>Network Layer</a:t>
            </a:r>
            <a:endParaRPr lang="nl-NL" sz="2800" b="0" strike="noStrike" spc="-1" dirty="0">
              <a:solidFill>
                <a:srgbClr val="000000"/>
              </a:solidFill>
              <a:latin typeface="Arial"/>
            </a:endParaRPr>
          </a:p>
        </p:txBody>
      </p:sp>
      <p:sp>
        <p:nvSpPr>
          <p:cNvPr id="251" name="TextShape 2"/>
          <p:cNvSpPr txBox="1"/>
          <p:nvPr/>
        </p:nvSpPr>
        <p:spPr>
          <a:xfrm>
            <a:off x="457200" y="2087640"/>
            <a:ext cx="4547880" cy="4038120"/>
          </a:xfrm>
          <a:prstGeom prst="rect">
            <a:avLst/>
          </a:prstGeom>
          <a:noFill/>
          <a:ln>
            <a:noFill/>
          </a:ln>
        </p:spPr>
        <p:txBody>
          <a:bodyPr>
            <a:noAutofit/>
          </a:bodyPr>
          <a:lstStyle/>
          <a:p>
            <a:pPr>
              <a:lnSpc>
                <a:spcPct val="100000"/>
              </a:lnSpc>
              <a:spcBef>
                <a:spcPts val="400"/>
              </a:spcBef>
              <a:tabLst>
                <a:tab pos="0" algn="l"/>
              </a:tabLst>
            </a:pPr>
            <a:r>
              <a:rPr lang="nl-NL" sz="2000" spc="-1" dirty="0">
                <a:solidFill>
                  <a:srgbClr val="000000"/>
                </a:solidFill>
                <a:latin typeface="Arial"/>
              </a:rPr>
              <a:t>The Network </a:t>
            </a:r>
            <a:r>
              <a:rPr lang="nl-NL" sz="2000" spc="-1" dirty="0" err="1">
                <a:solidFill>
                  <a:srgbClr val="000000"/>
                </a:solidFill>
                <a:latin typeface="Arial"/>
              </a:rPr>
              <a:t>Layer</a:t>
            </a:r>
            <a:r>
              <a:rPr lang="nl-NL" sz="2000" spc="-1" dirty="0">
                <a:solidFill>
                  <a:srgbClr val="000000"/>
                </a:solidFill>
                <a:latin typeface="Arial"/>
              </a:rPr>
              <a:t> </a:t>
            </a:r>
            <a:r>
              <a:rPr lang="nl-NL" sz="2000" spc="-1" dirty="0" err="1">
                <a:solidFill>
                  <a:srgbClr val="000000"/>
                </a:solidFill>
                <a:latin typeface="Arial"/>
              </a:rPr>
              <a:t>can</a:t>
            </a:r>
            <a:r>
              <a:rPr lang="nl-NL" sz="2000" spc="-1" dirty="0">
                <a:solidFill>
                  <a:srgbClr val="000000"/>
                </a:solidFill>
                <a:latin typeface="Arial"/>
              </a:rPr>
              <a:t> </a:t>
            </a:r>
            <a:r>
              <a:rPr lang="nl-NL" sz="2000" spc="-1" dirty="0" err="1">
                <a:solidFill>
                  <a:srgbClr val="000000"/>
                </a:solidFill>
                <a:latin typeface="Arial"/>
              </a:rPr>
              <a:t>be</a:t>
            </a:r>
            <a:r>
              <a:rPr lang="nl-NL" sz="2000" spc="-1" dirty="0">
                <a:solidFill>
                  <a:srgbClr val="000000"/>
                </a:solidFill>
                <a:latin typeface="Arial"/>
              </a:rPr>
              <a:t> </a:t>
            </a:r>
            <a:r>
              <a:rPr lang="nl-NL" sz="2000" spc="-1" dirty="0" err="1">
                <a:solidFill>
                  <a:srgbClr val="000000"/>
                </a:solidFill>
                <a:latin typeface="Arial"/>
              </a:rPr>
              <a:t>divided</a:t>
            </a:r>
            <a:r>
              <a:rPr lang="nl-NL" sz="2000" spc="-1" dirty="0">
                <a:solidFill>
                  <a:srgbClr val="000000"/>
                </a:solidFill>
                <a:latin typeface="Arial"/>
              </a:rPr>
              <a:t> </a:t>
            </a:r>
            <a:r>
              <a:rPr lang="nl-NL" sz="2000" spc="-1" dirty="0" err="1">
                <a:solidFill>
                  <a:srgbClr val="000000"/>
                </a:solidFill>
                <a:latin typeface="Arial"/>
              </a:rPr>
              <a:t>into</a:t>
            </a:r>
            <a:r>
              <a:rPr lang="nl-NL" sz="2000" spc="-1" dirty="0">
                <a:solidFill>
                  <a:srgbClr val="000000"/>
                </a:solidFill>
                <a:latin typeface="Arial"/>
              </a:rPr>
              <a:t> </a:t>
            </a:r>
            <a:r>
              <a:rPr lang="nl-NL" sz="2000" spc="-1" dirty="0" err="1">
                <a:solidFill>
                  <a:srgbClr val="000000"/>
                </a:solidFill>
                <a:latin typeface="Arial"/>
              </a:rPr>
              <a:t>two</a:t>
            </a:r>
            <a:r>
              <a:rPr lang="nl-NL" sz="2000" spc="-1" dirty="0">
                <a:solidFill>
                  <a:srgbClr val="000000"/>
                </a:solidFill>
                <a:latin typeface="Arial"/>
              </a:rPr>
              <a:t> </a:t>
            </a:r>
            <a:r>
              <a:rPr lang="nl-NL" sz="2000" spc="-1" dirty="0" err="1">
                <a:solidFill>
                  <a:srgbClr val="000000"/>
                </a:solidFill>
                <a:latin typeface="Arial"/>
              </a:rPr>
              <a:t>parts</a:t>
            </a:r>
            <a:r>
              <a:rPr lang="nl-NL" sz="2000" spc="-1" dirty="0">
                <a:solidFill>
                  <a:srgbClr val="000000"/>
                </a:solidFill>
                <a:latin typeface="Arial"/>
              </a:rPr>
              <a:t>:</a:t>
            </a:r>
          </a:p>
          <a:p>
            <a:pPr>
              <a:lnSpc>
                <a:spcPct val="100000"/>
              </a:lnSpc>
              <a:spcBef>
                <a:spcPts val="400"/>
              </a:spcBef>
              <a:tabLst>
                <a:tab pos="0" algn="l"/>
              </a:tabLst>
            </a:pPr>
            <a:endParaRPr lang="nl-NL" sz="2000" b="0" strike="noStrike" spc="-1" dirty="0">
              <a:solidFill>
                <a:srgbClr val="000000"/>
              </a:solidFill>
              <a:latin typeface="Arial"/>
            </a:endParaRPr>
          </a:p>
          <a:p>
            <a:pPr marL="457200" indent="-457200">
              <a:lnSpc>
                <a:spcPct val="100000"/>
              </a:lnSpc>
              <a:spcBef>
                <a:spcPts val="400"/>
              </a:spcBef>
              <a:buAutoNum type="arabicParenR"/>
              <a:tabLst>
                <a:tab pos="0" algn="l"/>
              </a:tabLst>
            </a:pPr>
            <a:r>
              <a:rPr lang="nl-NL" sz="2000" spc="-1" dirty="0">
                <a:solidFill>
                  <a:srgbClr val="000000"/>
                </a:solidFill>
                <a:latin typeface="Arial"/>
              </a:rPr>
              <a:t>Data </a:t>
            </a:r>
            <a:r>
              <a:rPr lang="nl-NL" sz="2000" spc="-1" dirty="0" err="1">
                <a:solidFill>
                  <a:srgbClr val="000000"/>
                </a:solidFill>
                <a:latin typeface="Arial"/>
              </a:rPr>
              <a:t>plane</a:t>
            </a:r>
            <a:r>
              <a:rPr lang="nl-NL" sz="2000" spc="-1" dirty="0">
                <a:solidFill>
                  <a:srgbClr val="000000"/>
                </a:solidFill>
                <a:latin typeface="Arial"/>
              </a:rPr>
              <a:t> – per router </a:t>
            </a:r>
            <a:r>
              <a:rPr lang="nl-NL" sz="2000" spc="-1" dirty="0" err="1">
                <a:solidFill>
                  <a:srgbClr val="000000"/>
                </a:solidFill>
                <a:latin typeface="Arial"/>
              </a:rPr>
              <a:t>functions</a:t>
            </a:r>
            <a:r>
              <a:rPr lang="nl-NL" sz="2000" spc="-1" dirty="0">
                <a:solidFill>
                  <a:srgbClr val="000000"/>
                </a:solidFill>
                <a:latin typeface="Arial"/>
              </a:rPr>
              <a:t> </a:t>
            </a:r>
            <a:r>
              <a:rPr lang="nl-NL" sz="2000" spc="-1" dirty="0" err="1">
                <a:solidFill>
                  <a:srgbClr val="000000"/>
                </a:solidFill>
                <a:latin typeface="Arial"/>
              </a:rPr>
              <a:t>that</a:t>
            </a:r>
            <a:r>
              <a:rPr lang="nl-NL" sz="2000" spc="-1" dirty="0">
                <a:solidFill>
                  <a:srgbClr val="000000"/>
                </a:solidFill>
                <a:latin typeface="Arial"/>
              </a:rPr>
              <a:t> </a:t>
            </a:r>
            <a:r>
              <a:rPr lang="nl-NL" sz="2000" spc="-1" dirty="0" err="1">
                <a:solidFill>
                  <a:srgbClr val="000000"/>
                </a:solidFill>
                <a:latin typeface="Arial"/>
              </a:rPr>
              <a:t>determine</a:t>
            </a:r>
            <a:r>
              <a:rPr lang="nl-NL" sz="2000" spc="-1" dirty="0">
                <a:solidFill>
                  <a:srgbClr val="000000"/>
                </a:solidFill>
                <a:latin typeface="Arial"/>
              </a:rPr>
              <a:t> </a:t>
            </a:r>
            <a:r>
              <a:rPr lang="nl-NL" sz="2000" spc="-1" dirty="0" err="1">
                <a:solidFill>
                  <a:srgbClr val="000000"/>
                </a:solidFill>
                <a:latin typeface="Arial"/>
              </a:rPr>
              <a:t>how</a:t>
            </a:r>
            <a:r>
              <a:rPr lang="nl-NL" sz="2000" spc="-1" dirty="0">
                <a:solidFill>
                  <a:srgbClr val="000000"/>
                </a:solidFill>
                <a:latin typeface="Arial"/>
              </a:rPr>
              <a:t> datagram is </a:t>
            </a:r>
            <a:r>
              <a:rPr lang="nl-NL" sz="2000" spc="-1" dirty="0" err="1">
                <a:solidFill>
                  <a:srgbClr val="000000"/>
                </a:solidFill>
                <a:latin typeface="Arial"/>
              </a:rPr>
              <a:t>arriving</a:t>
            </a:r>
            <a:r>
              <a:rPr lang="nl-NL" sz="2000" spc="-1" dirty="0">
                <a:solidFill>
                  <a:srgbClr val="000000"/>
                </a:solidFill>
                <a:latin typeface="Arial"/>
              </a:rPr>
              <a:t> </a:t>
            </a:r>
            <a:r>
              <a:rPr lang="nl-NL" sz="2000" spc="-1" dirty="0" err="1">
                <a:solidFill>
                  <a:srgbClr val="000000"/>
                </a:solidFill>
                <a:latin typeface="Arial"/>
              </a:rPr>
              <a:t>and</a:t>
            </a:r>
            <a:r>
              <a:rPr lang="nl-NL" sz="2000" spc="-1" dirty="0">
                <a:solidFill>
                  <a:srgbClr val="000000"/>
                </a:solidFill>
                <a:latin typeface="Arial"/>
              </a:rPr>
              <a:t> </a:t>
            </a:r>
            <a:r>
              <a:rPr lang="nl-NL" sz="2000" spc="-1" dirty="0" err="1">
                <a:solidFill>
                  <a:srgbClr val="000000"/>
                </a:solidFill>
                <a:latin typeface="Arial"/>
              </a:rPr>
              <a:t>forwarded</a:t>
            </a:r>
            <a:r>
              <a:rPr lang="nl-NL" sz="2000" spc="-1" dirty="0">
                <a:solidFill>
                  <a:srgbClr val="000000"/>
                </a:solidFill>
                <a:latin typeface="Arial"/>
              </a:rPr>
              <a:t> .</a:t>
            </a:r>
          </a:p>
          <a:p>
            <a:pPr marL="457200" indent="-457200">
              <a:lnSpc>
                <a:spcPct val="100000"/>
              </a:lnSpc>
              <a:spcBef>
                <a:spcPts val="400"/>
              </a:spcBef>
              <a:buAutoNum type="arabicParenR"/>
              <a:tabLst>
                <a:tab pos="0" algn="l"/>
              </a:tabLst>
            </a:pPr>
            <a:r>
              <a:rPr lang="nl-NL" sz="2000" spc="-1" dirty="0">
                <a:solidFill>
                  <a:srgbClr val="000000"/>
                </a:solidFill>
                <a:latin typeface="Arial"/>
              </a:rPr>
              <a:t>Control </a:t>
            </a:r>
            <a:r>
              <a:rPr lang="nl-NL" sz="2000" spc="-1" dirty="0" err="1">
                <a:solidFill>
                  <a:srgbClr val="000000"/>
                </a:solidFill>
                <a:latin typeface="Arial"/>
              </a:rPr>
              <a:t>plane</a:t>
            </a:r>
            <a:r>
              <a:rPr lang="nl-NL" sz="2000" spc="-1" dirty="0">
                <a:solidFill>
                  <a:srgbClr val="000000"/>
                </a:solidFill>
                <a:latin typeface="Arial"/>
              </a:rPr>
              <a:t> – Network </a:t>
            </a:r>
            <a:r>
              <a:rPr lang="nl-NL" sz="2000" spc="-1" dirty="0" err="1">
                <a:solidFill>
                  <a:srgbClr val="000000"/>
                </a:solidFill>
                <a:latin typeface="Arial"/>
              </a:rPr>
              <a:t>wide</a:t>
            </a:r>
            <a:r>
              <a:rPr lang="nl-NL" sz="2000" spc="-1" dirty="0">
                <a:solidFill>
                  <a:srgbClr val="000000"/>
                </a:solidFill>
                <a:latin typeface="Arial"/>
              </a:rPr>
              <a:t> logic </a:t>
            </a:r>
            <a:r>
              <a:rPr lang="nl-NL" sz="2000" spc="-1" dirty="0" err="1">
                <a:solidFill>
                  <a:srgbClr val="000000"/>
                </a:solidFill>
                <a:latin typeface="Arial"/>
              </a:rPr>
              <a:t>that</a:t>
            </a:r>
            <a:r>
              <a:rPr lang="nl-NL" sz="2000" spc="-1" dirty="0">
                <a:solidFill>
                  <a:srgbClr val="000000"/>
                </a:solidFill>
                <a:latin typeface="Arial"/>
              </a:rPr>
              <a:t> </a:t>
            </a:r>
            <a:r>
              <a:rPr lang="nl-NL" sz="2000" spc="-1" dirty="0" err="1">
                <a:solidFill>
                  <a:srgbClr val="000000"/>
                </a:solidFill>
                <a:latin typeface="Arial"/>
              </a:rPr>
              <a:t>controls</a:t>
            </a:r>
            <a:r>
              <a:rPr lang="nl-NL" sz="2000" spc="-1" dirty="0">
                <a:solidFill>
                  <a:srgbClr val="000000"/>
                </a:solidFill>
                <a:latin typeface="Arial"/>
              </a:rPr>
              <a:t> </a:t>
            </a:r>
            <a:r>
              <a:rPr lang="nl-NL" sz="2000" spc="-1" dirty="0" err="1">
                <a:solidFill>
                  <a:srgbClr val="000000"/>
                </a:solidFill>
                <a:latin typeface="Arial"/>
              </a:rPr>
              <a:t>how</a:t>
            </a:r>
            <a:r>
              <a:rPr lang="nl-NL" sz="2000" spc="-1" dirty="0">
                <a:solidFill>
                  <a:srgbClr val="000000"/>
                </a:solidFill>
                <a:latin typeface="Arial"/>
              </a:rPr>
              <a:t> datagram is </a:t>
            </a:r>
            <a:r>
              <a:rPr lang="nl-NL" sz="2000" spc="-1" dirty="0" err="1">
                <a:solidFill>
                  <a:srgbClr val="000000"/>
                </a:solidFill>
                <a:latin typeface="Arial"/>
              </a:rPr>
              <a:t>routed</a:t>
            </a:r>
            <a:r>
              <a:rPr lang="nl-NL" sz="2000" spc="-1" dirty="0">
                <a:solidFill>
                  <a:srgbClr val="000000"/>
                </a:solidFill>
                <a:latin typeface="Arial"/>
              </a:rPr>
              <a:t> (e.g. OSPF </a:t>
            </a:r>
            <a:r>
              <a:rPr lang="nl-NL" sz="2000" spc="-1" dirty="0" err="1">
                <a:solidFill>
                  <a:srgbClr val="000000"/>
                </a:solidFill>
                <a:latin typeface="Arial"/>
              </a:rPr>
              <a:t>and</a:t>
            </a:r>
            <a:r>
              <a:rPr lang="nl-NL" sz="2000" spc="-1" dirty="0">
                <a:solidFill>
                  <a:srgbClr val="000000"/>
                </a:solidFill>
                <a:latin typeface="Arial"/>
              </a:rPr>
              <a:t> BGP)</a:t>
            </a:r>
          </a:p>
          <a:p>
            <a:endParaRPr lang="nl-NL" sz="1800" b="0" strike="noStrike" spc="-1" dirty="0">
              <a:solidFill>
                <a:srgbClr val="000000"/>
              </a:solidFill>
              <a:latin typeface="Arial"/>
            </a:endParaRPr>
          </a:p>
          <a:p>
            <a:pPr>
              <a:lnSpc>
                <a:spcPct val="100000"/>
              </a:lnSpc>
              <a:spcBef>
                <a:spcPts val="320"/>
              </a:spcBef>
              <a:tabLst>
                <a:tab pos="0" algn="l"/>
              </a:tabLst>
            </a:pPr>
            <a:endParaRPr lang="nl-NL" sz="1800" b="0" strike="noStrike" spc="-1" dirty="0">
              <a:solidFill>
                <a:srgbClr val="000000"/>
              </a:solidFill>
              <a:latin typeface="Arial"/>
            </a:endParaRPr>
          </a:p>
        </p:txBody>
      </p:sp>
      <p:sp>
        <p:nvSpPr>
          <p:cNvPr id="252"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8563187C-AF6F-4D2B-9760-7145647FB07F}" type="slidenum">
              <a:rPr lang="nl-NL" sz="1000" b="0" strike="noStrike" spc="-1">
                <a:solidFill>
                  <a:srgbClr val="FFFFFF"/>
                </a:solidFill>
                <a:latin typeface="Arial"/>
                <a:ea typeface="ＭＳ Ｐゴシック"/>
              </a:rPr>
              <a:t>16</a:t>
            </a:fld>
            <a:endParaRPr lang="nl-NL" sz="1000" b="0" strike="noStrike" spc="-1">
              <a:latin typeface="Calibri"/>
            </a:endParaRPr>
          </a:p>
        </p:txBody>
      </p:sp>
      <p:pic>
        <p:nvPicPr>
          <p:cNvPr id="253" name="Afbeelding 11"/>
          <p:cNvPicPr/>
          <p:nvPr/>
        </p:nvPicPr>
        <p:blipFill>
          <a:blip r:embed="rId2"/>
          <a:stretch/>
        </p:blipFill>
        <p:spPr>
          <a:xfrm>
            <a:off x="5548320" y="1332000"/>
            <a:ext cx="3333240" cy="4533480"/>
          </a:xfrm>
          <a:prstGeom prst="rect">
            <a:avLst/>
          </a:prstGeom>
          <a:ln>
            <a:noFill/>
          </a:ln>
        </p:spPr>
      </p:pic>
      <p:sp>
        <p:nvSpPr>
          <p:cNvPr id="254" name="CustomShape 4"/>
          <p:cNvSpPr/>
          <p:nvPr/>
        </p:nvSpPr>
        <p:spPr>
          <a:xfrm>
            <a:off x="6119640" y="2941560"/>
            <a:ext cx="2355480" cy="502920"/>
          </a:xfrm>
          <a:prstGeom prst="rect">
            <a:avLst/>
          </a:prstGeom>
          <a:solidFill>
            <a:schemeClr val="accent1">
              <a:lumMod val="20000"/>
              <a:lumOff val="80000"/>
              <a:alpha val="30000"/>
            </a:schemeClr>
          </a:solidFill>
          <a:ln>
            <a:round/>
          </a:ln>
        </p:spPr>
        <p:style>
          <a:lnRef idx="2">
            <a:schemeClr val="accent1">
              <a:shade val="50000"/>
            </a:schemeClr>
          </a:lnRef>
          <a:fillRef idx="1">
            <a:schemeClr val="accent1"/>
          </a:fillRef>
          <a:effectRef idx="0">
            <a:schemeClr val="accent1"/>
          </a:effectRef>
          <a:fontRef idx="minor"/>
        </p:style>
      </p:sp>
      <p:sp>
        <p:nvSpPr>
          <p:cNvPr id="255" name="CustomShape 5"/>
          <p:cNvSpPr/>
          <p:nvPr/>
        </p:nvSpPr>
        <p:spPr>
          <a:xfrm>
            <a:off x="5548320" y="59720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1</a:t>
            </a:r>
            <a:endParaRPr lang="nl-NL" sz="1400" b="0" strike="noStrike" spc="-1">
              <a:latin typeface="Calibri"/>
            </a:endParaRPr>
          </a:p>
        </p:txBody>
      </p:sp>
      <p:pic>
        <p:nvPicPr>
          <p:cNvPr id="256" name="Picture 9" descr="underline_base"/>
          <p:cNvPicPr/>
          <p:nvPr/>
        </p:nvPicPr>
        <p:blipFill>
          <a:blip r:embed="rId3"/>
          <a:stretch/>
        </p:blipFill>
        <p:spPr>
          <a:xfrm>
            <a:off x="457200" y="1766880"/>
            <a:ext cx="3762000" cy="139320"/>
          </a:xfrm>
          <a:prstGeom prst="rect">
            <a:avLst/>
          </a:prstGeom>
          <a:ln>
            <a:noFill/>
          </a:ln>
        </p:spPr>
      </p:pic>
    </p:spTree>
    <p:extLst>
      <p:ext uri="{BB962C8B-B14F-4D97-AF65-F5344CB8AC3E}">
        <p14:creationId xmlns:p14="http://schemas.microsoft.com/office/powerpoint/2010/main" val="2862428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 name="CustomShape 1"/>
          <p:cNvSpPr/>
          <p:nvPr/>
        </p:nvSpPr>
        <p:spPr>
          <a:xfrm>
            <a:off x="326160" y="616320"/>
            <a:ext cx="8491680" cy="1279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90000"/>
              </a:lnSpc>
              <a:spcBef>
                <a:spcPts val="400"/>
              </a:spcBef>
              <a:tabLst>
                <a:tab pos="0" algn="l"/>
              </a:tabLst>
            </a:pPr>
            <a:r>
              <a:rPr lang="en-US" spc="-1" dirty="0">
                <a:solidFill>
                  <a:srgbClr val="000000"/>
                </a:solidFill>
              </a:rPr>
              <a:t>traditionally </a:t>
            </a:r>
            <a:r>
              <a:rPr lang="en-US" spc="-1" dirty="0" err="1">
                <a:solidFill>
                  <a:srgbClr val="000000"/>
                </a:solidFill>
              </a:rPr>
              <a:t>dataplane</a:t>
            </a:r>
            <a:r>
              <a:rPr lang="en-US" spc="-1" dirty="0">
                <a:solidFill>
                  <a:srgbClr val="000000"/>
                </a:solidFill>
              </a:rPr>
              <a:t> and control plane have been implemented together in within router.</a:t>
            </a:r>
            <a:endParaRPr lang="nl-NL" spc="-1" dirty="0">
              <a:solidFill>
                <a:srgbClr val="000000"/>
              </a:solidFill>
            </a:endParaRPr>
          </a:p>
          <a:p>
            <a:pPr marL="343080" indent="-342720">
              <a:lnSpc>
                <a:spcPct val="100000"/>
              </a:lnSpc>
              <a:spcBef>
                <a:spcPts val="400"/>
              </a:spcBef>
              <a:tabLst>
                <a:tab pos="0" algn="l"/>
              </a:tabLst>
            </a:pPr>
            <a:r>
              <a:rPr lang="en-US" spc="-1" dirty="0">
                <a:solidFill>
                  <a:srgbClr val="000000"/>
                </a:solidFill>
              </a:rPr>
              <a:t>2005: renewed interest in rethinking network control plane </a:t>
            </a:r>
            <a:r>
              <a:rPr lang="en-US" spc="-1" dirty="0">
                <a:solidFill>
                  <a:srgbClr val="000000"/>
                </a:solidFill>
                <a:sym typeface="Wingdings" pitchFamily="2" charset="2"/>
              </a:rPr>
              <a:t> Software Defined Networking </a:t>
            </a:r>
            <a:endParaRPr lang="nl-NL" spc="-1" dirty="0">
              <a:solidFill>
                <a:srgbClr val="000000"/>
              </a:solidFill>
            </a:endParaRPr>
          </a:p>
        </p:txBody>
      </p:sp>
      <p:sp>
        <p:nvSpPr>
          <p:cNvPr id="564" name="CustomShape 2"/>
          <p:cNvSpPr/>
          <p:nvPr/>
        </p:nvSpPr>
        <p:spPr>
          <a:xfrm flipV="1">
            <a:off x="3057480" y="2016720"/>
            <a:ext cx="4065120" cy="982440"/>
          </a:xfrm>
          <a:prstGeom prst="rect">
            <a:avLst/>
          </a:prstGeom>
          <a:solidFill>
            <a:schemeClr val="accent1"/>
          </a:solidFill>
          <a:ln>
            <a:noFill/>
          </a:ln>
        </p:spPr>
        <p:style>
          <a:lnRef idx="0">
            <a:scrgbClr r="0" g="0" b="0"/>
          </a:lnRef>
          <a:fillRef idx="0">
            <a:scrgbClr r="0" g="0" b="0"/>
          </a:fillRef>
          <a:effectRef idx="0">
            <a:scrgbClr r="0" g="0" b="0"/>
          </a:effectRef>
          <a:fontRef idx="minor"/>
        </p:style>
      </p:sp>
      <p:sp>
        <p:nvSpPr>
          <p:cNvPr id="565" name="CustomShape 3"/>
          <p:cNvSpPr/>
          <p:nvPr/>
        </p:nvSpPr>
        <p:spPr>
          <a:xfrm>
            <a:off x="3503520" y="5022720"/>
            <a:ext cx="2847600" cy="1579320"/>
          </a:xfrm>
          <a:custGeom>
            <a:avLst/>
            <a:gdLst/>
            <a:ahLst/>
            <a:cxnLst/>
            <a:rect l="l" t="t"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566" name="CustomShape 4"/>
          <p:cNvSpPr/>
          <p:nvPr/>
        </p:nvSpPr>
        <p:spPr>
          <a:xfrm>
            <a:off x="4141800" y="5326200"/>
            <a:ext cx="542520" cy="294840"/>
          </a:xfrm>
          <a:custGeom>
            <a:avLst/>
            <a:gdLst/>
            <a:ahLst/>
            <a:cxnLst/>
            <a:rect l="l" t="t" r="r" b="b"/>
            <a:pathLst>
              <a:path w="342" h="186">
                <a:moveTo>
                  <a:pt x="0" y="186"/>
                </a:moveTo>
                <a:lnTo>
                  <a:pt x="342"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67" name="CustomShape 5"/>
          <p:cNvSpPr/>
          <p:nvPr/>
        </p:nvSpPr>
        <p:spPr>
          <a:xfrm>
            <a:off x="5183280" y="5319720"/>
            <a:ext cx="504360" cy="307440"/>
          </a:xfrm>
          <a:custGeom>
            <a:avLst/>
            <a:gdLst/>
            <a:ahLst/>
            <a:cxnLst/>
            <a:rect l="l" t="t" r="r" b="b"/>
            <a:pathLst>
              <a:path w="318" h="194">
                <a:moveTo>
                  <a:pt x="0" y="0"/>
                </a:moveTo>
                <a:lnTo>
                  <a:pt x="318" y="194"/>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68" name="CustomShape 6"/>
          <p:cNvSpPr/>
          <p:nvPr/>
        </p:nvSpPr>
        <p:spPr>
          <a:xfrm>
            <a:off x="4118040" y="5711760"/>
            <a:ext cx="1226880" cy="344160"/>
          </a:xfrm>
          <a:custGeom>
            <a:avLst/>
            <a:gdLst/>
            <a:ahLst/>
            <a:cxnLst/>
            <a:rect l="l" t="t" r="r" b="b"/>
            <a:pathLst>
              <a:path w="294" h="174">
                <a:moveTo>
                  <a:pt x="0" y="0"/>
                </a:moveTo>
                <a:lnTo>
                  <a:pt x="294" y="174"/>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69" name="CustomShape 7"/>
          <p:cNvSpPr/>
          <p:nvPr/>
        </p:nvSpPr>
        <p:spPr>
          <a:xfrm>
            <a:off x="4464000" y="5635800"/>
            <a:ext cx="991800" cy="641160"/>
          </a:xfrm>
          <a:custGeom>
            <a:avLst/>
            <a:gdLst/>
            <a:ahLst/>
            <a:cxnLst/>
            <a:rect l="l" t="t" r="r" b="b"/>
            <a:pathLst>
              <a:path w="378" h="174">
                <a:moveTo>
                  <a:pt x="0" y="174"/>
                </a:moveTo>
                <a:lnTo>
                  <a:pt x="378"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0" name="CustomShape 8"/>
          <p:cNvSpPr/>
          <p:nvPr/>
        </p:nvSpPr>
        <p:spPr>
          <a:xfrm>
            <a:off x="5557680" y="5699160"/>
            <a:ext cx="80640" cy="414000"/>
          </a:xfrm>
          <a:custGeom>
            <a:avLst/>
            <a:gdLst/>
            <a:ahLst/>
            <a:cxnLst/>
            <a:rect l="l" t="t" r="r" b="b"/>
            <a:pathLst>
              <a:path w="118" h="500">
                <a:moveTo>
                  <a:pt x="0" y="500"/>
                </a:moveTo>
                <a:lnTo>
                  <a:pt x="118"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1" name="CustomShape 9"/>
          <p:cNvSpPr/>
          <p:nvPr/>
        </p:nvSpPr>
        <p:spPr>
          <a:xfrm flipV="1">
            <a:off x="4497480" y="6131880"/>
            <a:ext cx="796680" cy="202680"/>
          </a:xfrm>
          <a:custGeom>
            <a:avLst/>
            <a:gdLst/>
            <a:ahLst/>
            <a:cxnLst/>
            <a:rect l="l" t="t" r="r" b="b"/>
            <a:pathLst>
              <a:path w="370" h="32">
                <a:moveTo>
                  <a:pt x="370" y="32"/>
                </a:moveTo>
                <a:lnTo>
                  <a:pt x="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2" name="CustomShape 10"/>
          <p:cNvSpPr/>
          <p:nvPr/>
        </p:nvSpPr>
        <p:spPr>
          <a:xfrm>
            <a:off x="3960720" y="5735520"/>
            <a:ext cx="221760" cy="506160"/>
          </a:xfrm>
          <a:custGeom>
            <a:avLst/>
            <a:gdLst/>
            <a:ahLst/>
            <a:cxnLst/>
            <a:rect l="l" t="t" r="r" b="b"/>
            <a:pathLst>
              <a:path w="176" h="412">
                <a:moveTo>
                  <a:pt x="162" y="408"/>
                </a:moveTo>
                <a:lnTo>
                  <a:pt x="176" y="412"/>
                </a:lnTo>
                <a:lnTo>
                  <a:pt x="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3" name="CustomShape 11"/>
          <p:cNvSpPr/>
          <p:nvPr/>
        </p:nvSpPr>
        <p:spPr>
          <a:xfrm>
            <a:off x="1916280" y="5450040"/>
            <a:ext cx="1206000" cy="23760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74" name="CustomShape 12"/>
          <p:cNvSpPr/>
          <p:nvPr/>
        </p:nvSpPr>
        <p:spPr>
          <a:xfrm>
            <a:off x="1882800" y="5473800"/>
            <a:ext cx="1207800" cy="23760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575" name="Line 13"/>
          <p:cNvSpPr/>
          <p:nvPr/>
        </p:nvSpPr>
        <p:spPr>
          <a:xfrm>
            <a:off x="3154320" y="5624280"/>
            <a:ext cx="422280" cy="0"/>
          </a:xfrm>
          <a:prstGeom prst="line">
            <a:avLst/>
          </a:prstGeom>
          <a:ln w="9360">
            <a:solidFill>
              <a:schemeClr val="accent2"/>
            </a:solidFill>
            <a:round/>
            <a:tailEnd type="triangle" w="med" len="med"/>
          </a:ln>
        </p:spPr>
        <p:style>
          <a:lnRef idx="0">
            <a:scrgbClr r="0" g="0" b="0"/>
          </a:lnRef>
          <a:fillRef idx="0">
            <a:scrgbClr r="0" g="0" b="0"/>
          </a:fillRef>
          <a:effectRef idx="0">
            <a:scrgbClr r="0" g="0" b="0"/>
          </a:effectRef>
          <a:fontRef idx="minor"/>
        </p:style>
      </p:sp>
      <p:sp>
        <p:nvSpPr>
          <p:cNvPr id="576" name="CustomShape 14"/>
          <p:cNvSpPr/>
          <p:nvPr/>
        </p:nvSpPr>
        <p:spPr>
          <a:xfrm>
            <a:off x="3989160" y="5659560"/>
            <a:ext cx="2937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2</a:t>
            </a:r>
            <a:endParaRPr lang="nl-NL" sz="1600" b="0" strike="noStrike" spc="-1">
              <a:latin typeface="Calibri"/>
            </a:endParaRPr>
          </a:p>
        </p:txBody>
      </p:sp>
      <p:sp>
        <p:nvSpPr>
          <p:cNvPr id="577" name="CustomShape 15"/>
          <p:cNvSpPr/>
          <p:nvPr/>
        </p:nvSpPr>
        <p:spPr>
          <a:xfrm>
            <a:off x="3738240" y="5732640"/>
            <a:ext cx="2937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3</a:t>
            </a:r>
            <a:endParaRPr lang="nl-NL" sz="1600" b="0" strike="noStrike" spc="-1">
              <a:latin typeface="Calibri"/>
            </a:endParaRPr>
          </a:p>
        </p:txBody>
      </p:sp>
      <p:sp>
        <p:nvSpPr>
          <p:cNvPr id="578" name="CustomShape 16"/>
          <p:cNvSpPr/>
          <p:nvPr/>
        </p:nvSpPr>
        <p:spPr>
          <a:xfrm>
            <a:off x="2352600" y="5477040"/>
            <a:ext cx="738000" cy="2394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579" name="CustomShape 17"/>
          <p:cNvSpPr/>
          <p:nvPr/>
        </p:nvSpPr>
        <p:spPr>
          <a:xfrm>
            <a:off x="2279520" y="5467320"/>
            <a:ext cx="94428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Arial"/>
                <a:ea typeface="ＭＳ Ｐゴシック"/>
              </a:rPr>
              <a:t>0100 1101</a:t>
            </a:r>
            <a:endParaRPr lang="nl-NL" sz="1200" b="0" strike="noStrike" spc="-1">
              <a:latin typeface="Calibri"/>
            </a:endParaRPr>
          </a:p>
        </p:txBody>
      </p:sp>
      <p:sp>
        <p:nvSpPr>
          <p:cNvPr id="580" name="CustomShape 18"/>
          <p:cNvSpPr/>
          <p:nvPr/>
        </p:nvSpPr>
        <p:spPr>
          <a:xfrm>
            <a:off x="1943280" y="6105600"/>
            <a:ext cx="1522080" cy="516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values in arriving</a:t>
            </a:r>
            <a:endParaRPr lang="nl-NL" sz="1400" b="0" strike="noStrike" spc="-1">
              <a:latin typeface="Calibri"/>
            </a:endParaRPr>
          </a:p>
          <a:p>
            <a:pPr>
              <a:lnSpc>
                <a:spcPct val="100000"/>
              </a:lnSpc>
            </a:pPr>
            <a:r>
              <a:rPr lang="en-US" sz="1400" b="0" strike="noStrike" spc="-1">
                <a:solidFill>
                  <a:srgbClr val="000000"/>
                </a:solidFill>
                <a:latin typeface="Arial"/>
                <a:ea typeface="ＭＳ Ｐゴシック"/>
              </a:rPr>
              <a:t>packet’s header</a:t>
            </a:r>
            <a:endParaRPr lang="nl-NL" sz="1400" b="0" strike="noStrike" spc="-1">
              <a:latin typeface="Calibri"/>
            </a:endParaRPr>
          </a:p>
        </p:txBody>
      </p:sp>
      <p:grpSp>
        <p:nvGrpSpPr>
          <p:cNvPr id="581" name="Group 19"/>
          <p:cNvGrpSpPr/>
          <p:nvPr/>
        </p:nvGrpSpPr>
        <p:grpSpPr>
          <a:xfrm>
            <a:off x="2879640" y="2162160"/>
            <a:ext cx="4376520" cy="391680"/>
            <a:chOff x="2879640" y="2162160"/>
            <a:chExt cx="4376520" cy="391680"/>
          </a:xfrm>
        </p:grpSpPr>
        <p:sp>
          <p:nvSpPr>
            <p:cNvPr id="582" name="CustomShape 20"/>
            <p:cNvSpPr/>
            <p:nvPr/>
          </p:nvSpPr>
          <p:spPr>
            <a:xfrm>
              <a:off x="3147120" y="2162160"/>
              <a:ext cx="3784680" cy="391680"/>
            </a:xfrm>
            <a:prstGeom prst="ellipse">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583" name="CustomShape 21"/>
            <p:cNvSpPr/>
            <p:nvPr/>
          </p:nvSpPr>
          <p:spPr>
            <a:xfrm>
              <a:off x="2879640" y="2190240"/>
              <a:ext cx="437652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400" b="0" strike="noStrike" spc="-1">
                  <a:solidFill>
                    <a:srgbClr val="000000"/>
                  </a:solidFill>
                  <a:latin typeface="Arial"/>
                  <a:ea typeface="ＭＳ Ｐゴシック"/>
                </a:rPr>
                <a:t>logically-centralized routing controller</a:t>
              </a:r>
              <a:endParaRPr lang="nl-NL" sz="1400" b="0" strike="noStrike" spc="-1">
                <a:latin typeface="Calibri"/>
              </a:endParaRPr>
            </a:p>
          </p:txBody>
        </p:sp>
      </p:grpSp>
      <p:sp>
        <p:nvSpPr>
          <p:cNvPr id="584" name="Line 22"/>
          <p:cNvSpPr/>
          <p:nvPr/>
        </p:nvSpPr>
        <p:spPr>
          <a:xfrm flipV="1">
            <a:off x="2744640" y="5771880"/>
            <a:ext cx="0" cy="403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585" name="CustomShape 23"/>
          <p:cNvSpPr/>
          <p:nvPr/>
        </p:nvSpPr>
        <p:spPr>
          <a:xfrm flipH="1">
            <a:off x="4853160" y="4848120"/>
            <a:ext cx="407520" cy="371160"/>
          </a:xfrm>
          <a:custGeom>
            <a:avLst/>
            <a:gdLst/>
            <a:ahLst/>
            <a:cxnLst/>
            <a:rect l="l" t="t"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0">
            <a:gsLst>
              <a:gs pos="0">
                <a:srgbClr val="E6B9B8"/>
              </a:gs>
              <a:gs pos="100000">
                <a:srgbClr val="FFFFFF"/>
              </a:gs>
            </a:gsLst>
            <a:lin ang="16200000"/>
          </a:gradFill>
          <a:ln>
            <a:noFill/>
          </a:ln>
        </p:spPr>
        <p:style>
          <a:lnRef idx="0">
            <a:scrgbClr r="0" g="0" b="0"/>
          </a:lnRef>
          <a:fillRef idx="0">
            <a:scrgbClr r="0" g="0" b="0"/>
          </a:fillRef>
          <a:effectRef idx="0">
            <a:scrgbClr r="0" g="0" b="0"/>
          </a:effectRef>
          <a:fontRef idx="minor"/>
        </p:style>
      </p:sp>
      <p:sp>
        <p:nvSpPr>
          <p:cNvPr id="586" name="CustomShape 24"/>
          <p:cNvSpPr/>
          <p:nvPr/>
        </p:nvSpPr>
        <p:spPr>
          <a:xfrm flipH="1">
            <a:off x="5417280" y="5052960"/>
            <a:ext cx="396360" cy="471240"/>
          </a:xfrm>
          <a:custGeom>
            <a:avLst/>
            <a:gdLst/>
            <a:ahLst/>
            <a:cxnLst/>
            <a:rect l="l" t="t" r="r" b="b"/>
            <a:pathLst>
              <a:path w="10000" h="10000">
                <a:moveTo>
                  <a:pt x="0" y="0"/>
                </a:moveTo>
                <a:cubicBezTo>
                  <a:pt x="3229" y="5733"/>
                  <a:pt x="2358" y="5470"/>
                  <a:pt x="2755" y="9846"/>
                </a:cubicBezTo>
                <a:cubicBezTo>
                  <a:pt x="3854" y="9780"/>
                  <a:pt x="4208" y="10175"/>
                  <a:pt x="5217" y="9905"/>
                </a:cubicBezTo>
                <a:cubicBezTo>
                  <a:pt x="5361" y="4711"/>
                  <a:pt x="8316" y="3397"/>
                  <a:pt x="10000" y="48"/>
                </a:cubicBezTo>
                <a:lnTo>
                  <a:pt x="0" y="0"/>
                </a:lnTo>
                <a:close/>
              </a:path>
            </a:pathLst>
          </a:custGeom>
          <a:gradFill rotWithShape="0">
            <a:gsLst>
              <a:gs pos="0">
                <a:srgbClr val="E6B9B8"/>
              </a:gs>
              <a:gs pos="100000">
                <a:srgbClr val="FFFFFF"/>
              </a:gs>
            </a:gsLst>
            <a:lin ang="16200000"/>
          </a:gradFill>
          <a:ln>
            <a:noFill/>
          </a:ln>
        </p:spPr>
        <p:style>
          <a:lnRef idx="0">
            <a:scrgbClr r="0" g="0" b="0"/>
          </a:lnRef>
          <a:fillRef idx="0">
            <a:scrgbClr r="0" g="0" b="0"/>
          </a:fillRef>
          <a:effectRef idx="0">
            <a:scrgbClr r="0" g="0" b="0"/>
          </a:effectRef>
          <a:fontRef idx="minor"/>
        </p:style>
      </p:sp>
      <p:grpSp>
        <p:nvGrpSpPr>
          <p:cNvPr id="587" name="Group 25"/>
          <p:cNvGrpSpPr/>
          <p:nvPr/>
        </p:nvGrpSpPr>
        <p:grpSpPr>
          <a:xfrm>
            <a:off x="5345280" y="5478480"/>
            <a:ext cx="501480" cy="233280"/>
            <a:chOff x="5345280" y="5478480"/>
            <a:chExt cx="501480" cy="233280"/>
          </a:xfrm>
        </p:grpSpPr>
        <p:sp>
          <p:nvSpPr>
            <p:cNvPr id="588" name="CustomShape 26"/>
            <p:cNvSpPr/>
            <p:nvPr/>
          </p:nvSpPr>
          <p:spPr>
            <a:xfrm>
              <a:off x="5349240" y="558396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589" name="Line 27"/>
            <p:cNvSpPr/>
            <p:nvPr/>
          </p:nvSpPr>
          <p:spPr>
            <a:xfrm>
              <a:off x="5349240" y="55717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590" name="Line 28"/>
            <p:cNvSpPr/>
            <p:nvPr/>
          </p:nvSpPr>
          <p:spPr>
            <a:xfrm>
              <a:off x="5846760" y="55717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591" name="CustomShape 29"/>
            <p:cNvSpPr/>
            <p:nvPr/>
          </p:nvSpPr>
          <p:spPr>
            <a:xfrm>
              <a:off x="5349240" y="557172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592" name="CustomShape 30"/>
            <p:cNvSpPr/>
            <p:nvPr/>
          </p:nvSpPr>
          <p:spPr>
            <a:xfrm>
              <a:off x="5345280" y="547848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593" name="Group 31"/>
            <p:cNvGrpSpPr/>
            <p:nvPr/>
          </p:nvGrpSpPr>
          <p:grpSpPr>
            <a:xfrm>
              <a:off x="5464800" y="5511600"/>
              <a:ext cx="246600" cy="86400"/>
              <a:chOff x="5464800" y="5511600"/>
              <a:chExt cx="246600" cy="86400"/>
            </a:xfrm>
          </p:grpSpPr>
          <p:sp>
            <p:nvSpPr>
              <p:cNvPr id="594" name="Line 32"/>
              <p:cNvSpPr/>
              <p:nvPr/>
            </p:nvSpPr>
            <p:spPr>
              <a:xfrm flipV="1">
                <a:off x="5464800" y="551160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95" name="Line 33"/>
              <p:cNvSpPr/>
              <p:nvPr/>
            </p:nvSpPr>
            <p:spPr>
              <a:xfrm>
                <a:off x="5634000" y="55969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96" name="Line 34"/>
              <p:cNvSpPr/>
              <p:nvPr/>
            </p:nvSpPr>
            <p:spPr>
              <a:xfrm>
                <a:off x="5545800" y="5513400"/>
                <a:ext cx="9180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597" name="Group 35"/>
            <p:cNvGrpSpPr/>
            <p:nvPr/>
          </p:nvGrpSpPr>
          <p:grpSpPr>
            <a:xfrm>
              <a:off x="5464800" y="5510160"/>
              <a:ext cx="246600" cy="90000"/>
              <a:chOff x="5464800" y="5510160"/>
              <a:chExt cx="246600" cy="90000"/>
            </a:xfrm>
          </p:grpSpPr>
          <p:sp>
            <p:nvSpPr>
              <p:cNvPr id="598" name="Line 36"/>
              <p:cNvSpPr/>
              <p:nvPr/>
            </p:nvSpPr>
            <p:spPr>
              <a:xfrm>
                <a:off x="5464800" y="559656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99" name="Line 37"/>
              <p:cNvSpPr/>
              <p:nvPr/>
            </p:nvSpPr>
            <p:spPr>
              <a:xfrm>
                <a:off x="5634000" y="551016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00" name="Line 38"/>
              <p:cNvSpPr/>
              <p:nvPr/>
            </p:nvSpPr>
            <p:spPr>
              <a:xfrm flipV="1">
                <a:off x="5545800" y="551016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sp>
        <p:nvSpPr>
          <p:cNvPr id="601" name="CustomShape 39"/>
          <p:cNvSpPr/>
          <p:nvPr/>
        </p:nvSpPr>
        <p:spPr>
          <a:xfrm flipH="1">
            <a:off x="5707800" y="5572080"/>
            <a:ext cx="347400" cy="560160"/>
          </a:xfrm>
          <a:custGeom>
            <a:avLst/>
            <a:gdLst/>
            <a:ahLst/>
            <a:cxnLst/>
            <a:rect l="l" t="t" r="r" b="b"/>
            <a:pathLst>
              <a:path w="10174" h="12711">
                <a:moveTo>
                  <a:pt x="174" y="9049"/>
                </a:moveTo>
                <a:cubicBezTo>
                  <a:pt x="4475" y="9662"/>
                  <a:pt x="4372" y="8900"/>
                  <a:pt x="9897" y="12711"/>
                </a:cubicBezTo>
                <a:cubicBezTo>
                  <a:pt x="9952" y="11889"/>
                  <a:pt x="9533" y="10766"/>
                  <a:pt x="10174" y="10500"/>
                </a:cubicBezTo>
                <a:cubicBezTo>
                  <a:pt x="2742" y="6806"/>
                  <a:pt x="2583" y="3892"/>
                  <a:pt x="53" y="0"/>
                </a:cubicBezTo>
                <a:cubicBezTo>
                  <a:pt x="-167" y="3529"/>
                  <a:pt x="382" y="5436"/>
                  <a:pt x="174" y="9049"/>
                </a:cubicBezTo>
                <a:close/>
              </a:path>
            </a:pathLst>
          </a:custGeom>
          <a:gradFill rotWithShape="0">
            <a:gsLst>
              <a:gs pos="0">
                <a:srgbClr val="E6B9B8"/>
              </a:gs>
              <a:gs pos="100000">
                <a:srgbClr val="FFFFFF"/>
              </a:gs>
            </a:gsLst>
            <a:lin ang="0"/>
          </a:gradFill>
          <a:ln>
            <a:noFill/>
          </a:ln>
        </p:spPr>
        <p:style>
          <a:lnRef idx="0">
            <a:scrgbClr r="0" g="0" b="0"/>
          </a:lnRef>
          <a:fillRef idx="0">
            <a:scrgbClr r="0" g="0" b="0"/>
          </a:fillRef>
          <a:effectRef idx="0">
            <a:scrgbClr r="0" g="0" b="0"/>
          </a:effectRef>
          <a:fontRef idx="minor"/>
        </p:style>
      </p:sp>
      <p:sp>
        <p:nvSpPr>
          <p:cNvPr id="602" name="CustomShape 40"/>
          <p:cNvSpPr/>
          <p:nvPr/>
        </p:nvSpPr>
        <p:spPr>
          <a:xfrm flipH="1">
            <a:off x="2563200" y="5051520"/>
            <a:ext cx="2145960" cy="453600"/>
          </a:xfrm>
          <a:custGeom>
            <a:avLst/>
            <a:gdLst/>
            <a:ahLst/>
            <a:cxnLst/>
            <a:rect l="l" t="t" r="r" b="b"/>
            <a:pathLst>
              <a:path w="37155" h="18057">
                <a:moveTo>
                  <a:pt x="0" y="0"/>
                </a:moveTo>
                <a:cubicBezTo>
                  <a:pt x="3957" y="3493"/>
                  <a:pt x="10944" y="13279"/>
                  <a:pt x="12469" y="17862"/>
                </a:cubicBezTo>
                <a:cubicBezTo>
                  <a:pt x="13224" y="17777"/>
                  <a:pt x="15473" y="18279"/>
                  <a:pt x="16166" y="17936"/>
                </a:cubicBezTo>
                <a:cubicBezTo>
                  <a:pt x="15778" y="12531"/>
                  <a:pt x="29146" y="3783"/>
                  <a:pt x="37155" y="50"/>
                </a:cubicBezTo>
                <a:lnTo>
                  <a:pt x="0" y="0"/>
                </a:lnTo>
                <a:close/>
              </a:path>
            </a:pathLst>
          </a:custGeom>
          <a:gradFill rotWithShape="0">
            <a:gsLst>
              <a:gs pos="0">
                <a:srgbClr val="E6B9B8"/>
              </a:gs>
              <a:gs pos="100000">
                <a:srgbClr val="FFFFFF"/>
              </a:gs>
            </a:gsLst>
            <a:lin ang="16200000"/>
          </a:gradFill>
          <a:ln>
            <a:noFill/>
          </a:ln>
        </p:spPr>
        <p:style>
          <a:lnRef idx="0">
            <a:scrgbClr r="0" g="0" b="0"/>
          </a:lnRef>
          <a:fillRef idx="0">
            <a:scrgbClr r="0" g="0" b="0"/>
          </a:fillRef>
          <a:effectRef idx="0">
            <a:scrgbClr r="0" g="0" b="0"/>
          </a:effectRef>
          <a:fontRef idx="minor"/>
        </p:style>
      </p:sp>
      <p:sp>
        <p:nvSpPr>
          <p:cNvPr id="603" name="CustomShape 41"/>
          <p:cNvSpPr/>
          <p:nvPr/>
        </p:nvSpPr>
        <p:spPr>
          <a:xfrm>
            <a:off x="4074840" y="52214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1</a:t>
            </a:r>
            <a:endParaRPr lang="nl-NL" sz="1800" b="0" strike="noStrike" spc="-1">
              <a:latin typeface="Calibri"/>
            </a:endParaRPr>
          </a:p>
        </p:txBody>
      </p:sp>
      <p:grpSp>
        <p:nvGrpSpPr>
          <p:cNvPr id="604" name="Group 42"/>
          <p:cNvGrpSpPr/>
          <p:nvPr/>
        </p:nvGrpSpPr>
        <p:grpSpPr>
          <a:xfrm>
            <a:off x="3648240" y="5500800"/>
            <a:ext cx="501480" cy="232920"/>
            <a:chOff x="3648240" y="5500800"/>
            <a:chExt cx="501480" cy="232920"/>
          </a:xfrm>
        </p:grpSpPr>
        <p:sp>
          <p:nvSpPr>
            <p:cNvPr id="605" name="CustomShape 43"/>
            <p:cNvSpPr/>
            <p:nvPr/>
          </p:nvSpPr>
          <p:spPr>
            <a:xfrm>
              <a:off x="3652200" y="560592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06" name="Line 44"/>
            <p:cNvSpPr/>
            <p:nvPr/>
          </p:nvSpPr>
          <p:spPr>
            <a:xfrm>
              <a:off x="3652200" y="5593680"/>
              <a:ext cx="0" cy="8028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07" name="Line 45"/>
            <p:cNvSpPr/>
            <p:nvPr/>
          </p:nvSpPr>
          <p:spPr>
            <a:xfrm>
              <a:off x="4149720" y="5593680"/>
              <a:ext cx="0" cy="8028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08" name="CustomShape 46"/>
            <p:cNvSpPr/>
            <p:nvPr/>
          </p:nvSpPr>
          <p:spPr>
            <a:xfrm>
              <a:off x="3652200" y="559404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09" name="CustomShape 47"/>
            <p:cNvSpPr/>
            <p:nvPr/>
          </p:nvSpPr>
          <p:spPr>
            <a:xfrm>
              <a:off x="3648240" y="550080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10" name="Group 48"/>
            <p:cNvGrpSpPr/>
            <p:nvPr/>
          </p:nvGrpSpPr>
          <p:grpSpPr>
            <a:xfrm>
              <a:off x="3767760" y="5533920"/>
              <a:ext cx="246600" cy="86040"/>
              <a:chOff x="3767760" y="5533920"/>
              <a:chExt cx="246600" cy="86040"/>
            </a:xfrm>
          </p:grpSpPr>
          <p:sp>
            <p:nvSpPr>
              <p:cNvPr id="611" name="Line 49"/>
              <p:cNvSpPr/>
              <p:nvPr/>
            </p:nvSpPr>
            <p:spPr>
              <a:xfrm flipV="1">
                <a:off x="3767760" y="553392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2" name="Line 50"/>
              <p:cNvSpPr/>
              <p:nvPr/>
            </p:nvSpPr>
            <p:spPr>
              <a:xfrm>
                <a:off x="3936960" y="561924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3" name="Line 51"/>
              <p:cNvSpPr/>
              <p:nvPr/>
            </p:nvSpPr>
            <p:spPr>
              <a:xfrm>
                <a:off x="3848760" y="5535720"/>
                <a:ext cx="91800" cy="8424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14" name="Group 52"/>
            <p:cNvGrpSpPr/>
            <p:nvPr/>
          </p:nvGrpSpPr>
          <p:grpSpPr>
            <a:xfrm>
              <a:off x="3767760" y="5532480"/>
              <a:ext cx="246600" cy="90000"/>
              <a:chOff x="3767760" y="5532480"/>
              <a:chExt cx="246600" cy="90000"/>
            </a:xfrm>
          </p:grpSpPr>
          <p:sp>
            <p:nvSpPr>
              <p:cNvPr id="615" name="Line 53"/>
              <p:cNvSpPr/>
              <p:nvPr/>
            </p:nvSpPr>
            <p:spPr>
              <a:xfrm>
                <a:off x="3767760" y="561888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6" name="Line 54"/>
              <p:cNvSpPr/>
              <p:nvPr/>
            </p:nvSpPr>
            <p:spPr>
              <a:xfrm>
                <a:off x="3936960" y="553248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7" name="Line 55"/>
              <p:cNvSpPr/>
              <p:nvPr/>
            </p:nvSpPr>
            <p:spPr>
              <a:xfrm flipV="1">
                <a:off x="3848760" y="553248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sp>
        <p:nvSpPr>
          <p:cNvPr id="618" name="CustomShape 56"/>
          <p:cNvSpPr/>
          <p:nvPr/>
        </p:nvSpPr>
        <p:spPr>
          <a:xfrm>
            <a:off x="3581280" y="5621400"/>
            <a:ext cx="982440" cy="215640"/>
          </a:xfrm>
          <a:custGeom>
            <a:avLst/>
            <a:gdLst/>
            <a:ahLst/>
            <a:cxnLst/>
            <a:rect l="l" t="t" r="r" b="b"/>
            <a:pathLst>
              <a:path w="10042" h="10522">
                <a:moveTo>
                  <a:pt x="0" y="142"/>
                </a:moveTo>
                <a:cubicBezTo>
                  <a:pt x="3431" y="-228"/>
                  <a:pt x="4080" y="76"/>
                  <a:pt x="5443" y="1698"/>
                </a:cubicBezTo>
                <a:cubicBezTo>
                  <a:pt x="6937" y="3705"/>
                  <a:pt x="9198" y="6895"/>
                  <a:pt x="10042" y="10522"/>
                </a:cubicBezTo>
              </a:path>
            </a:pathLst>
          </a:custGeom>
          <a:noFill/>
          <a:ln w="57240">
            <a:solidFill>
              <a:srgbClr val="FF3300"/>
            </a:solidFill>
            <a:round/>
            <a:tailEnd type="triangle" w="med" len="med"/>
          </a:ln>
        </p:spPr>
        <p:style>
          <a:lnRef idx="0">
            <a:scrgbClr r="0" g="0" b="0"/>
          </a:lnRef>
          <a:fillRef idx="0">
            <a:scrgbClr r="0" g="0" b="0"/>
          </a:fillRef>
          <a:effectRef idx="0">
            <a:scrgbClr r="0" g="0" b="0"/>
          </a:effectRef>
          <a:fontRef idx="minor"/>
        </p:style>
      </p:sp>
      <p:sp>
        <p:nvSpPr>
          <p:cNvPr id="619" name="Line 57"/>
          <p:cNvSpPr/>
          <p:nvPr/>
        </p:nvSpPr>
        <p:spPr>
          <a:xfrm>
            <a:off x="2736720" y="5473440"/>
            <a:ext cx="7920" cy="2383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20" name="CustomShape 58"/>
          <p:cNvSpPr/>
          <p:nvPr/>
        </p:nvSpPr>
        <p:spPr>
          <a:xfrm flipH="1">
            <a:off x="4479840" y="6084720"/>
            <a:ext cx="2180880" cy="396360"/>
          </a:xfrm>
          <a:custGeom>
            <a:avLst/>
            <a:gdLst/>
            <a:ahLst/>
            <a:cxnLst/>
            <a:rect l="l" t="t" r="r" b="b"/>
            <a:pathLst>
              <a:path w="10041" h="9117">
                <a:moveTo>
                  <a:pt x="0" y="9005"/>
                </a:moveTo>
                <a:cubicBezTo>
                  <a:pt x="940" y="9678"/>
                  <a:pt x="2065" y="7058"/>
                  <a:pt x="10000" y="8150"/>
                </a:cubicBezTo>
                <a:cubicBezTo>
                  <a:pt x="10012" y="7247"/>
                  <a:pt x="9901" y="6483"/>
                  <a:pt x="10041" y="6191"/>
                </a:cubicBezTo>
                <a:cubicBezTo>
                  <a:pt x="3022" y="5602"/>
                  <a:pt x="1166" y="4276"/>
                  <a:pt x="613" y="0"/>
                </a:cubicBezTo>
                <a:cubicBezTo>
                  <a:pt x="564" y="3878"/>
                  <a:pt x="46" y="5035"/>
                  <a:pt x="0" y="9005"/>
                </a:cubicBezTo>
                <a:close/>
              </a:path>
            </a:pathLst>
          </a:custGeom>
          <a:gradFill rotWithShape="0">
            <a:gsLst>
              <a:gs pos="0">
                <a:srgbClr val="E6B9B8">
                  <a:alpha val="61176"/>
                </a:srgbClr>
              </a:gs>
              <a:gs pos="100000">
                <a:srgbClr val="FFFFFF"/>
              </a:gs>
            </a:gsLst>
            <a:lin ang="0"/>
          </a:gradFill>
          <a:ln>
            <a:noFill/>
          </a:ln>
        </p:spPr>
        <p:style>
          <a:lnRef idx="0">
            <a:scrgbClr r="0" g="0" b="0"/>
          </a:lnRef>
          <a:fillRef idx="0">
            <a:scrgbClr r="0" g="0" b="0"/>
          </a:fillRef>
          <a:effectRef idx="0">
            <a:scrgbClr r="0" g="0" b="0"/>
          </a:effectRef>
          <a:fontRef idx="minor"/>
        </p:style>
      </p:sp>
      <p:grpSp>
        <p:nvGrpSpPr>
          <p:cNvPr id="621" name="Group 59"/>
          <p:cNvGrpSpPr/>
          <p:nvPr/>
        </p:nvGrpSpPr>
        <p:grpSpPr>
          <a:xfrm>
            <a:off x="4000680" y="6242040"/>
            <a:ext cx="501120" cy="233280"/>
            <a:chOff x="4000680" y="6242040"/>
            <a:chExt cx="501120" cy="233280"/>
          </a:xfrm>
        </p:grpSpPr>
        <p:sp>
          <p:nvSpPr>
            <p:cNvPr id="622" name="CustomShape 60"/>
            <p:cNvSpPr/>
            <p:nvPr/>
          </p:nvSpPr>
          <p:spPr>
            <a:xfrm>
              <a:off x="4004640" y="634752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23" name="Line 61"/>
            <p:cNvSpPr/>
            <p:nvPr/>
          </p:nvSpPr>
          <p:spPr>
            <a:xfrm>
              <a:off x="4004640" y="633528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24" name="Line 62"/>
            <p:cNvSpPr/>
            <p:nvPr/>
          </p:nvSpPr>
          <p:spPr>
            <a:xfrm>
              <a:off x="4501800" y="633528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25" name="CustomShape 63"/>
            <p:cNvSpPr/>
            <p:nvPr/>
          </p:nvSpPr>
          <p:spPr>
            <a:xfrm>
              <a:off x="4004640" y="633528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26" name="CustomShape 64"/>
            <p:cNvSpPr/>
            <p:nvPr/>
          </p:nvSpPr>
          <p:spPr>
            <a:xfrm>
              <a:off x="4000680" y="624204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27" name="Group 65"/>
            <p:cNvGrpSpPr/>
            <p:nvPr/>
          </p:nvGrpSpPr>
          <p:grpSpPr>
            <a:xfrm>
              <a:off x="4120200" y="6275160"/>
              <a:ext cx="246600" cy="86400"/>
              <a:chOff x="4120200" y="6275160"/>
              <a:chExt cx="246600" cy="86400"/>
            </a:xfrm>
          </p:grpSpPr>
          <p:sp>
            <p:nvSpPr>
              <p:cNvPr id="628" name="Line 66"/>
              <p:cNvSpPr/>
              <p:nvPr/>
            </p:nvSpPr>
            <p:spPr>
              <a:xfrm flipV="1">
                <a:off x="4120200" y="627516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29" name="Line 67"/>
              <p:cNvSpPr/>
              <p:nvPr/>
            </p:nvSpPr>
            <p:spPr>
              <a:xfrm>
                <a:off x="4289400" y="636048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30" name="Line 68"/>
              <p:cNvSpPr/>
              <p:nvPr/>
            </p:nvSpPr>
            <p:spPr>
              <a:xfrm>
                <a:off x="4201200" y="6276960"/>
                <a:ext cx="9144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31" name="Group 69"/>
            <p:cNvGrpSpPr/>
            <p:nvPr/>
          </p:nvGrpSpPr>
          <p:grpSpPr>
            <a:xfrm>
              <a:off x="4120200" y="6273720"/>
              <a:ext cx="246600" cy="90000"/>
              <a:chOff x="4120200" y="6273720"/>
              <a:chExt cx="246600" cy="90000"/>
            </a:xfrm>
          </p:grpSpPr>
          <p:sp>
            <p:nvSpPr>
              <p:cNvPr id="632" name="Line 70"/>
              <p:cNvSpPr/>
              <p:nvPr/>
            </p:nvSpPr>
            <p:spPr>
              <a:xfrm>
                <a:off x="4120200" y="636012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33" name="Line 71"/>
              <p:cNvSpPr/>
              <p:nvPr/>
            </p:nvSpPr>
            <p:spPr>
              <a:xfrm>
                <a:off x="4289400" y="62737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34" name="Line 72"/>
              <p:cNvSpPr/>
              <p:nvPr/>
            </p:nvSpPr>
            <p:spPr>
              <a:xfrm flipV="1">
                <a:off x="4201200" y="6273720"/>
                <a:ext cx="9144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sp>
        <p:nvSpPr>
          <p:cNvPr id="635" name="Line 73"/>
          <p:cNvSpPr/>
          <p:nvPr/>
        </p:nvSpPr>
        <p:spPr>
          <a:xfrm>
            <a:off x="1361880" y="3261960"/>
            <a:ext cx="585648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sp>
        <p:nvSpPr>
          <p:cNvPr id="636" name="CustomShape 74"/>
          <p:cNvSpPr/>
          <p:nvPr/>
        </p:nvSpPr>
        <p:spPr>
          <a:xfrm>
            <a:off x="1210680" y="2827440"/>
            <a:ext cx="13438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control plane</a:t>
            </a:r>
            <a:endParaRPr lang="nl-NL" sz="1600" b="0" strike="noStrike" spc="-1">
              <a:latin typeface="Calibri"/>
            </a:endParaRPr>
          </a:p>
        </p:txBody>
      </p:sp>
      <p:sp>
        <p:nvSpPr>
          <p:cNvPr id="637" name="CustomShape 75"/>
          <p:cNvSpPr/>
          <p:nvPr/>
        </p:nvSpPr>
        <p:spPr>
          <a:xfrm>
            <a:off x="1224360" y="3313080"/>
            <a:ext cx="11289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data plane</a:t>
            </a:r>
            <a:endParaRPr lang="nl-NL" sz="1600" b="0" strike="noStrike" spc="-1">
              <a:latin typeface="Calibri"/>
            </a:endParaRPr>
          </a:p>
        </p:txBody>
      </p:sp>
      <p:sp>
        <p:nvSpPr>
          <p:cNvPr id="638" name="CustomShape 76"/>
          <p:cNvSpPr/>
          <p:nvPr/>
        </p:nvSpPr>
        <p:spPr>
          <a:xfrm rot="5400000">
            <a:off x="3175200" y="3047760"/>
            <a:ext cx="991800" cy="122040"/>
          </a:xfrm>
          <a:prstGeom prst="rightArrow">
            <a:avLst>
              <a:gd name="adj1" fmla="val 51167"/>
              <a:gd name="adj2" fmla="val 83902"/>
            </a:avLst>
          </a:prstGeom>
          <a:solidFill>
            <a:schemeClr val="accent1">
              <a:lumMod val="50000"/>
            </a:schemeClr>
          </a:solidFill>
          <a:ln w="9360">
            <a:noFill/>
          </a:ln>
        </p:spPr>
        <p:style>
          <a:lnRef idx="0">
            <a:scrgbClr r="0" g="0" b="0"/>
          </a:lnRef>
          <a:fillRef idx="0">
            <a:scrgbClr r="0" g="0" b="0"/>
          </a:fillRef>
          <a:effectRef idx="0">
            <a:scrgbClr r="0" g="0" b="0"/>
          </a:effectRef>
          <a:fontRef idx="minor"/>
        </p:style>
      </p:sp>
      <p:sp>
        <p:nvSpPr>
          <p:cNvPr id="639" name="CustomShape 77"/>
          <p:cNvSpPr/>
          <p:nvPr/>
        </p:nvSpPr>
        <p:spPr>
          <a:xfrm>
            <a:off x="4968720" y="5416560"/>
            <a:ext cx="474480" cy="582120"/>
          </a:xfrm>
          <a:custGeom>
            <a:avLst/>
            <a:gdLst/>
            <a:ahLst/>
            <a:cxnLst/>
            <a:rect l="l" t="t" r="r" b="b"/>
            <a:pathLst>
              <a:path w="318" h="194">
                <a:moveTo>
                  <a:pt x="0" y="0"/>
                </a:moveTo>
                <a:lnTo>
                  <a:pt x="318" y="194"/>
                </a:lnTo>
              </a:path>
            </a:pathLst>
          </a:custGeom>
          <a:noFill/>
          <a:ln w="12600">
            <a:solidFill>
              <a:schemeClr val="tx1"/>
            </a:solidFill>
            <a:round/>
          </a:ln>
        </p:spPr>
        <p:style>
          <a:lnRef idx="0">
            <a:scrgbClr r="0" g="0" b="0"/>
          </a:lnRef>
          <a:fillRef idx="0">
            <a:scrgbClr r="0" g="0" b="0"/>
          </a:fillRef>
          <a:effectRef idx="0">
            <a:scrgbClr r="0" g="0" b="0"/>
          </a:effectRef>
          <a:fontRef idx="minor"/>
        </p:style>
      </p:sp>
      <p:grpSp>
        <p:nvGrpSpPr>
          <p:cNvPr id="640" name="Group 78"/>
          <p:cNvGrpSpPr/>
          <p:nvPr/>
        </p:nvGrpSpPr>
        <p:grpSpPr>
          <a:xfrm>
            <a:off x="4675320" y="5195880"/>
            <a:ext cx="501480" cy="233280"/>
            <a:chOff x="4675320" y="5195880"/>
            <a:chExt cx="501480" cy="233280"/>
          </a:xfrm>
        </p:grpSpPr>
        <p:sp>
          <p:nvSpPr>
            <p:cNvPr id="641" name="CustomShape 79"/>
            <p:cNvSpPr/>
            <p:nvPr/>
          </p:nvSpPr>
          <p:spPr>
            <a:xfrm>
              <a:off x="4679280" y="530136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42" name="Line 80"/>
            <p:cNvSpPr/>
            <p:nvPr/>
          </p:nvSpPr>
          <p:spPr>
            <a:xfrm>
              <a:off x="4679280" y="52891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43" name="Line 81"/>
            <p:cNvSpPr/>
            <p:nvPr/>
          </p:nvSpPr>
          <p:spPr>
            <a:xfrm>
              <a:off x="5176800" y="52891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44" name="CustomShape 82"/>
            <p:cNvSpPr/>
            <p:nvPr/>
          </p:nvSpPr>
          <p:spPr>
            <a:xfrm>
              <a:off x="4679280" y="528912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45" name="CustomShape 83"/>
            <p:cNvSpPr/>
            <p:nvPr/>
          </p:nvSpPr>
          <p:spPr>
            <a:xfrm>
              <a:off x="4675320" y="519588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46" name="Group 84"/>
            <p:cNvGrpSpPr/>
            <p:nvPr/>
          </p:nvGrpSpPr>
          <p:grpSpPr>
            <a:xfrm>
              <a:off x="4794840" y="5229000"/>
              <a:ext cx="246600" cy="86400"/>
              <a:chOff x="4794840" y="5229000"/>
              <a:chExt cx="246600" cy="86400"/>
            </a:xfrm>
          </p:grpSpPr>
          <p:sp>
            <p:nvSpPr>
              <p:cNvPr id="647" name="Line 85"/>
              <p:cNvSpPr/>
              <p:nvPr/>
            </p:nvSpPr>
            <p:spPr>
              <a:xfrm flipV="1">
                <a:off x="4794840" y="522900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48" name="Line 86"/>
              <p:cNvSpPr/>
              <p:nvPr/>
            </p:nvSpPr>
            <p:spPr>
              <a:xfrm>
                <a:off x="4964040" y="53143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49" name="Line 87"/>
              <p:cNvSpPr/>
              <p:nvPr/>
            </p:nvSpPr>
            <p:spPr>
              <a:xfrm>
                <a:off x="4875840" y="5230800"/>
                <a:ext cx="9180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50" name="Group 88"/>
            <p:cNvGrpSpPr/>
            <p:nvPr/>
          </p:nvGrpSpPr>
          <p:grpSpPr>
            <a:xfrm>
              <a:off x="4794840" y="5227560"/>
              <a:ext cx="246600" cy="90000"/>
              <a:chOff x="4794840" y="5227560"/>
              <a:chExt cx="246600" cy="90000"/>
            </a:xfrm>
          </p:grpSpPr>
          <p:sp>
            <p:nvSpPr>
              <p:cNvPr id="651" name="Line 89"/>
              <p:cNvSpPr/>
              <p:nvPr/>
            </p:nvSpPr>
            <p:spPr>
              <a:xfrm>
                <a:off x="4794840" y="531396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52" name="Line 90"/>
              <p:cNvSpPr/>
              <p:nvPr/>
            </p:nvSpPr>
            <p:spPr>
              <a:xfrm>
                <a:off x="4964040" y="522756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53" name="Line 91"/>
              <p:cNvSpPr/>
              <p:nvPr/>
            </p:nvSpPr>
            <p:spPr>
              <a:xfrm flipV="1">
                <a:off x="4875840" y="522756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grpSp>
        <p:nvGrpSpPr>
          <p:cNvPr id="654" name="Group 92"/>
          <p:cNvGrpSpPr/>
          <p:nvPr/>
        </p:nvGrpSpPr>
        <p:grpSpPr>
          <a:xfrm>
            <a:off x="5226120" y="5962680"/>
            <a:ext cx="501480" cy="233280"/>
            <a:chOff x="5226120" y="5962680"/>
            <a:chExt cx="501480" cy="233280"/>
          </a:xfrm>
        </p:grpSpPr>
        <p:sp>
          <p:nvSpPr>
            <p:cNvPr id="655" name="CustomShape 93"/>
            <p:cNvSpPr/>
            <p:nvPr/>
          </p:nvSpPr>
          <p:spPr>
            <a:xfrm>
              <a:off x="5230080" y="606816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56" name="Line 94"/>
            <p:cNvSpPr/>
            <p:nvPr/>
          </p:nvSpPr>
          <p:spPr>
            <a:xfrm>
              <a:off x="5230080" y="60559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57" name="Line 95"/>
            <p:cNvSpPr/>
            <p:nvPr/>
          </p:nvSpPr>
          <p:spPr>
            <a:xfrm>
              <a:off x="5727600" y="60559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58" name="CustomShape 96"/>
            <p:cNvSpPr/>
            <p:nvPr/>
          </p:nvSpPr>
          <p:spPr>
            <a:xfrm>
              <a:off x="5230080" y="605592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59" name="CustomShape 97"/>
            <p:cNvSpPr/>
            <p:nvPr/>
          </p:nvSpPr>
          <p:spPr>
            <a:xfrm>
              <a:off x="5226120" y="596268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60" name="Group 98"/>
            <p:cNvGrpSpPr/>
            <p:nvPr/>
          </p:nvGrpSpPr>
          <p:grpSpPr>
            <a:xfrm>
              <a:off x="5345640" y="5995800"/>
              <a:ext cx="246600" cy="86400"/>
              <a:chOff x="5345640" y="5995800"/>
              <a:chExt cx="246600" cy="86400"/>
            </a:xfrm>
          </p:grpSpPr>
          <p:sp>
            <p:nvSpPr>
              <p:cNvPr id="661" name="Line 99"/>
              <p:cNvSpPr/>
              <p:nvPr/>
            </p:nvSpPr>
            <p:spPr>
              <a:xfrm flipV="1">
                <a:off x="5345640" y="599580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2" name="Line 100"/>
              <p:cNvSpPr/>
              <p:nvPr/>
            </p:nvSpPr>
            <p:spPr>
              <a:xfrm>
                <a:off x="5514840" y="60811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3" name="Line 101"/>
              <p:cNvSpPr/>
              <p:nvPr/>
            </p:nvSpPr>
            <p:spPr>
              <a:xfrm>
                <a:off x="5426640" y="5997600"/>
                <a:ext cx="9180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64" name="Group 102"/>
            <p:cNvGrpSpPr/>
            <p:nvPr/>
          </p:nvGrpSpPr>
          <p:grpSpPr>
            <a:xfrm>
              <a:off x="5345640" y="5994360"/>
              <a:ext cx="246600" cy="90000"/>
              <a:chOff x="5345640" y="5994360"/>
              <a:chExt cx="246600" cy="90000"/>
            </a:xfrm>
          </p:grpSpPr>
          <p:sp>
            <p:nvSpPr>
              <p:cNvPr id="665" name="Line 103"/>
              <p:cNvSpPr/>
              <p:nvPr/>
            </p:nvSpPr>
            <p:spPr>
              <a:xfrm>
                <a:off x="5345640" y="608076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6" name="Line 104"/>
              <p:cNvSpPr/>
              <p:nvPr/>
            </p:nvSpPr>
            <p:spPr>
              <a:xfrm>
                <a:off x="5514840" y="599436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7" name="Line 105"/>
              <p:cNvSpPr/>
              <p:nvPr/>
            </p:nvSpPr>
            <p:spPr>
              <a:xfrm flipV="1">
                <a:off x="5426640" y="599436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grpSp>
        <p:nvGrpSpPr>
          <p:cNvPr id="669" name="Group 107"/>
          <p:cNvGrpSpPr/>
          <p:nvPr/>
        </p:nvGrpSpPr>
        <p:grpSpPr>
          <a:xfrm>
            <a:off x="3498840" y="2647800"/>
            <a:ext cx="328320" cy="247680"/>
            <a:chOff x="3498840" y="2647800"/>
            <a:chExt cx="328320" cy="247680"/>
          </a:xfrm>
        </p:grpSpPr>
        <p:sp>
          <p:nvSpPr>
            <p:cNvPr id="670" name="CustomShape 108"/>
            <p:cNvSpPr/>
            <p:nvPr/>
          </p:nvSpPr>
          <p:spPr>
            <a:xfrm>
              <a:off x="3500280" y="2647800"/>
              <a:ext cx="32688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671" name="Line 109"/>
            <p:cNvSpPr/>
            <p:nvPr/>
          </p:nvSpPr>
          <p:spPr>
            <a:xfrm>
              <a:off x="373356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72" name="Line 110"/>
            <p:cNvSpPr/>
            <p:nvPr/>
          </p:nvSpPr>
          <p:spPr>
            <a:xfrm>
              <a:off x="3499920" y="2738160"/>
              <a:ext cx="3272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73" name="Line 111"/>
            <p:cNvSpPr/>
            <p:nvPr/>
          </p:nvSpPr>
          <p:spPr>
            <a:xfrm flipV="1">
              <a:off x="3498840" y="2689200"/>
              <a:ext cx="32832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74" name="Line 112"/>
            <p:cNvSpPr/>
            <p:nvPr/>
          </p:nvSpPr>
          <p:spPr>
            <a:xfrm>
              <a:off x="362016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675" name="Group 113"/>
          <p:cNvGrpSpPr/>
          <p:nvPr/>
        </p:nvGrpSpPr>
        <p:grpSpPr>
          <a:xfrm>
            <a:off x="2700360" y="3592440"/>
            <a:ext cx="2004480" cy="1449000"/>
            <a:chOff x="2700360" y="3592440"/>
            <a:chExt cx="2004480" cy="1449000"/>
          </a:xfrm>
        </p:grpSpPr>
        <p:sp>
          <p:nvSpPr>
            <p:cNvPr id="676" name="CustomShape 114"/>
            <p:cNvSpPr/>
            <p:nvPr/>
          </p:nvSpPr>
          <p:spPr>
            <a:xfrm>
              <a:off x="2714760" y="3592440"/>
              <a:ext cx="1990080" cy="1449000"/>
            </a:xfrm>
            <a:prstGeom prst="rect">
              <a:avLst/>
            </a:prstGeom>
            <a:solidFill>
              <a:schemeClr val="accent1"/>
            </a:solidFill>
            <a:ln w="19080">
              <a:solidFill>
                <a:schemeClr val="tx1"/>
              </a:solidFill>
              <a:miter/>
            </a:ln>
          </p:spPr>
          <p:style>
            <a:lnRef idx="0">
              <a:scrgbClr r="0" g="0" b="0"/>
            </a:lnRef>
            <a:fillRef idx="0">
              <a:scrgbClr r="0" g="0" b="0"/>
            </a:fillRef>
            <a:effectRef idx="0">
              <a:scrgbClr r="0" g="0" b="0"/>
            </a:effectRef>
            <a:fontRef idx="minor"/>
          </p:style>
        </p:sp>
        <p:sp>
          <p:nvSpPr>
            <p:cNvPr id="677" name="CustomShape 115"/>
            <p:cNvSpPr/>
            <p:nvPr/>
          </p:nvSpPr>
          <p:spPr>
            <a:xfrm>
              <a:off x="3417840" y="3908520"/>
              <a:ext cx="661680" cy="1060200"/>
            </a:xfrm>
            <a:prstGeom prst="rect">
              <a:avLst/>
            </a:prstGeom>
            <a:solidFill>
              <a:schemeClr val="accent6">
                <a:lumMod val="20000"/>
                <a:lumOff val="80000"/>
              </a:schemeClr>
            </a:solidFill>
            <a:ln w="9360">
              <a:noFill/>
            </a:ln>
          </p:spPr>
          <p:style>
            <a:lnRef idx="0">
              <a:scrgbClr r="0" g="0" b="0"/>
            </a:lnRef>
            <a:fillRef idx="0">
              <a:scrgbClr r="0" g="0" b="0"/>
            </a:fillRef>
            <a:effectRef idx="0">
              <a:scrgbClr r="0" g="0" b="0"/>
            </a:effectRef>
            <a:fontRef idx="minor"/>
          </p:style>
        </p:sp>
        <p:sp>
          <p:nvSpPr>
            <p:cNvPr id="678" name="CustomShape 116"/>
            <p:cNvSpPr/>
            <p:nvPr/>
          </p:nvSpPr>
          <p:spPr>
            <a:xfrm>
              <a:off x="2792520" y="3911760"/>
              <a:ext cx="622080" cy="1056960"/>
            </a:xfrm>
            <a:prstGeom prst="rect">
              <a:avLst/>
            </a:prstGeom>
            <a:solidFill>
              <a:schemeClr val="accent1">
                <a:lumMod val="20000"/>
                <a:lumOff val="80000"/>
              </a:schemeClr>
            </a:solidFill>
            <a:ln w="9360">
              <a:noFill/>
            </a:ln>
          </p:spPr>
          <p:style>
            <a:lnRef idx="0">
              <a:scrgbClr r="0" g="0" b="0"/>
            </a:lnRef>
            <a:fillRef idx="0">
              <a:scrgbClr r="0" g="0" b="0"/>
            </a:fillRef>
            <a:effectRef idx="0">
              <a:scrgbClr r="0" g="0" b="0"/>
            </a:effectRef>
            <a:fontRef idx="minor"/>
          </p:style>
        </p:sp>
        <p:sp>
          <p:nvSpPr>
            <p:cNvPr id="679" name="CustomShape 117"/>
            <p:cNvSpPr/>
            <p:nvPr/>
          </p:nvSpPr>
          <p:spPr>
            <a:xfrm>
              <a:off x="2786760" y="3659040"/>
              <a:ext cx="1855080" cy="247680"/>
            </a:xfrm>
            <a:prstGeom prst="rect">
              <a:avLst/>
            </a:prstGeom>
            <a:solidFill>
              <a:schemeClr val="bg1"/>
            </a:solidFill>
            <a:ln>
              <a:noFill/>
            </a:ln>
          </p:spPr>
          <p:style>
            <a:lnRef idx="0">
              <a:scrgbClr r="0" g="0" b="0"/>
            </a:lnRef>
            <a:fillRef idx="0">
              <a:scrgbClr r="0" g="0" b="0"/>
            </a:fillRef>
            <a:effectRef idx="0">
              <a:scrgbClr r="0" g="0" b="0"/>
            </a:effectRef>
            <a:fontRef idx="minor"/>
          </p:style>
        </p:sp>
        <p:sp>
          <p:nvSpPr>
            <p:cNvPr id="680" name="CustomShape 118"/>
            <p:cNvSpPr/>
            <p:nvPr/>
          </p:nvSpPr>
          <p:spPr>
            <a:xfrm>
              <a:off x="2998800" y="3620520"/>
              <a:ext cx="13528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400" b="0" strike="noStrike" spc="-1">
                  <a:solidFill>
                    <a:srgbClr val="000000"/>
                  </a:solidFill>
                  <a:latin typeface="Arial"/>
                  <a:ea typeface="ＭＳ Ｐゴシック"/>
                </a:rPr>
                <a:t>local flow table</a:t>
              </a:r>
              <a:endParaRPr lang="nl-NL" sz="1400" b="0" strike="noStrike" spc="-1">
                <a:latin typeface="Calibri"/>
              </a:endParaRPr>
            </a:p>
          </p:txBody>
        </p:sp>
        <p:sp>
          <p:nvSpPr>
            <p:cNvPr id="681" name="CustomShape 119"/>
            <p:cNvSpPr/>
            <p:nvPr/>
          </p:nvSpPr>
          <p:spPr>
            <a:xfrm>
              <a:off x="4092120" y="3906720"/>
              <a:ext cx="541800" cy="1059480"/>
            </a:xfrm>
            <a:prstGeom prst="rect">
              <a:avLst/>
            </a:prstGeom>
            <a:solidFill>
              <a:srgbClr val="FFCCFF"/>
            </a:solidFill>
            <a:ln>
              <a:noFill/>
            </a:ln>
          </p:spPr>
          <p:style>
            <a:lnRef idx="0">
              <a:scrgbClr r="0" g="0" b="0"/>
            </a:lnRef>
            <a:fillRef idx="0">
              <a:scrgbClr r="0" g="0" b="0"/>
            </a:fillRef>
            <a:effectRef idx="0">
              <a:scrgbClr r="0" g="0" b="0"/>
            </a:effectRef>
            <a:fontRef idx="minor"/>
          </p:style>
        </p:sp>
        <p:sp>
          <p:nvSpPr>
            <p:cNvPr id="682" name="CustomShape 120"/>
            <p:cNvSpPr/>
            <p:nvPr/>
          </p:nvSpPr>
          <p:spPr>
            <a:xfrm>
              <a:off x="2700360" y="3902400"/>
              <a:ext cx="200448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200" b="0" strike="noStrike" spc="-1">
                  <a:solidFill>
                    <a:srgbClr val="000000"/>
                  </a:solidFill>
                  <a:latin typeface="Arial"/>
                  <a:ea typeface="ＭＳ Ｐゴシック"/>
                </a:rPr>
                <a:t>headers  counters  actions</a:t>
              </a:r>
              <a:endParaRPr lang="nl-NL" sz="1200" b="0" strike="noStrike" spc="-1">
                <a:latin typeface="Calibri"/>
              </a:endParaRPr>
            </a:p>
          </p:txBody>
        </p:sp>
        <p:sp>
          <p:nvSpPr>
            <p:cNvPr id="683" name="Line 121"/>
            <p:cNvSpPr/>
            <p:nvPr/>
          </p:nvSpPr>
          <p:spPr>
            <a:xfrm>
              <a:off x="2781360" y="4172760"/>
              <a:ext cx="1860840" cy="0"/>
            </a:xfrm>
            <a:prstGeom prst="line">
              <a:avLst/>
            </a:prstGeom>
            <a:ln w="19080">
              <a:solidFill>
                <a:schemeClr val="tx1"/>
              </a:solidFill>
              <a:round/>
            </a:ln>
          </p:spPr>
          <p:style>
            <a:lnRef idx="0">
              <a:scrgbClr r="0" g="0" b="0"/>
            </a:lnRef>
            <a:fillRef idx="0">
              <a:scrgbClr r="0" g="0" b="0"/>
            </a:fillRef>
            <a:effectRef idx="0">
              <a:scrgbClr r="0" g="0" b="0"/>
            </a:effectRef>
            <a:fontRef idx="minor"/>
          </p:style>
        </p:sp>
        <p:grpSp>
          <p:nvGrpSpPr>
            <p:cNvPr id="684" name="Group 122"/>
            <p:cNvGrpSpPr/>
            <p:nvPr/>
          </p:nvGrpSpPr>
          <p:grpSpPr>
            <a:xfrm>
              <a:off x="2786760" y="4211280"/>
              <a:ext cx="1840680" cy="207720"/>
              <a:chOff x="2786760" y="4211280"/>
              <a:chExt cx="1840680" cy="207720"/>
            </a:xfrm>
          </p:grpSpPr>
          <p:grpSp>
            <p:nvGrpSpPr>
              <p:cNvPr id="685" name="Group 123"/>
              <p:cNvGrpSpPr/>
              <p:nvPr/>
            </p:nvGrpSpPr>
            <p:grpSpPr>
              <a:xfrm>
                <a:off x="2786760" y="4211280"/>
                <a:ext cx="1840680" cy="207720"/>
                <a:chOff x="2786760" y="4211280"/>
                <a:chExt cx="1840680" cy="207720"/>
              </a:xfrm>
            </p:grpSpPr>
            <p:sp>
              <p:nvSpPr>
                <p:cNvPr id="686" name="CustomShape 124"/>
                <p:cNvSpPr/>
                <p:nvPr/>
              </p:nvSpPr>
              <p:spPr>
                <a:xfrm>
                  <a:off x="2786760" y="4211640"/>
                  <a:ext cx="1840680" cy="20736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687" name="Line 125"/>
                <p:cNvSpPr/>
                <p:nvPr/>
              </p:nvSpPr>
              <p:spPr>
                <a:xfrm>
                  <a:off x="332892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88" name="Line 126"/>
                <p:cNvSpPr/>
                <p:nvPr/>
              </p:nvSpPr>
              <p:spPr>
                <a:xfrm>
                  <a:off x="285228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89" name="Line 127"/>
                <p:cNvSpPr/>
                <p:nvPr/>
              </p:nvSpPr>
              <p:spPr>
                <a:xfrm>
                  <a:off x="292608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0" name="Line 128"/>
                <p:cNvSpPr/>
                <p:nvPr/>
              </p:nvSpPr>
              <p:spPr>
                <a:xfrm>
                  <a:off x="3487680" y="4212360"/>
                  <a:ext cx="0" cy="2048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1" name="Line 129"/>
                <p:cNvSpPr/>
                <p:nvPr/>
              </p:nvSpPr>
              <p:spPr>
                <a:xfrm>
                  <a:off x="400248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2" name="Line 130"/>
                <p:cNvSpPr/>
                <p:nvPr/>
              </p:nvSpPr>
              <p:spPr>
                <a:xfrm>
                  <a:off x="415512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3" name="Line 131"/>
                <p:cNvSpPr/>
                <p:nvPr/>
              </p:nvSpPr>
              <p:spPr>
                <a:xfrm>
                  <a:off x="455760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4" name="Line 132"/>
                <p:cNvSpPr/>
                <p:nvPr/>
              </p:nvSpPr>
              <p:spPr>
                <a:xfrm>
                  <a:off x="448416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695" name="Group 133"/>
              <p:cNvGrpSpPr/>
              <p:nvPr/>
            </p:nvGrpSpPr>
            <p:grpSpPr>
              <a:xfrm>
                <a:off x="3011400" y="4297320"/>
                <a:ext cx="201240" cy="45360"/>
                <a:chOff x="3011400" y="4297320"/>
                <a:chExt cx="201240" cy="45360"/>
              </a:xfrm>
            </p:grpSpPr>
            <p:sp>
              <p:nvSpPr>
                <p:cNvPr id="696" name="CustomShape 134"/>
                <p:cNvSpPr/>
                <p:nvPr/>
              </p:nvSpPr>
              <p:spPr>
                <a:xfrm>
                  <a:off x="301140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697" name="CustomShape 135"/>
                <p:cNvSpPr/>
                <p:nvPr/>
              </p:nvSpPr>
              <p:spPr>
                <a:xfrm>
                  <a:off x="308916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698" name="CustomShape 136"/>
                <p:cNvSpPr/>
                <p:nvPr/>
              </p:nvSpPr>
              <p:spPr>
                <a:xfrm>
                  <a:off x="316728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699" name="Group 137"/>
              <p:cNvGrpSpPr/>
              <p:nvPr/>
            </p:nvGrpSpPr>
            <p:grpSpPr>
              <a:xfrm>
                <a:off x="3629880" y="4297320"/>
                <a:ext cx="201240" cy="45360"/>
                <a:chOff x="3629880" y="4297320"/>
                <a:chExt cx="201240" cy="45360"/>
              </a:xfrm>
            </p:grpSpPr>
            <p:sp>
              <p:nvSpPr>
                <p:cNvPr id="700" name="CustomShape 138"/>
                <p:cNvSpPr/>
                <p:nvPr/>
              </p:nvSpPr>
              <p:spPr>
                <a:xfrm>
                  <a:off x="362988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1" name="CustomShape 139"/>
                <p:cNvSpPr/>
                <p:nvPr/>
              </p:nvSpPr>
              <p:spPr>
                <a:xfrm>
                  <a:off x="370800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2" name="CustomShape 140"/>
                <p:cNvSpPr/>
                <p:nvPr/>
              </p:nvSpPr>
              <p:spPr>
                <a:xfrm>
                  <a:off x="378576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03" name="Group 141"/>
              <p:cNvGrpSpPr/>
              <p:nvPr/>
            </p:nvGrpSpPr>
            <p:grpSpPr>
              <a:xfrm>
                <a:off x="4229640" y="4297680"/>
                <a:ext cx="201240" cy="45360"/>
                <a:chOff x="4229640" y="4297680"/>
                <a:chExt cx="201240" cy="45360"/>
              </a:xfrm>
            </p:grpSpPr>
            <p:sp>
              <p:nvSpPr>
                <p:cNvPr id="704" name="CustomShape 142"/>
                <p:cNvSpPr/>
                <p:nvPr/>
              </p:nvSpPr>
              <p:spPr>
                <a:xfrm>
                  <a:off x="4229640" y="42976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5" name="CustomShape 143"/>
                <p:cNvSpPr/>
                <p:nvPr/>
              </p:nvSpPr>
              <p:spPr>
                <a:xfrm>
                  <a:off x="4307400" y="42976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6" name="CustomShape 144"/>
                <p:cNvSpPr/>
                <p:nvPr/>
              </p:nvSpPr>
              <p:spPr>
                <a:xfrm>
                  <a:off x="4385520" y="42976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grpSp>
          <p:nvGrpSpPr>
            <p:cNvPr id="707" name="Group 145"/>
            <p:cNvGrpSpPr/>
            <p:nvPr/>
          </p:nvGrpSpPr>
          <p:grpSpPr>
            <a:xfrm>
              <a:off x="2784960" y="4451040"/>
              <a:ext cx="1840680" cy="207360"/>
              <a:chOff x="2784960" y="4451040"/>
              <a:chExt cx="1840680" cy="207360"/>
            </a:xfrm>
          </p:grpSpPr>
          <p:grpSp>
            <p:nvGrpSpPr>
              <p:cNvPr id="708" name="Group 146"/>
              <p:cNvGrpSpPr/>
              <p:nvPr/>
            </p:nvGrpSpPr>
            <p:grpSpPr>
              <a:xfrm>
                <a:off x="2784960" y="4451040"/>
                <a:ext cx="1840680" cy="207360"/>
                <a:chOff x="2784960" y="4451040"/>
                <a:chExt cx="1840680" cy="207360"/>
              </a:xfrm>
            </p:grpSpPr>
            <p:sp>
              <p:nvSpPr>
                <p:cNvPr id="709" name="CustomShape 147"/>
                <p:cNvSpPr/>
                <p:nvPr/>
              </p:nvSpPr>
              <p:spPr>
                <a:xfrm>
                  <a:off x="2784960" y="4451040"/>
                  <a:ext cx="1840680" cy="20736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10" name="Line 148"/>
                <p:cNvSpPr/>
                <p:nvPr/>
              </p:nvSpPr>
              <p:spPr>
                <a:xfrm>
                  <a:off x="332712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1" name="Line 149"/>
                <p:cNvSpPr/>
                <p:nvPr/>
              </p:nvSpPr>
              <p:spPr>
                <a:xfrm>
                  <a:off x="285048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2" name="Line 150"/>
                <p:cNvSpPr/>
                <p:nvPr/>
              </p:nvSpPr>
              <p:spPr>
                <a:xfrm>
                  <a:off x="292392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3" name="Line 151"/>
                <p:cNvSpPr/>
                <p:nvPr/>
              </p:nvSpPr>
              <p:spPr>
                <a:xfrm>
                  <a:off x="3485880" y="445176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4" name="Line 152"/>
                <p:cNvSpPr/>
                <p:nvPr/>
              </p:nvSpPr>
              <p:spPr>
                <a:xfrm>
                  <a:off x="400068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5" name="Line 153"/>
                <p:cNvSpPr/>
                <p:nvPr/>
              </p:nvSpPr>
              <p:spPr>
                <a:xfrm>
                  <a:off x="415296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6" name="Line 154"/>
                <p:cNvSpPr/>
                <p:nvPr/>
              </p:nvSpPr>
              <p:spPr>
                <a:xfrm>
                  <a:off x="455580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7" name="Line 155"/>
                <p:cNvSpPr/>
                <p:nvPr/>
              </p:nvSpPr>
              <p:spPr>
                <a:xfrm>
                  <a:off x="448200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718" name="Group 156"/>
              <p:cNvGrpSpPr/>
              <p:nvPr/>
            </p:nvGrpSpPr>
            <p:grpSpPr>
              <a:xfrm>
                <a:off x="3009240" y="4536720"/>
                <a:ext cx="201240" cy="45360"/>
                <a:chOff x="3009240" y="4536720"/>
                <a:chExt cx="201240" cy="45360"/>
              </a:xfrm>
            </p:grpSpPr>
            <p:sp>
              <p:nvSpPr>
                <p:cNvPr id="719" name="CustomShape 157"/>
                <p:cNvSpPr/>
                <p:nvPr/>
              </p:nvSpPr>
              <p:spPr>
                <a:xfrm>
                  <a:off x="3009240" y="45367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0" name="CustomShape 158"/>
                <p:cNvSpPr/>
                <p:nvPr/>
              </p:nvSpPr>
              <p:spPr>
                <a:xfrm>
                  <a:off x="3087360" y="45367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1" name="CustomShape 159"/>
                <p:cNvSpPr/>
                <p:nvPr/>
              </p:nvSpPr>
              <p:spPr>
                <a:xfrm>
                  <a:off x="3165120" y="45367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22" name="Group 160"/>
              <p:cNvGrpSpPr/>
              <p:nvPr/>
            </p:nvGrpSpPr>
            <p:grpSpPr>
              <a:xfrm>
                <a:off x="3628080" y="4537080"/>
                <a:ext cx="201240" cy="45360"/>
                <a:chOff x="3628080" y="4537080"/>
                <a:chExt cx="201240" cy="45360"/>
              </a:xfrm>
            </p:grpSpPr>
            <p:sp>
              <p:nvSpPr>
                <p:cNvPr id="723" name="CustomShape 161"/>
                <p:cNvSpPr/>
                <p:nvPr/>
              </p:nvSpPr>
              <p:spPr>
                <a:xfrm>
                  <a:off x="3628080" y="45370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4" name="CustomShape 162"/>
                <p:cNvSpPr/>
                <p:nvPr/>
              </p:nvSpPr>
              <p:spPr>
                <a:xfrm>
                  <a:off x="3706200" y="45370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5" name="CustomShape 163"/>
                <p:cNvSpPr/>
                <p:nvPr/>
              </p:nvSpPr>
              <p:spPr>
                <a:xfrm>
                  <a:off x="3783960" y="45370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26" name="Group 164"/>
              <p:cNvGrpSpPr/>
              <p:nvPr/>
            </p:nvGrpSpPr>
            <p:grpSpPr>
              <a:xfrm>
                <a:off x="4227480" y="4537440"/>
                <a:ext cx="201240" cy="45360"/>
                <a:chOff x="4227480" y="4537440"/>
                <a:chExt cx="201240" cy="45360"/>
              </a:xfrm>
            </p:grpSpPr>
            <p:sp>
              <p:nvSpPr>
                <p:cNvPr id="727" name="CustomShape 165"/>
                <p:cNvSpPr/>
                <p:nvPr/>
              </p:nvSpPr>
              <p:spPr>
                <a:xfrm>
                  <a:off x="4227480" y="453744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8" name="CustomShape 166"/>
                <p:cNvSpPr/>
                <p:nvPr/>
              </p:nvSpPr>
              <p:spPr>
                <a:xfrm>
                  <a:off x="4305600" y="453744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9" name="CustomShape 167"/>
                <p:cNvSpPr/>
                <p:nvPr/>
              </p:nvSpPr>
              <p:spPr>
                <a:xfrm>
                  <a:off x="4383360" y="453744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grpSp>
          <p:nvGrpSpPr>
            <p:cNvPr id="730" name="Group 168"/>
            <p:cNvGrpSpPr/>
            <p:nvPr/>
          </p:nvGrpSpPr>
          <p:grpSpPr>
            <a:xfrm>
              <a:off x="2790000" y="4758480"/>
              <a:ext cx="1840680" cy="207720"/>
              <a:chOff x="2790000" y="4758480"/>
              <a:chExt cx="1840680" cy="207720"/>
            </a:xfrm>
          </p:grpSpPr>
          <p:grpSp>
            <p:nvGrpSpPr>
              <p:cNvPr id="731" name="Group 169"/>
              <p:cNvGrpSpPr/>
              <p:nvPr/>
            </p:nvGrpSpPr>
            <p:grpSpPr>
              <a:xfrm>
                <a:off x="2790000" y="4758480"/>
                <a:ext cx="1840680" cy="207720"/>
                <a:chOff x="2790000" y="4758480"/>
                <a:chExt cx="1840680" cy="207720"/>
              </a:xfrm>
            </p:grpSpPr>
            <p:sp>
              <p:nvSpPr>
                <p:cNvPr id="732" name="CustomShape 170"/>
                <p:cNvSpPr/>
                <p:nvPr/>
              </p:nvSpPr>
              <p:spPr>
                <a:xfrm>
                  <a:off x="2790000" y="4758840"/>
                  <a:ext cx="1840680" cy="20736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33" name="Line 171"/>
                <p:cNvSpPr/>
                <p:nvPr/>
              </p:nvSpPr>
              <p:spPr>
                <a:xfrm>
                  <a:off x="333216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4" name="Line 172"/>
                <p:cNvSpPr/>
                <p:nvPr/>
              </p:nvSpPr>
              <p:spPr>
                <a:xfrm>
                  <a:off x="285552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5" name="Line 173"/>
                <p:cNvSpPr/>
                <p:nvPr/>
              </p:nvSpPr>
              <p:spPr>
                <a:xfrm>
                  <a:off x="292932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6" name="Line 174"/>
                <p:cNvSpPr/>
                <p:nvPr/>
              </p:nvSpPr>
              <p:spPr>
                <a:xfrm>
                  <a:off x="3490920" y="475956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7" name="Line 175"/>
                <p:cNvSpPr/>
                <p:nvPr/>
              </p:nvSpPr>
              <p:spPr>
                <a:xfrm>
                  <a:off x="400572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8" name="Line 176"/>
                <p:cNvSpPr/>
                <p:nvPr/>
              </p:nvSpPr>
              <p:spPr>
                <a:xfrm>
                  <a:off x="415836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9" name="Line 177"/>
                <p:cNvSpPr/>
                <p:nvPr/>
              </p:nvSpPr>
              <p:spPr>
                <a:xfrm>
                  <a:off x="456084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40" name="Line 178"/>
                <p:cNvSpPr/>
                <p:nvPr/>
              </p:nvSpPr>
              <p:spPr>
                <a:xfrm>
                  <a:off x="448740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741" name="Group 179"/>
              <p:cNvGrpSpPr/>
              <p:nvPr/>
            </p:nvGrpSpPr>
            <p:grpSpPr>
              <a:xfrm>
                <a:off x="3014640" y="4844520"/>
                <a:ext cx="201240" cy="45360"/>
                <a:chOff x="3014640" y="4844520"/>
                <a:chExt cx="201240" cy="45360"/>
              </a:xfrm>
            </p:grpSpPr>
            <p:sp>
              <p:nvSpPr>
                <p:cNvPr id="742" name="CustomShape 180"/>
                <p:cNvSpPr/>
                <p:nvPr/>
              </p:nvSpPr>
              <p:spPr>
                <a:xfrm>
                  <a:off x="3014640" y="48445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3" name="CustomShape 181"/>
                <p:cNvSpPr/>
                <p:nvPr/>
              </p:nvSpPr>
              <p:spPr>
                <a:xfrm>
                  <a:off x="3092400" y="48445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4" name="CustomShape 182"/>
                <p:cNvSpPr/>
                <p:nvPr/>
              </p:nvSpPr>
              <p:spPr>
                <a:xfrm>
                  <a:off x="3170520" y="48445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45" name="Group 183"/>
              <p:cNvGrpSpPr/>
              <p:nvPr/>
            </p:nvGrpSpPr>
            <p:grpSpPr>
              <a:xfrm>
                <a:off x="3633120" y="4844880"/>
                <a:ext cx="201240" cy="45360"/>
                <a:chOff x="3633120" y="4844880"/>
                <a:chExt cx="201240" cy="45360"/>
              </a:xfrm>
            </p:grpSpPr>
            <p:sp>
              <p:nvSpPr>
                <p:cNvPr id="746" name="CustomShape 184"/>
                <p:cNvSpPr/>
                <p:nvPr/>
              </p:nvSpPr>
              <p:spPr>
                <a:xfrm>
                  <a:off x="363312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7" name="CustomShape 185"/>
                <p:cNvSpPr/>
                <p:nvPr/>
              </p:nvSpPr>
              <p:spPr>
                <a:xfrm>
                  <a:off x="371124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8" name="CustomShape 186"/>
                <p:cNvSpPr/>
                <p:nvPr/>
              </p:nvSpPr>
              <p:spPr>
                <a:xfrm>
                  <a:off x="378900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49" name="Group 187"/>
              <p:cNvGrpSpPr/>
              <p:nvPr/>
            </p:nvGrpSpPr>
            <p:grpSpPr>
              <a:xfrm>
                <a:off x="4232880" y="4844880"/>
                <a:ext cx="201240" cy="45360"/>
                <a:chOff x="4232880" y="4844880"/>
                <a:chExt cx="201240" cy="45360"/>
              </a:xfrm>
            </p:grpSpPr>
            <p:sp>
              <p:nvSpPr>
                <p:cNvPr id="750" name="CustomShape 188"/>
                <p:cNvSpPr/>
                <p:nvPr/>
              </p:nvSpPr>
              <p:spPr>
                <a:xfrm>
                  <a:off x="423288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51" name="CustomShape 189"/>
                <p:cNvSpPr/>
                <p:nvPr/>
              </p:nvSpPr>
              <p:spPr>
                <a:xfrm>
                  <a:off x="431064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52" name="CustomShape 190"/>
                <p:cNvSpPr/>
                <p:nvPr/>
              </p:nvSpPr>
              <p:spPr>
                <a:xfrm>
                  <a:off x="438876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sp>
          <p:nvSpPr>
            <p:cNvPr id="753" name="Line 191"/>
            <p:cNvSpPr/>
            <p:nvPr/>
          </p:nvSpPr>
          <p:spPr>
            <a:xfrm>
              <a:off x="3408840" y="3902400"/>
              <a:ext cx="7920" cy="106560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754" name="Line 192"/>
            <p:cNvSpPr/>
            <p:nvPr/>
          </p:nvSpPr>
          <p:spPr>
            <a:xfrm>
              <a:off x="4080240" y="3907080"/>
              <a:ext cx="7920" cy="106596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755" name="Line 193"/>
            <p:cNvSpPr/>
            <p:nvPr/>
          </p:nvSpPr>
          <p:spPr>
            <a:xfrm>
              <a:off x="2781360" y="3907080"/>
              <a:ext cx="1860840" cy="0"/>
            </a:xfrm>
            <a:prstGeom prst="line">
              <a:avLst/>
            </a:prstGeom>
            <a:ln w="15840">
              <a:solidFill>
                <a:schemeClr val="tx1"/>
              </a:solidFill>
              <a:round/>
            </a:ln>
          </p:spPr>
          <p:style>
            <a:lnRef idx="0">
              <a:scrgbClr r="0" g="0" b="0"/>
            </a:lnRef>
            <a:fillRef idx="0">
              <a:scrgbClr r="0" g="0" b="0"/>
            </a:fillRef>
            <a:effectRef idx="0">
              <a:scrgbClr r="0" g="0" b="0"/>
            </a:effectRef>
            <a:fontRef idx="minor"/>
          </p:style>
        </p:sp>
        <p:sp>
          <p:nvSpPr>
            <p:cNvPr id="756" name="CustomShape 194"/>
            <p:cNvSpPr/>
            <p:nvPr/>
          </p:nvSpPr>
          <p:spPr>
            <a:xfrm>
              <a:off x="2781720" y="3659040"/>
              <a:ext cx="1860120" cy="1313640"/>
            </a:xfrm>
            <a:prstGeom prst="rect">
              <a:avLst/>
            </a:prstGeom>
            <a:noFill/>
            <a:ln w="19080">
              <a:solidFill>
                <a:schemeClr val="tx1"/>
              </a:solidFill>
              <a:miter/>
            </a:ln>
          </p:spPr>
          <p:style>
            <a:lnRef idx="0">
              <a:scrgbClr r="0" g="0" b="0"/>
            </a:lnRef>
            <a:fillRef idx="0">
              <a:scrgbClr r="0" g="0" b="0"/>
            </a:fillRef>
            <a:effectRef idx="0">
              <a:scrgbClr r="0" g="0" b="0"/>
            </a:effectRef>
            <a:fontRef idx="minor"/>
          </p:style>
        </p:sp>
      </p:grpSp>
      <p:grpSp>
        <p:nvGrpSpPr>
          <p:cNvPr id="757" name="Group 195"/>
          <p:cNvGrpSpPr/>
          <p:nvPr/>
        </p:nvGrpSpPr>
        <p:grpSpPr>
          <a:xfrm>
            <a:off x="5392800" y="4759200"/>
            <a:ext cx="429840" cy="306000"/>
            <a:chOff x="5392800" y="4759200"/>
            <a:chExt cx="429840" cy="306000"/>
          </a:xfrm>
        </p:grpSpPr>
        <p:sp>
          <p:nvSpPr>
            <p:cNvPr id="758" name="CustomShape 196"/>
            <p:cNvSpPr/>
            <p:nvPr/>
          </p:nvSpPr>
          <p:spPr>
            <a:xfrm>
              <a:off x="5392800" y="4759200"/>
              <a:ext cx="429840" cy="3060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59" name="CustomShape 197"/>
            <p:cNvSpPr/>
            <p:nvPr/>
          </p:nvSpPr>
          <p:spPr>
            <a:xfrm>
              <a:off x="5545080" y="4826160"/>
              <a:ext cx="142560" cy="22356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60" name="CustomShape 198"/>
            <p:cNvSpPr/>
            <p:nvPr/>
          </p:nvSpPr>
          <p:spPr>
            <a:xfrm>
              <a:off x="5408640" y="4827600"/>
              <a:ext cx="134640" cy="22176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61" name="CustomShape 199"/>
            <p:cNvSpPr/>
            <p:nvPr/>
          </p:nvSpPr>
          <p:spPr>
            <a:xfrm>
              <a:off x="5408280" y="4773240"/>
              <a:ext cx="400680" cy="5220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62" name="CustomShape 200"/>
            <p:cNvSpPr/>
            <p:nvPr/>
          </p:nvSpPr>
          <p:spPr>
            <a:xfrm>
              <a:off x="5690520" y="4825800"/>
              <a:ext cx="116640" cy="22356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63" name="Line 201"/>
            <p:cNvSpPr/>
            <p:nvPr/>
          </p:nvSpPr>
          <p:spPr>
            <a:xfrm>
              <a:off x="5406840" y="488196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4" name="Line 202"/>
            <p:cNvSpPr/>
            <p:nvPr/>
          </p:nvSpPr>
          <p:spPr>
            <a:xfrm>
              <a:off x="5542560" y="4824720"/>
              <a:ext cx="1800" cy="2253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5" name="Line 203"/>
            <p:cNvSpPr/>
            <p:nvPr/>
          </p:nvSpPr>
          <p:spPr>
            <a:xfrm>
              <a:off x="5687640" y="4825800"/>
              <a:ext cx="1800" cy="2253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6" name="Line 204"/>
            <p:cNvSpPr/>
            <p:nvPr/>
          </p:nvSpPr>
          <p:spPr>
            <a:xfrm>
              <a:off x="5406840" y="482580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7" name="CustomShape 205"/>
            <p:cNvSpPr/>
            <p:nvPr/>
          </p:nvSpPr>
          <p:spPr>
            <a:xfrm>
              <a:off x="5407200" y="4773240"/>
              <a:ext cx="401760" cy="27756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grpSp>
        <p:nvGrpSpPr>
          <p:cNvPr id="768" name="Group 206"/>
          <p:cNvGrpSpPr/>
          <p:nvPr/>
        </p:nvGrpSpPr>
        <p:grpSpPr>
          <a:xfrm>
            <a:off x="6053040" y="5583240"/>
            <a:ext cx="429840" cy="375840"/>
            <a:chOff x="6053040" y="5583240"/>
            <a:chExt cx="429840" cy="375840"/>
          </a:xfrm>
        </p:grpSpPr>
        <p:sp>
          <p:nvSpPr>
            <p:cNvPr id="769" name="CustomShape 207"/>
            <p:cNvSpPr/>
            <p:nvPr/>
          </p:nvSpPr>
          <p:spPr>
            <a:xfrm>
              <a:off x="6053040" y="5583240"/>
              <a:ext cx="429840" cy="3758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70" name="CustomShape 208"/>
            <p:cNvSpPr/>
            <p:nvPr/>
          </p:nvSpPr>
          <p:spPr>
            <a:xfrm>
              <a:off x="6205680" y="5665680"/>
              <a:ext cx="142560" cy="27432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71" name="CustomShape 209"/>
            <p:cNvSpPr/>
            <p:nvPr/>
          </p:nvSpPr>
          <p:spPr>
            <a:xfrm>
              <a:off x="6068880" y="5665680"/>
              <a:ext cx="134640" cy="27432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72" name="CustomShape 210"/>
            <p:cNvSpPr/>
            <p:nvPr/>
          </p:nvSpPr>
          <p:spPr>
            <a:xfrm>
              <a:off x="6068520" y="5600520"/>
              <a:ext cx="400680" cy="6408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73" name="CustomShape 211"/>
            <p:cNvSpPr/>
            <p:nvPr/>
          </p:nvSpPr>
          <p:spPr>
            <a:xfrm>
              <a:off x="6350760" y="5664960"/>
              <a:ext cx="116640" cy="27468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74" name="Line 212"/>
            <p:cNvSpPr/>
            <p:nvPr/>
          </p:nvSpPr>
          <p:spPr>
            <a:xfrm>
              <a:off x="6067440" y="573372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5" name="Line 213"/>
            <p:cNvSpPr/>
            <p:nvPr/>
          </p:nvSpPr>
          <p:spPr>
            <a:xfrm>
              <a:off x="6203160" y="5663520"/>
              <a:ext cx="1440" cy="2768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6" name="Line 214"/>
            <p:cNvSpPr/>
            <p:nvPr/>
          </p:nvSpPr>
          <p:spPr>
            <a:xfrm>
              <a:off x="6348240" y="5664960"/>
              <a:ext cx="1440" cy="2764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7" name="Line 215"/>
            <p:cNvSpPr/>
            <p:nvPr/>
          </p:nvSpPr>
          <p:spPr>
            <a:xfrm>
              <a:off x="6067440" y="566496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8" name="CustomShape 216"/>
            <p:cNvSpPr/>
            <p:nvPr/>
          </p:nvSpPr>
          <p:spPr>
            <a:xfrm>
              <a:off x="6067440" y="5600520"/>
              <a:ext cx="401760" cy="34056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grpSp>
        <p:nvGrpSpPr>
          <p:cNvPr id="779" name="Group 217"/>
          <p:cNvGrpSpPr/>
          <p:nvPr/>
        </p:nvGrpSpPr>
        <p:grpSpPr>
          <a:xfrm>
            <a:off x="6483240" y="6132600"/>
            <a:ext cx="431280" cy="374400"/>
            <a:chOff x="6483240" y="6132600"/>
            <a:chExt cx="431280" cy="374400"/>
          </a:xfrm>
        </p:grpSpPr>
        <p:sp>
          <p:nvSpPr>
            <p:cNvPr id="780" name="CustomShape 218"/>
            <p:cNvSpPr/>
            <p:nvPr/>
          </p:nvSpPr>
          <p:spPr>
            <a:xfrm>
              <a:off x="6483240" y="6132600"/>
              <a:ext cx="431280" cy="3744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81" name="CustomShape 219"/>
            <p:cNvSpPr/>
            <p:nvPr/>
          </p:nvSpPr>
          <p:spPr>
            <a:xfrm>
              <a:off x="6635880" y="6213600"/>
              <a:ext cx="144000" cy="27432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82" name="CustomShape 220"/>
            <p:cNvSpPr/>
            <p:nvPr/>
          </p:nvSpPr>
          <p:spPr>
            <a:xfrm>
              <a:off x="6500880" y="6215040"/>
              <a:ext cx="134640" cy="27252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83" name="CustomShape 221"/>
            <p:cNvSpPr/>
            <p:nvPr/>
          </p:nvSpPr>
          <p:spPr>
            <a:xfrm>
              <a:off x="6499080" y="6149880"/>
              <a:ext cx="402120" cy="6372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84" name="CustomShape 222"/>
            <p:cNvSpPr/>
            <p:nvPr/>
          </p:nvSpPr>
          <p:spPr>
            <a:xfrm>
              <a:off x="6782040" y="6213600"/>
              <a:ext cx="117360" cy="27360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85" name="Line 223"/>
            <p:cNvSpPr/>
            <p:nvPr/>
          </p:nvSpPr>
          <p:spPr>
            <a:xfrm>
              <a:off x="6497640" y="628236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6" name="Line 224"/>
            <p:cNvSpPr/>
            <p:nvPr/>
          </p:nvSpPr>
          <p:spPr>
            <a:xfrm>
              <a:off x="6633720" y="6212520"/>
              <a:ext cx="1800" cy="275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7" name="Line 225"/>
            <p:cNvSpPr/>
            <p:nvPr/>
          </p:nvSpPr>
          <p:spPr>
            <a:xfrm>
              <a:off x="6779520" y="6213600"/>
              <a:ext cx="1440" cy="2757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8" name="Line 226"/>
            <p:cNvSpPr/>
            <p:nvPr/>
          </p:nvSpPr>
          <p:spPr>
            <a:xfrm>
              <a:off x="6497640" y="621360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9" name="CustomShape 227"/>
            <p:cNvSpPr/>
            <p:nvPr/>
          </p:nvSpPr>
          <p:spPr>
            <a:xfrm>
              <a:off x="6498000" y="6149880"/>
              <a:ext cx="403200" cy="33912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grpSp>
        <p:nvGrpSpPr>
          <p:cNvPr id="790" name="Group 228"/>
          <p:cNvGrpSpPr/>
          <p:nvPr/>
        </p:nvGrpSpPr>
        <p:grpSpPr>
          <a:xfrm>
            <a:off x="4835520" y="4545000"/>
            <a:ext cx="431280" cy="306000"/>
            <a:chOff x="4835520" y="4545000"/>
            <a:chExt cx="431280" cy="306000"/>
          </a:xfrm>
        </p:grpSpPr>
        <p:sp>
          <p:nvSpPr>
            <p:cNvPr id="791" name="CustomShape 229"/>
            <p:cNvSpPr/>
            <p:nvPr/>
          </p:nvSpPr>
          <p:spPr>
            <a:xfrm>
              <a:off x="4835520" y="4545000"/>
              <a:ext cx="431280" cy="3060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92" name="CustomShape 230"/>
            <p:cNvSpPr/>
            <p:nvPr/>
          </p:nvSpPr>
          <p:spPr>
            <a:xfrm>
              <a:off x="4987800" y="4611600"/>
              <a:ext cx="144000" cy="22356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93" name="CustomShape 231"/>
            <p:cNvSpPr/>
            <p:nvPr/>
          </p:nvSpPr>
          <p:spPr>
            <a:xfrm>
              <a:off x="4853160" y="4613400"/>
              <a:ext cx="134640" cy="22176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94" name="CustomShape 232"/>
            <p:cNvSpPr/>
            <p:nvPr/>
          </p:nvSpPr>
          <p:spPr>
            <a:xfrm>
              <a:off x="4851000" y="4559040"/>
              <a:ext cx="402120" cy="5220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95" name="CustomShape 233"/>
            <p:cNvSpPr/>
            <p:nvPr/>
          </p:nvSpPr>
          <p:spPr>
            <a:xfrm>
              <a:off x="5134320" y="4611600"/>
              <a:ext cx="117360" cy="22356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96" name="Line 234"/>
            <p:cNvSpPr/>
            <p:nvPr/>
          </p:nvSpPr>
          <p:spPr>
            <a:xfrm>
              <a:off x="4849920" y="466740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97" name="Line 235"/>
            <p:cNvSpPr/>
            <p:nvPr/>
          </p:nvSpPr>
          <p:spPr>
            <a:xfrm>
              <a:off x="4986000" y="4610520"/>
              <a:ext cx="1800" cy="2250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98" name="Line 236"/>
            <p:cNvSpPr/>
            <p:nvPr/>
          </p:nvSpPr>
          <p:spPr>
            <a:xfrm>
              <a:off x="5131440" y="4611240"/>
              <a:ext cx="1800" cy="2253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99" name="Line 237"/>
            <p:cNvSpPr/>
            <p:nvPr/>
          </p:nvSpPr>
          <p:spPr>
            <a:xfrm>
              <a:off x="4849920" y="461124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00" name="CustomShape 238"/>
            <p:cNvSpPr/>
            <p:nvPr/>
          </p:nvSpPr>
          <p:spPr>
            <a:xfrm>
              <a:off x="4849920" y="4559040"/>
              <a:ext cx="403200" cy="27756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sp>
        <p:nvSpPr>
          <p:cNvPr id="801" name="CustomShape 239"/>
          <p:cNvSpPr/>
          <p:nvPr/>
        </p:nvSpPr>
        <p:spPr>
          <a:xfrm>
            <a:off x="5051520" y="2895480"/>
            <a:ext cx="1080" cy="189504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sp>
        <p:nvSpPr>
          <p:cNvPr id="802" name="CustomShape 240"/>
          <p:cNvSpPr/>
          <p:nvPr/>
        </p:nvSpPr>
        <p:spPr>
          <a:xfrm>
            <a:off x="5564160" y="2903400"/>
            <a:ext cx="43920" cy="211896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sp>
        <p:nvSpPr>
          <p:cNvPr id="803" name="CustomShape 241"/>
          <p:cNvSpPr/>
          <p:nvPr/>
        </p:nvSpPr>
        <p:spPr>
          <a:xfrm>
            <a:off x="6195960" y="2895480"/>
            <a:ext cx="63000" cy="294444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sp>
        <p:nvSpPr>
          <p:cNvPr id="804" name="CustomShape 242"/>
          <p:cNvSpPr/>
          <p:nvPr/>
        </p:nvSpPr>
        <p:spPr>
          <a:xfrm>
            <a:off x="6669000" y="2895480"/>
            <a:ext cx="21960" cy="349200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grpSp>
        <p:nvGrpSpPr>
          <p:cNvPr id="805" name="Group 243"/>
          <p:cNvGrpSpPr/>
          <p:nvPr/>
        </p:nvGrpSpPr>
        <p:grpSpPr>
          <a:xfrm>
            <a:off x="6505560" y="2647800"/>
            <a:ext cx="326880" cy="247680"/>
            <a:chOff x="6505560" y="2647800"/>
            <a:chExt cx="326880" cy="247680"/>
          </a:xfrm>
        </p:grpSpPr>
        <p:sp>
          <p:nvSpPr>
            <p:cNvPr id="806" name="CustomShape 244"/>
            <p:cNvSpPr/>
            <p:nvPr/>
          </p:nvSpPr>
          <p:spPr>
            <a:xfrm>
              <a:off x="6507000" y="2647800"/>
              <a:ext cx="32544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07" name="Line 245"/>
            <p:cNvSpPr/>
            <p:nvPr/>
          </p:nvSpPr>
          <p:spPr>
            <a:xfrm>
              <a:off x="673884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08" name="Line 246"/>
            <p:cNvSpPr/>
            <p:nvPr/>
          </p:nvSpPr>
          <p:spPr>
            <a:xfrm>
              <a:off x="6506640" y="2738160"/>
              <a:ext cx="32580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09" name="Line 247"/>
            <p:cNvSpPr/>
            <p:nvPr/>
          </p:nvSpPr>
          <p:spPr>
            <a:xfrm flipV="1">
              <a:off x="6505560" y="2689200"/>
              <a:ext cx="32688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0" name="Line 248"/>
            <p:cNvSpPr/>
            <p:nvPr/>
          </p:nvSpPr>
          <p:spPr>
            <a:xfrm>
              <a:off x="662616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811" name="Group 249"/>
          <p:cNvGrpSpPr/>
          <p:nvPr/>
        </p:nvGrpSpPr>
        <p:grpSpPr>
          <a:xfrm>
            <a:off x="6014880" y="2647800"/>
            <a:ext cx="326880" cy="247680"/>
            <a:chOff x="6014880" y="2647800"/>
            <a:chExt cx="326880" cy="247680"/>
          </a:xfrm>
        </p:grpSpPr>
        <p:sp>
          <p:nvSpPr>
            <p:cNvPr id="812" name="CustomShape 250"/>
            <p:cNvSpPr/>
            <p:nvPr/>
          </p:nvSpPr>
          <p:spPr>
            <a:xfrm>
              <a:off x="6016320" y="2647800"/>
              <a:ext cx="32544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13" name="Line 251"/>
            <p:cNvSpPr/>
            <p:nvPr/>
          </p:nvSpPr>
          <p:spPr>
            <a:xfrm>
              <a:off x="624852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4" name="Line 252"/>
            <p:cNvSpPr/>
            <p:nvPr/>
          </p:nvSpPr>
          <p:spPr>
            <a:xfrm>
              <a:off x="6016320" y="2738160"/>
              <a:ext cx="325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5" name="Line 253"/>
            <p:cNvSpPr/>
            <p:nvPr/>
          </p:nvSpPr>
          <p:spPr>
            <a:xfrm flipV="1">
              <a:off x="6014880" y="2689200"/>
              <a:ext cx="32688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6" name="Line 254"/>
            <p:cNvSpPr/>
            <p:nvPr/>
          </p:nvSpPr>
          <p:spPr>
            <a:xfrm>
              <a:off x="613584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817" name="Group 255"/>
          <p:cNvGrpSpPr/>
          <p:nvPr/>
        </p:nvGrpSpPr>
        <p:grpSpPr>
          <a:xfrm>
            <a:off x="5386320" y="2647800"/>
            <a:ext cx="326880" cy="247680"/>
            <a:chOff x="5386320" y="2647800"/>
            <a:chExt cx="326880" cy="247680"/>
          </a:xfrm>
        </p:grpSpPr>
        <p:sp>
          <p:nvSpPr>
            <p:cNvPr id="818" name="CustomShape 256"/>
            <p:cNvSpPr/>
            <p:nvPr/>
          </p:nvSpPr>
          <p:spPr>
            <a:xfrm>
              <a:off x="5387760" y="2647800"/>
              <a:ext cx="32544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19" name="Line 257"/>
            <p:cNvSpPr/>
            <p:nvPr/>
          </p:nvSpPr>
          <p:spPr>
            <a:xfrm>
              <a:off x="561996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0" name="Line 258"/>
            <p:cNvSpPr/>
            <p:nvPr/>
          </p:nvSpPr>
          <p:spPr>
            <a:xfrm>
              <a:off x="5387760" y="2738160"/>
              <a:ext cx="325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1" name="Line 259"/>
            <p:cNvSpPr/>
            <p:nvPr/>
          </p:nvSpPr>
          <p:spPr>
            <a:xfrm flipV="1">
              <a:off x="5386320" y="2689200"/>
              <a:ext cx="32688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2" name="Line 260"/>
            <p:cNvSpPr/>
            <p:nvPr/>
          </p:nvSpPr>
          <p:spPr>
            <a:xfrm>
              <a:off x="550728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823" name="Group 261"/>
          <p:cNvGrpSpPr/>
          <p:nvPr/>
        </p:nvGrpSpPr>
        <p:grpSpPr>
          <a:xfrm>
            <a:off x="4886280" y="2647800"/>
            <a:ext cx="328320" cy="247680"/>
            <a:chOff x="4886280" y="2647800"/>
            <a:chExt cx="328320" cy="247680"/>
          </a:xfrm>
        </p:grpSpPr>
        <p:sp>
          <p:nvSpPr>
            <p:cNvPr id="824" name="CustomShape 262"/>
            <p:cNvSpPr/>
            <p:nvPr/>
          </p:nvSpPr>
          <p:spPr>
            <a:xfrm>
              <a:off x="4887720" y="2647800"/>
              <a:ext cx="32688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25" name="Line 263"/>
            <p:cNvSpPr/>
            <p:nvPr/>
          </p:nvSpPr>
          <p:spPr>
            <a:xfrm>
              <a:off x="512100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6" name="Line 264"/>
            <p:cNvSpPr/>
            <p:nvPr/>
          </p:nvSpPr>
          <p:spPr>
            <a:xfrm>
              <a:off x="4887360" y="2738160"/>
              <a:ext cx="3272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7" name="Line 265"/>
            <p:cNvSpPr/>
            <p:nvPr/>
          </p:nvSpPr>
          <p:spPr>
            <a:xfrm flipV="1">
              <a:off x="4886280" y="2689200"/>
              <a:ext cx="32832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8" name="Line 266"/>
            <p:cNvSpPr/>
            <p:nvPr/>
          </p:nvSpPr>
          <p:spPr>
            <a:xfrm>
              <a:off x="500760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829" name="TextShape 267"/>
          <p:cNvSpPr txBox="1"/>
          <p:nvPr/>
        </p:nvSpPr>
        <p:spPr>
          <a:xfrm>
            <a:off x="8255160" y="6124680"/>
            <a:ext cx="626760" cy="364680"/>
          </a:xfrm>
          <a:prstGeom prst="rect">
            <a:avLst/>
          </a:prstGeom>
          <a:noFill/>
          <a:ln>
            <a:noFill/>
          </a:ln>
        </p:spPr>
        <p:txBody>
          <a:bodyPr anchor="ctr">
            <a:noAutofit/>
          </a:bodyPr>
          <a:lstStyle/>
          <a:p>
            <a:pPr algn="r">
              <a:lnSpc>
                <a:spcPct val="100000"/>
              </a:lnSpc>
            </a:pPr>
            <a:fld id="{A751B8B6-704E-4522-87DA-922D172D8892}" type="slidenum">
              <a:rPr lang="nl-NL" sz="1000" b="0" strike="noStrike" spc="-1">
                <a:solidFill>
                  <a:srgbClr val="FFFFFF"/>
                </a:solidFill>
                <a:latin typeface="Arial"/>
                <a:ea typeface="ＭＳ Ｐゴシック"/>
              </a:rPr>
              <a:t>17</a:t>
            </a:fld>
            <a:endParaRPr lang="nl-NL" sz="1000" b="0" strike="noStrike" spc="-1">
              <a:latin typeface="Calibri"/>
            </a:endParaRPr>
          </a:p>
        </p:txBody>
      </p:sp>
      <p:sp>
        <p:nvSpPr>
          <p:cNvPr id="830" name="CustomShape 268"/>
          <p:cNvSpPr/>
          <p:nvPr/>
        </p:nvSpPr>
        <p:spPr>
          <a:xfrm>
            <a:off x="7324560" y="630720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2</a:t>
            </a:r>
            <a:endParaRPr lang="nl-NL" sz="1400" b="0" strike="noStrike" spc="-1">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 name="CustomShape 1"/>
          <p:cNvSpPr/>
          <p:nvPr/>
        </p:nvSpPr>
        <p:spPr>
          <a:xfrm>
            <a:off x="601560" y="750240"/>
            <a:ext cx="7529040" cy="639000"/>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3600" b="0" strike="noStrike" spc="-1" dirty="0">
                <a:solidFill>
                  <a:srgbClr val="000099"/>
                </a:solidFill>
                <a:latin typeface="Gill Sans MT"/>
                <a:ea typeface="ＭＳ Ｐゴシック"/>
              </a:rPr>
              <a:t>Software defined networking (SDN)</a:t>
            </a:r>
            <a:endParaRPr lang="nl-NL" sz="3600" b="0" strike="noStrike" spc="-1" dirty="0">
              <a:latin typeface="Calibri"/>
            </a:endParaRPr>
          </a:p>
        </p:txBody>
      </p:sp>
      <p:pic>
        <p:nvPicPr>
          <p:cNvPr id="972" name="Picture 5" descr="underline_base"/>
          <p:cNvPicPr/>
          <p:nvPr/>
        </p:nvPicPr>
        <p:blipFill>
          <a:blip r:embed="rId2"/>
          <a:stretch/>
        </p:blipFill>
        <p:spPr>
          <a:xfrm>
            <a:off x="581040" y="1380960"/>
            <a:ext cx="6742800" cy="208440"/>
          </a:xfrm>
          <a:prstGeom prst="rect">
            <a:avLst/>
          </a:prstGeom>
          <a:ln>
            <a:noFill/>
          </a:ln>
        </p:spPr>
      </p:pic>
      <p:sp>
        <p:nvSpPr>
          <p:cNvPr id="973" name="TextShape 2"/>
          <p:cNvSpPr txBox="1"/>
          <p:nvPr/>
        </p:nvSpPr>
        <p:spPr>
          <a:xfrm>
            <a:off x="601560" y="1880280"/>
            <a:ext cx="8148240" cy="4647960"/>
          </a:xfrm>
          <a:prstGeom prst="rect">
            <a:avLst/>
          </a:prstGeom>
          <a:noFill/>
          <a:ln>
            <a:noFill/>
          </a:ln>
        </p:spPr>
        <p:txBody>
          <a:bodyPr>
            <a:noAutofit/>
          </a:bodyPr>
          <a:lstStyle/>
          <a:p>
            <a:pPr>
              <a:lnSpc>
                <a:spcPct val="90000"/>
              </a:lnSpc>
              <a:spcBef>
                <a:spcPts val="400"/>
              </a:spcBef>
              <a:tabLst>
                <a:tab pos="0" algn="l"/>
              </a:tabLst>
            </a:pPr>
            <a:r>
              <a:rPr lang="en-US" sz="2000" b="0" i="1" strike="noStrike" spc="-1" dirty="0">
                <a:solidFill>
                  <a:srgbClr val="CC0000"/>
                </a:solidFill>
                <a:latin typeface="Arial"/>
              </a:rPr>
              <a:t>Why</a:t>
            </a:r>
            <a:r>
              <a:rPr lang="en-US" sz="2000" b="0" strike="noStrike" spc="-1" dirty="0">
                <a:solidFill>
                  <a:srgbClr val="CC0000"/>
                </a:solidFill>
                <a:latin typeface="Arial"/>
              </a:rPr>
              <a:t> </a:t>
            </a:r>
            <a:r>
              <a:rPr lang="en-US" sz="2000" b="0" strike="noStrike" spc="-1" dirty="0">
                <a:solidFill>
                  <a:srgbClr val="000000"/>
                </a:solidFill>
                <a:latin typeface="Arial"/>
              </a:rPr>
              <a:t>a</a:t>
            </a:r>
            <a:r>
              <a:rPr lang="en-US" sz="2000" b="0" strike="noStrike" spc="-1" dirty="0">
                <a:solidFill>
                  <a:srgbClr val="CC0000"/>
                </a:solidFill>
                <a:latin typeface="Arial"/>
              </a:rPr>
              <a:t> </a:t>
            </a:r>
            <a:r>
              <a:rPr lang="en-US" sz="2000" b="0" i="1" strike="noStrike" spc="-1" dirty="0">
                <a:solidFill>
                  <a:srgbClr val="CC0000"/>
                </a:solidFill>
                <a:latin typeface="Arial"/>
              </a:rPr>
              <a:t>logically centralized </a:t>
            </a:r>
            <a:r>
              <a:rPr lang="en-US" sz="2000" b="0" strike="noStrike" spc="-1" dirty="0">
                <a:solidFill>
                  <a:srgbClr val="000000"/>
                </a:solidFill>
                <a:latin typeface="Arial"/>
              </a:rPr>
              <a:t>control plane?</a:t>
            </a:r>
            <a:endParaRPr lang="nl-NL" sz="2000" b="0" strike="noStrike" spc="-1" dirty="0">
              <a:solidFill>
                <a:srgbClr val="000000"/>
              </a:solidFill>
              <a:latin typeface="Arial"/>
            </a:endParaRPr>
          </a:p>
          <a:p>
            <a:pPr marL="635040" indent="-399600">
              <a:lnSpc>
                <a:spcPct val="100000"/>
              </a:lnSpc>
              <a:spcBef>
                <a:spcPts val="400"/>
              </a:spcBef>
              <a:tabLst>
                <a:tab pos="0" algn="l"/>
              </a:tabLst>
            </a:pPr>
            <a:r>
              <a:rPr lang="en-US" sz="2000" b="0" strike="noStrike" spc="-1" dirty="0">
                <a:solidFill>
                  <a:srgbClr val="000000"/>
                </a:solidFill>
                <a:latin typeface="Arial"/>
              </a:rPr>
              <a:t>easier network management: avoid router misconfigurations, greater flexibility of traffic flows</a:t>
            </a:r>
            <a:endParaRPr lang="nl-NL" sz="2000" b="0" strike="noStrike" spc="-1" dirty="0">
              <a:solidFill>
                <a:srgbClr val="000000"/>
              </a:solidFill>
              <a:latin typeface="Arial"/>
            </a:endParaRPr>
          </a:p>
          <a:p>
            <a:pPr marL="635040" indent="-399600">
              <a:lnSpc>
                <a:spcPct val="100000"/>
              </a:lnSpc>
              <a:spcBef>
                <a:spcPts val="400"/>
              </a:spcBef>
              <a:tabLst>
                <a:tab pos="0" algn="l"/>
              </a:tabLst>
            </a:pPr>
            <a:r>
              <a:rPr lang="en-US" sz="2000" b="0" strike="noStrike" spc="-1" dirty="0">
                <a:solidFill>
                  <a:srgbClr val="000000"/>
                </a:solidFill>
                <a:latin typeface="Arial"/>
              </a:rPr>
              <a:t>table-based forwarding allows “programming” routers</a:t>
            </a:r>
            <a:endParaRPr lang="nl-NL" sz="2000" b="0" strike="noStrike" spc="-1" dirty="0">
              <a:solidFill>
                <a:srgbClr val="000000"/>
              </a:solidFill>
              <a:latin typeface="Arial"/>
            </a:endParaRPr>
          </a:p>
          <a:p>
            <a:pPr marL="1035000" lvl="1" indent="-399600">
              <a:lnSpc>
                <a:spcPct val="100000"/>
              </a:lnSpc>
              <a:spcBef>
                <a:spcPts val="400"/>
              </a:spcBef>
              <a:buClr>
                <a:srgbClr val="000000"/>
              </a:buClr>
              <a:buFont typeface="Arial"/>
              <a:buChar char="•"/>
              <a:tabLst>
                <a:tab pos="0" algn="l"/>
              </a:tabLst>
            </a:pPr>
            <a:r>
              <a:rPr lang="en-US" sz="2000" b="0" strike="noStrike" spc="-1" dirty="0">
                <a:solidFill>
                  <a:srgbClr val="000000"/>
                </a:solidFill>
                <a:latin typeface="Arial"/>
              </a:rPr>
              <a:t>centralized “programming”: easier: compute tables centrally and distribute</a:t>
            </a:r>
            <a:endParaRPr lang="nl-NL" sz="2000" b="0" strike="noStrike" spc="-1" dirty="0">
              <a:solidFill>
                <a:srgbClr val="000000"/>
              </a:solidFill>
              <a:latin typeface="Arial"/>
            </a:endParaRPr>
          </a:p>
          <a:p>
            <a:pPr marL="1035000" lvl="1" indent="-399600">
              <a:lnSpc>
                <a:spcPct val="100000"/>
              </a:lnSpc>
              <a:spcBef>
                <a:spcPts val="400"/>
              </a:spcBef>
              <a:buClr>
                <a:srgbClr val="000000"/>
              </a:buClr>
              <a:buFont typeface="Arial"/>
              <a:buChar char="•"/>
              <a:tabLst>
                <a:tab pos="0" algn="l"/>
              </a:tabLst>
            </a:pPr>
            <a:r>
              <a:rPr lang="en-US" sz="2000" b="0" strike="noStrike" spc="-1" dirty="0">
                <a:solidFill>
                  <a:srgbClr val="000000"/>
                </a:solidFill>
                <a:latin typeface="Arial"/>
              </a:rPr>
              <a:t>distributed “programming”: more difficult: compute tables as result of distributed algorithm (protocol) implemented in each and every router </a:t>
            </a:r>
            <a:endParaRPr lang="nl-NL" sz="2000" b="0" strike="noStrike" spc="-1" dirty="0">
              <a:solidFill>
                <a:srgbClr val="000000"/>
              </a:solidFill>
              <a:latin typeface="Arial"/>
            </a:endParaRPr>
          </a:p>
          <a:p>
            <a:pPr marL="635040" indent="-399600">
              <a:lnSpc>
                <a:spcPct val="100000"/>
              </a:lnSpc>
              <a:spcBef>
                <a:spcPts val="400"/>
              </a:spcBef>
              <a:tabLst>
                <a:tab pos="0" algn="l"/>
              </a:tabLst>
            </a:pPr>
            <a:r>
              <a:rPr lang="en-US" sz="2000" b="0" strike="noStrike" spc="-1" dirty="0">
                <a:solidFill>
                  <a:srgbClr val="000000"/>
                </a:solidFill>
                <a:latin typeface="Arial"/>
              </a:rPr>
              <a:t>open (non-proprietary) implementation of control plane</a:t>
            </a:r>
            <a:endParaRPr lang="nl-NL" sz="2000" b="0" strike="noStrike" spc="-1" dirty="0">
              <a:solidFill>
                <a:srgbClr val="000000"/>
              </a:solidFill>
              <a:latin typeface="Arial"/>
            </a:endParaRPr>
          </a:p>
          <a:p>
            <a:pPr marL="635040" indent="-399600">
              <a:lnSpc>
                <a:spcPct val="100000"/>
              </a:lnSpc>
              <a:spcBef>
                <a:spcPts val="400"/>
              </a:spcBef>
              <a:tabLst>
                <a:tab pos="0" algn="l"/>
              </a:tabLst>
            </a:pPr>
            <a:endParaRPr lang="nl-NL" sz="2000" b="0" strike="noStrike" spc="-1" dirty="0">
              <a:solidFill>
                <a:srgbClr val="000000"/>
              </a:solidFill>
              <a:latin typeface="Arial"/>
            </a:endParaRPr>
          </a:p>
        </p:txBody>
      </p:sp>
      <p:sp>
        <p:nvSpPr>
          <p:cNvPr id="974"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0FDF9F70-7A4B-4A8A-BB5D-0D666C0E543C}" type="slidenum">
              <a:rPr lang="nl-NL" sz="1000" b="0" strike="noStrike" spc="-1">
                <a:solidFill>
                  <a:srgbClr val="FFFFFF"/>
                </a:solidFill>
                <a:latin typeface="Arial"/>
                <a:ea typeface="ＭＳ Ｐゴシック"/>
              </a:rPr>
              <a:t>18</a:t>
            </a:fld>
            <a:endParaRPr lang="nl-NL" sz="1000" b="0" strike="noStrike" spc="-1">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2" name="Picture 12" descr="underline_base"/>
          <p:cNvPicPr/>
          <p:nvPr/>
        </p:nvPicPr>
        <p:blipFill>
          <a:blip r:embed="rId2"/>
          <a:stretch/>
        </p:blipFill>
        <p:spPr>
          <a:xfrm>
            <a:off x="2492280" y="807120"/>
            <a:ext cx="6546600" cy="188640"/>
          </a:xfrm>
          <a:prstGeom prst="rect">
            <a:avLst/>
          </a:prstGeom>
          <a:ln>
            <a:noFill/>
          </a:ln>
        </p:spPr>
      </p:pic>
      <p:sp>
        <p:nvSpPr>
          <p:cNvPr id="563" name="CustomShape 1"/>
          <p:cNvSpPr/>
          <p:nvPr/>
        </p:nvSpPr>
        <p:spPr>
          <a:xfrm>
            <a:off x="2562120" y="232560"/>
            <a:ext cx="6463800" cy="11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600" b="0" strike="noStrike" spc="-1">
                <a:solidFill>
                  <a:srgbClr val="000099"/>
                </a:solidFill>
                <a:latin typeface="Gill Sans MT"/>
                <a:ea typeface="ＭＳ Ｐゴシック"/>
              </a:rPr>
              <a:t>Generalized Forwarding and SDN</a:t>
            </a:r>
            <a:endParaRPr lang="nl-NL" sz="3600" b="0" strike="noStrike" spc="-1">
              <a:latin typeface="Calibri"/>
            </a:endParaRPr>
          </a:p>
        </p:txBody>
      </p:sp>
      <p:sp>
        <p:nvSpPr>
          <p:cNvPr id="564" name="CustomShape 2"/>
          <p:cNvSpPr/>
          <p:nvPr/>
        </p:nvSpPr>
        <p:spPr>
          <a:xfrm flipV="1">
            <a:off x="3057480" y="2016720"/>
            <a:ext cx="4065120" cy="982440"/>
          </a:xfrm>
          <a:prstGeom prst="rect">
            <a:avLst/>
          </a:prstGeom>
          <a:solidFill>
            <a:schemeClr val="accent1"/>
          </a:solidFill>
          <a:ln>
            <a:noFill/>
          </a:ln>
        </p:spPr>
        <p:style>
          <a:lnRef idx="0">
            <a:scrgbClr r="0" g="0" b="0"/>
          </a:lnRef>
          <a:fillRef idx="0">
            <a:scrgbClr r="0" g="0" b="0"/>
          </a:fillRef>
          <a:effectRef idx="0">
            <a:scrgbClr r="0" g="0" b="0"/>
          </a:effectRef>
          <a:fontRef idx="minor"/>
        </p:style>
      </p:sp>
      <p:sp>
        <p:nvSpPr>
          <p:cNvPr id="565" name="CustomShape 3"/>
          <p:cNvSpPr/>
          <p:nvPr/>
        </p:nvSpPr>
        <p:spPr>
          <a:xfrm>
            <a:off x="3503520" y="5022720"/>
            <a:ext cx="2847600" cy="1579320"/>
          </a:xfrm>
          <a:custGeom>
            <a:avLst/>
            <a:gdLst/>
            <a:ahLst/>
            <a:cxnLst/>
            <a:rect l="l" t="t"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566" name="CustomShape 4"/>
          <p:cNvSpPr/>
          <p:nvPr/>
        </p:nvSpPr>
        <p:spPr>
          <a:xfrm>
            <a:off x="4141800" y="5326200"/>
            <a:ext cx="542520" cy="294840"/>
          </a:xfrm>
          <a:custGeom>
            <a:avLst/>
            <a:gdLst/>
            <a:ahLst/>
            <a:cxnLst/>
            <a:rect l="l" t="t" r="r" b="b"/>
            <a:pathLst>
              <a:path w="342" h="186">
                <a:moveTo>
                  <a:pt x="0" y="186"/>
                </a:moveTo>
                <a:lnTo>
                  <a:pt x="342"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67" name="CustomShape 5"/>
          <p:cNvSpPr/>
          <p:nvPr/>
        </p:nvSpPr>
        <p:spPr>
          <a:xfrm>
            <a:off x="5183280" y="5319720"/>
            <a:ext cx="504360" cy="307440"/>
          </a:xfrm>
          <a:custGeom>
            <a:avLst/>
            <a:gdLst/>
            <a:ahLst/>
            <a:cxnLst/>
            <a:rect l="l" t="t" r="r" b="b"/>
            <a:pathLst>
              <a:path w="318" h="194">
                <a:moveTo>
                  <a:pt x="0" y="0"/>
                </a:moveTo>
                <a:lnTo>
                  <a:pt x="318" y="194"/>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68" name="CustomShape 6"/>
          <p:cNvSpPr/>
          <p:nvPr/>
        </p:nvSpPr>
        <p:spPr>
          <a:xfrm>
            <a:off x="4118040" y="5711760"/>
            <a:ext cx="1226880" cy="344160"/>
          </a:xfrm>
          <a:custGeom>
            <a:avLst/>
            <a:gdLst/>
            <a:ahLst/>
            <a:cxnLst/>
            <a:rect l="l" t="t" r="r" b="b"/>
            <a:pathLst>
              <a:path w="294" h="174">
                <a:moveTo>
                  <a:pt x="0" y="0"/>
                </a:moveTo>
                <a:lnTo>
                  <a:pt x="294" y="174"/>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69" name="CustomShape 7"/>
          <p:cNvSpPr/>
          <p:nvPr/>
        </p:nvSpPr>
        <p:spPr>
          <a:xfrm>
            <a:off x="4464000" y="5635800"/>
            <a:ext cx="991800" cy="641160"/>
          </a:xfrm>
          <a:custGeom>
            <a:avLst/>
            <a:gdLst/>
            <a:ahLst/>
            <a:cxnLst/>
            <a:rect l="l" t="t" r="r" b="b"/>
            <a:pathLst>
              <a:path w="378" h="174">
                <a:moveTo>
                  <a:pt x="0" y="174"/>
                </a:moveTo>
                <a:lnTo>
                  <a:pt x="378"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0" name="CustomShape 8"/>
          <p:cNvSpPr/>
          <p:nvPr/>
        </p:nvSpPr>
        <p:spPr>
          <a:xfrm>
            <a:off x="5557680" y="5699160"/>
            <a:ext cx="80640" cy="414000"/>
          </a:xfrm>
          <a:custGeom>
            <a:avLst/>
            <a:gdLst/>
            <a:ahLst/>
            <a:cxnLst/>
            <a:rect l="l" t="t" r="r" b="b"/>
            <a:pathLst>
              <a:path w="118" h="500">
                <a:moveTo>
                  <a:pt x="0" y="500"/>
                </a:moveTo>
                <a:lnTo>
                  <a:pt x="118"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1" name="CustomShape 9"/>
          <p:cNvSpPr/>
          <p:nvPr/>
        </p:nvSpPr>
        <p:spPr>
          <a:xfrm flipV="1">
            <a:off x="4497480" y="6131880"/>
            <a:ext cx="796680" cy="202680"/>
          </a:xfrm>
          <a:custGeom>
            <a:avLst/>
            <a:gdLst/>
            <a:ahLst/>
            <a:cxnLst/>
            <a:rect l="l" t="t" r="r" b="b"/>
            <a:pathLst>
              <a:path w="370" h="32">
                <a:moveTo>
                  <a:pt x="370" y="32"/>
                </a:moveTo>
                <a:lnTo>
                  <a:pt x="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2" name="CustomShape 10"/>
          <p:cNvSpPr/>
          <p:nvPr/>
        </p:nvSpPr>
        <p:spPr>
          <a:xfrm>
            <a:off x="3960720" y="5735520"/>
            <a:ext cx="221760" cy="506160"/>
          </a:xfrm>
          <a:custGeom>
            <a:avLst/>
            <a:gdLst/>
            <a:ahLst/>
            <a:cxnLst/>
            <a:rect l="l" t="t" r="r" b="b"/>
            <a:pathLst>
              <a:path w="176" h="412">
                <a:moveTo>
                  <a:pt x="162" y="408"/>
                </a:moveTo>
                <a:lnTo>
                  <a:pt x="176" y="412"/>
                </a:lnTo>
                <a:lnTo>
                  <a:pt x="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573" name="CustomShape 11"/>
          <p:cNvSpPr/>
          <p:nvPr/>
        </p:nvSpPr>
        <p:spPr>
          <a:xfrm>
            <a:off x="1916280" y="5450040"/>
            <a:ext cx="1206000" cy="23760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74" name="CustomShape 12"/>
          <p:cNvSpPr/>
          <p:nvPr/>
        </p:nvSpPr>
        <p:spPr>
          <a:xfrm>
            <a:off x="1882800" y="5473800"/>
            <a:ext cx="1207800" cy="23760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575" name="Line 13"/>
          <p:cNvSpPr/>
          <p:nvPr/>
        </p:nvSpPr>
        <p:spPr>
          <a:xfrm>
            <a:off x="3154320" y="5624280"/>
            <a:ext cx="422280" cy="0"/>
          </a:xfrm>
          <a:prstGeom prst="line">
            <a:avLst/>
          </a:prstGeom>
          <a:ln w="9360">
            <a:solidFill>
              <a:schemeClr val="accent2"/>
            </a:solidFill>
            <a:round/>
            <a:tailEnd type="triangle" w="med" len="med"/>
          </a:ln>
        </p:spPr>
        <p:style>
          <a:lnRef idx="0">
            <a:scrgbClr r="0" g="0" b="0"/>
          </a:lnRef>
          <a:fillRef idx="0">
            <a:scrgbClr r="0" g="0" b="0"/>
          </a:fillRef>
          <a:effectRef idx="0">
            <a:scrgbClr r="0" g="0" b="0"/>
          </a:effectRef>
          <a:fontRef idx="minor"/>
        </p:style>
      </p:sp>
      <p:sp>
        <p:nvSpPr>
          <p:cNvPr id="576" name="CustomShape 14"/>
          <p:cNvSpPr/>
          <p:nvPr/>
        </p:nvSpPr>
        <p:spPr>
          <a:xfrm>
            <a:off x="3989160" y="5659560"/>
            <a:ext cx="2937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2</a:t>
            </a:r>
            <a:endParaRPr lang="nl-NL" sz="1600" b="0" strike="noStrike" spc="-1">
              <a:latin typeface="Calibri"/>
            </a:endParaRPr>
          </a:p>
        </p:txBody>
      </p:sp>
      <p:sp>
        <p:nvSpPr>
          <p:cNvPr id="577" name="CustomShape 15"/>
          <p:cNvSpPr/>
          <p:nvPr/>
        </p:nvSpPr>
        <p:spPr>
          <a:xfrm>
            <a:off x="3738240" y="5732640"/>
            <a:ext cx="2937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3</a:t>
            </a:r>
            <a:endParaRPr lang="nl-NL" sz="1600" b="0" strike="noStrike" spc="-1">
              <a:latin typeface="Calibri"/>
            </a:endParaRPr>
          </a:p>
        </p:txBody>
      </p:sp>
      <p:sp>
        <p:nvSpPr>
          <p:cNvPr id="578" name="CustomShape 16"/>
          <p:cNvSpPr/>
          <p:nvPr/>
        </p:nvSpPr>
        <p:spPr>
          <a:xfrm>
            <a:off x="2352600" y="5477040"/>
            <a:ext cx="738000" cy="2394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579" name="CustomShape 17"/>
          <p:cNvSpPr/>
          <p:nvPr/>
        </p:nvSpPr>
        <p:spPr>
          <a:xfrm>
            <a:off x="2279520" y="5467320"/>
            <a:ext cx="94428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Arial"/>
                <a:ea typeface="ＭＳ Ｐゴシック"/>
              </a:rPr>
              <a:t>0100 1101</a:t>
            </a:r>
            <a:endParaRPr lang="nl-NL" sz="1200" b="0" strike="noStrike" spc="-1">
              <a:latin typeface="Calibri"/>
            </a:endParaRPr>
          </a:p>
        </p:txBody>
      </p:sp>
      <p:sp>
        <p:nvSpPr>
          <p:cNvPr id="580" name="CustomShape 18"/>
          <p:cNvSpPr/>
          <p:nvPr/>
        </p:nvSpPr>
        <p:spPr>
          <a:xfrm>
            <a:off x="1943280" y="6105600"/>
            <a:ext cx="1522080" cy="516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values in arriving</a:t>
            </a:r>
            <a:endParaRPr lang="nl-NL" sz="1400" b="0" strike="noStrike" spc="-1">
              <a:latin typeface="Calibri"/>
            </a:endParaRPr>
          </a:p>
          <a:p>
            <a:pPr>
              <a:lnSpc>
                <a:spcPct val="100000"/>
              </a:lnSpc>
            </a:pPr>
            <a:r>
              <a:rPr lang="en-US" sz="1400" b="0" strike="noStrike" spc="-1">
                <a:solidFill>
                  <a:srgbClr val="000000"/>
                </a:solidFill>
                <a:latin typeface="Arial"/>
                <a:ea typeface="ＭＳ Ｐゴシック"/>
              </a:rPr>
              <a:t>packet’s header</a:t>
            </a:r>
            <a:endParaRPr lang="nl-NL" sz="1400" b="0" strike="noStrike" spc="-1">
              <a:latin typeface="Calibri"/>
            </a:endParaRPr>
          </a:p>
        </p:txBody>
      </p:sp>
      <p:grpSp>
        <p:nvGrpSpPr>
          <p:cNvPr id="581" name="Group 19"/>
          <p:cNvGrpSpPr/>
          <p:nvPr/>
        </p:nvGrpSpPr>
        <p:grpSpPr>
          <a:xfrm>
            <a:off x="2879640" y="2162160"/>
            <a:ext cx="4376520" cy="391680"/>
            <a:chOff x="2879640" y="2162160"/>
            <a:chExt cx="4376520" cy="391680"/>
          </a:xfrm>
        </p:grpSpPr>
        <p:sp>
          <p:nvSpPr>
            <p:cNvPr id="582" name="CustomShape 20"/>
            <p:cNvSpPr/>
            <p:nvPr/>
          </p:nvSpPr>
          <p:spPr>
            <a:xfrm>
              <a:off x="3147120" y="2162160"/>
              <a:ext cx="3784680" cy="391680"/>
            </a:xfrm>
            <a:prstGeom prst="ellipse">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583" name="CustomShape 21"/>
            <p:cNvSpPr/>
            <p:nvPr/>
          </p:nvSpPr>
          <p:spPr>
            <a:xfrm>
              <a:off x="2879640" y="2190240"/>
              <a:ext cx="437652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400" b="0" strike="noStrike" spc="-1">
                  <a:solidFill>
                    <a:srgbClr val="000000"/>
                  </a:solidFill>
                  <a:latin typeface="Arial"/>
                  <a:ea typeface="ＭＳ Ｐゴシック"/>
                </a:rPr>
                <a:t>logically-centralized routing controller</a:t>
              </a:r>
              <a:endParaRPr lang="nl-NL" sz="1400" b="0" strike="noStrike" spc="-1">
                <a:latin typeface="Calibri"/>
              </a:endParaRPr>
            </a:p>
          </p:txBody>
        </p:sp>
      </p:grpSp>
      <p:sp>
        <p:nvSpPr>
          <p:cNvPr id="584" name="Line 22"/>
          <p:cNvSpPr/>
          <p:nvPr/>
        </p:nvSpPr>
        <p:spPr>
          <a:xfrm flipV="1">
            <a:off x="2744640" y="5771880"/>
            <a:ext cx="0" cy="403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585" name="CustomShape 23"/>
          <p:cNvSpPr/>
          <p:nvPr/>
        </p:nvSpPr>
        <p:spPr>
          <a:xfrm flipH="1">
            <a:off x="4853160" y="4848120"/>
            <a:ext cx="407520" cy="371160"/>
          </a:xfrm>
          <a:custGeom>
            <a:avLst/>
            <a:gdLst/>
            <a:ahLst/>
            <a:cxnLst/>
            <a:rect l="l" t="t"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0">
            <a:gsLst>
              <a:gs pos="0">
                <a:srgbClr val="E6B9B8"/>
              </a:gs>
              <a:gs pos="100000">
                <a:srgbClr val="FFFFFF"/>
              </a:gs>
            </a:gsLst>
            <a:lin ang="16200000"/>
          </a:gradFill>
          <a:ln>
            <a:noFill/>
          </a:ln>
        </p:spPr>
        <p:style>
          <a:lnRef idx="0">
            <a:scrgbClr r="0" g="0" b="0"/>
          </a:lnRef>
          <a:fillRef idx="0">
            <a:scrgbClr r="0" g="0" b="0"/>
          </a:fillRef>
          <a:effectRef idx="0">
            <a:scrgbClr r="0" g="0" b="0"/>
          </a:effectRef>
          <a:fontRef idx="minor"/>
        </p:style>
      </p:sp>
      <p:sp>
        <p:nvSpPr>
          <p:cNvPr id="586" name="CustomShape 24"/>
          <p:cNvSpPr/>
          <p:nvPr/>
        </p:nvSpPr>
        <p:spPr>
          <a:xfrm flipH="1">
            <a:off x="5417280" y="5052960"/>
            <a:ext cx="396360" cy="471240"/>
          </a:xfrm>
          <a:custGeom>
            <a:avLst/>
            <a:gdLst/>
            <a:ahLst/>
            <a:cxnLst/>
            <a:rect l="l" t="t" r="r" b="b"/>
            <a:pathLst>
              <a:path w="10000" h="10000">
                <a:moveTo>
                  <a:pt x="0" y="0"/>
                </a:moveTo>
                <a:cubicBezTo>
                  <a:pt x="3229" y="5733"/>
                  <a:pt x="2358" y="5470"/>
                  <a:pt x="2755" y="9846"/>
                </a:cubicBezTo>
                <a:cubicBezTo>
                  <a:pt x="3854" y="9780"/>
                  <a:pt x="4208" y="10175"/>
                  <a:pt x="5217" y="9905"/>
                </a:cubicBezTo>
                <a:cubicBezTo>
                  <a:pt x="5361" y="4711"/>
                  <a:pt x="8316" y="3397"/>
                  <a:pt x="10000" y="48"/>
                </a:cubicBezTo>
                <a:lnTo>
                  <a:pt x="0" y="0"/>
                </a:lnTo>
                <a:close/>
              </a:path>
            </a:pathLst>
          </a:custGeom>
          <a:gradFill rotWithShape="0">
            <a:gsLst>
              <a:gs pos="0">
                <a:srgbClr val="E6B9B8"/>
              </a:gs>
              <a:gs pos="100000">
                <a:srgbClr val="FFFFFF"/>
              </a:gs>
            </a:gsLst>
            <a:lin ang="16200000"/>
          </a:gradFill>
          <a:ln>
            <a:noFill/>
          </a:ln>
        </p:spPr>
        <p:style>
          <a:lnRef idx="0">
            <a:scrgbClr r="0" g="0" b="0"/>
          </a:lnRef>
          <a:fillRef idx="0">
            <a:scrgbClr r="0" g="0" b="0"/>
          </a:fillRef>
          <a:effectRef idx="0">
            <a:scrgbClr r="0" g="0" b="0"/>
          </a:effectRef>
          <a:fontRef idx="minor"/>
        </p:style>
      </p:sp>
      <p:grpSp>
        <p:nvGrpSpPr>
          <p:cNvPr id="587" name="Group 25"/>
          <p:cNvGrpSpPr/>
          <p:nvPr/>
        </p:nvGrpSpPr>
        <p:grpSpPr>
          <a:xfrm>
            <a:off x="5345280" y="5478480"/>
            <a:ext cx="501480" cy="233280"/>
            <a:chOff x="5345280" y="5478480"/>
            <a:chExt cx="501480" cy="233280"/>
          </a:xfrm>
        </p:grpSpPr>
        <p:sp>
          <p:nvSpPr>
            <p:cNvPr id="588" name="CustomShape 26"/>
            <p:cNvSpPr/>
            <p:nvPr/>
          </p:nvSpPr>
          <p:spPr>
            <a:xfrm>
              <a:off x="5349240" y="558396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589" name="Line 27"/>
            <p:cNvSpPr/>
            <p:nvPr/>
          </p:nvSpPr>
          <p:spPr>
            <a:xfrm>
              <a:off x="5349240" y="55717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590" name="Line 28"/>
            <p:cNvSpPr/>
            <p:nvPr/>
          </p:nvSpPr>
          <p:spPr>
            <a:xfrm>
              <a:off x="5846760" y="55717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591" name="CustomShape 29"/>
            <p:cNvSpPr/>
            <p:nvPr/>
          </p:nvSpPr>
          <p:spPr>
            <a:xfrm>
              <a:off x="5349240" y="557172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592" name="CustomShape 30"/>
            <p:cNvSpPr/>
            <p:nvPr/>
          </p:nvSpPr>
          <p:spPr>
            <a:xfrm>
              <a:off x="5345280" y="547848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593" name="Group 31"/>
            <p:cNvGrpSpPr/>
            <p:nvPr/>
          </p:nvGrpSpPr>
          <p:grpSpPr>
            <a:xfrm>
              <a:off x="5464800" y="5511600"/>
              <a:ext cx="246600" cy="86400"/>
              <a:chOff x="5464800" y="5511600"/>
              <a:chExt cx="246600" cy="86400"/>
            </a:xfrm>
          </p:grpSpPr>
          <p:sp>
            <p:nvSpPr>
              <p:cNvPr id="594" name="Line 32"/>
              <p:cNvSpPr/>
              <p:nvPr/>
            </p:nvSpPr>
            <p:spPr>
              <a:xfrm flipV="1">
                <a:off x="5464800" y="551160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95" name="Line 33"/>
              <p:cNvSpPr/>
              <p:nvPr/>
            </p:nvSpPr>
            <p:spPr>
              <a:xfrm>
                <a:off x="5634000" y="55969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96" name="Line 34"/>
              <p:cNvSpPr/>
              <p:nvPr/>
            </p:nvSpPr>
            <p:spPr>
              <a:xfrm>
                <a:off x="5545800" y="5513400"/>
                <a:ext cx="9180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597" name="Group 35"/>
            <p:cNvGrpSpPr/>
            <p:nvPr/>
          </p:nvGrpSpPr>
          <p:grpSpPr>
            <a:xfrm>
              <a:off x="5464800" y="5510160"/>
              <a:ext cx="246600" cy="90000"/>
              <a:chOff x="5464800" y="5510160"/>
              <a:chExt cx="246600" cy="90000"/>
            </a:xfrm>
          </p:grpSpPr>
          <p:sp>
            <p:nvSpPr>
              <p:cNvPr id="598" name="Line 36"/>
              <p:cNvSpPr/>
              <p:nvPr/>
            </p:nvSpPr>
            <p:spPr>
              <a:xfrm>
                <a:off x="5464800" y="559656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99" name="Line 37"/>
              <p:cNvSpPr/>
              <p:nvPr/>
            </p:nvSpPr>
            <p:spPr>
              <a:xfrm>
                <a:off x="5634000" y="551016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00" name="Line 38"/>
              <p:cNvSpPr/>
              <p:nvPr/>
            </p:nvSpPr>
            <p:spPr>
              <a:xfrm flipV="1">
                <a:off x="5545800" y="551016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sp>
        <p:nvSpPr>
          <p:cNvPr id="601" name="CustomShape 39"/>
          <p:cNvSpPr/>
          <p:nvPr/>
        </p:nvSpPr>
        <p:spPr>
          <a:xfrm flipH="1">
            <a:off x="5707800" y="5572080"/>
            <a:ext cx="347400" cy="560160"/>
          </a:xfrm>
          <a:custGeom>
            <a:avLst/>
            <a:gdLst/>
            <a:ahLst/>
            <a:cxnLst/>
            <a:rect l="l" t="t" r="r" b="b"/>
            <a:pathLst>
              <a:path w="10174" h="12711">
                <a:moveTo>
                  <a:pt x="174" y="9049"/>
                </a:moveTo>
                <a:cubicBezTo>
                  <a:pt x="4475" y="9662"/>
                  <a:pt x="4372" y="8900"/>
                  <a:pt x="9897" y="12711"/>
                </a:cubicBezTo>
                <a:cubicBezTo>
                  <a:pt x="9952" y="11889"/>
                  <a:pt x="9533" y="10766"/>
                  <a:pt x="10174" y="10500"/>
                </a:cubicBezTo>
                <a:cubicBezTo>
                  <a:pt x="2742" y="6806"/>
                  <a:pt x="2583" y="3892"/>
                  <a:pt x="53" y="0"/>
                </a:cubicBezTo>
                <a:cubicBezTo>
                  <a:pt x="-167" y="3529"/>
                  <a:pt x="382" y="5436"/>
                  <a:pt x="174" y="9049"/>
                </a:cubicBezTo>
                <a:close/>
              </a:path>
            </a:pathLst>
          </a:custGeom>
          <a:gradFill rotWithShape="0">
            <a:gsLst>
              <a:gs pos="0">
                <a:srgbClr val="E6B9B8"/>
              </a:gs>
              <a:gs pos="100000">
                <a:srgbClr val="FFFFFF"/>
              </a:gs>
            </a:gsLst>
            <a:lin ang="0"/>
          </a:gradFill>
          <a:ln>
            <a:noFill/>
          </a:ln>
        </p:spPr>
        <p:style>
          <a:lnRef idx="0">
            <a:scrgbClr r="0" g="0" b="0"/>
          </a:lnRef>
          <a:fillRef idx="0">
            <a:scrgbClr r="0" g="0" b="0"/>
          </a:fillRef>
          <a:effectRef idx="0">
            <a:scrgbClr r="0" g="0" b="0"/>
          </a:effectRef>
          <a:fontRef idx="minor"/>
        </p:style>
      </p:sp>
      <p:sp>
        <p:nvSpPr>
          <p:cNvPr id="602" name="CustomShape 40"/>
          <p:cNvSpPr/>
          <p:nvPr/>
        </p:nvSpPr>
        <p:spPr>
          <a:xfrm flipH="1">
            <a:off x="2563200" y="5051520"/>
            <a:ext cx="2145960" cy="453600"/>
          </a:xfrm>
          <a:custGeom>
            <a:avLst/>
            <a:gdLst/>
            <a:ahLst/>
            <a:cxnLst/>
            <a:rect l="l" t="t" r="r" b="b"/>
            <a:pathLst>
              <a:path w="37155" h="18057">
                <a:moveTo>
                  <a:pt x="0" y="0"/>
                </a:moveTo>
                <a:cubicBezTo>
                  <a:pt x="3957" y="3493"/>
                  <a:pt x="10944" y="13279"/>
                  <a:pt x="12469" y="17862"/>
                </a:cubicBezTo>
                <a:cubicBezTo>
                  <a:pt x="13224" y="17777"/>
                  <a:pt x="15473" y="18279"/>
                  <a:pt x="16166" y="17936"/>
                </a:cubicBezTo>
                <a:cubicBezTo>
                  <a:pt x="15778" y="12531"/>
                  <a:pt x="29146" y="3783"/>
                  <a:pt x="37155" y="50"/>
                </a:cubicBezTo>
                <a:lnTo>
                  <a:pt x="0" y="0"/>
                </a:lnTo>
                <a:close/>
              </a:path>
            </a:pathLst>
          </a:custGeom>
          <a:gradFill rotWithShape="0">
            <a:gsLst>
              <a:gs pos="0">
                <a:srgbClr val="E6B9B8"/>
              </a:gs>
              <a:gs pos="100000">
                <a:srgbClr val="FFFFFF"/>
              </a:gs>
            </a:gsLst>
            <a:lin ang="16200000"/>
          </a:gradFill>
          <a:ln>
            <a:noFill/>
          </a:ln>
        </p:spPr>
        <p:style>
          <a:lnRef idx="0">
            <a:scrgbClr r="0" g="0" b="0"/>
          </a:lnRef>
          <a:fillRef idx="0">
            <a:scrgbClr r="0" g="0" b="0"/>
          </a:fillRef>
          <a:effectRef idx="0">
            <a:scrgbClr r="0" g="0" b="0"/>
          </a:effectRef>
          <a:fontRef idx="minor"/>
        </p:style>
      </p:sp>
      <p:sp>
        <p:nvSpPr>
          <p:cNvPr id="603" name="CustomShape 41"/>
          <p:cNvSpPr/>
          <p:nvPr/>
        </p:nvSpPr>
        <p:spPr>
          <a:xfrm>
            <a:off x="4074840" y="52214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1</a:t>
            </a:r>
            <a:endParaRPr lang="nl-NL" sz="1800" b="0" strike="noStrike" spc="-1">
              <a:latin typeface="Calibri"/>
            </a:endParaRPr>
          </a:p>
        </p:txBody>
      </p:sp>
      <p:grpSp>
        <p:nvGrpSpPr>
          <p:cNvPr id="604" name="Group 42"/>
          <p:cNvGrpSpPr/>
          <p:nvPr/>
        </p:nvGrpSpPr>
        <p:grpSpPr>
          <a:xfrm>
            <a:off x="3648240" y="5500800"/>
            <a:ext cx="501480" cy="232920"/>
            <a:chOff x="3648240" y="5500800"/>
            <a:chExt cx="501480" cy="232920"/>
          </a:xfrm>
        </p:grpSpPr>
        <p:sp>
          <p:nvSpPr>
            <p:cNvPr id="605" name="CustomShape 43"/>
            <p:cNvSpPr/>
            <p:nvPr/>
          </p:nvSpPr>
          <p:spPr>
            <a:xfrm>
              <a:off x="3652200" y="560592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06" name="Line 44"/>
            <p:cNvSpPr/>
            <p:nvPr/>
          </p:nvSpPr>
          <p:spPr>
            <a:xfrm>
              <a:off x="3652200" y="5593680"/>
              <a:ext cx="0" cy="8028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07" name="Line 45"/>
            <p:cNvSpPr/>
            <p:nvPr/>
          </p:nvSpPr>
          <p:spPr>
            <a:xfrm>
              <a:off x="4149720" y="5593680"/>
              <a:ext cx="0" cy="8028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08" name="CustomShape 46"/>
            <p:cNvSpPr/>
            <p:nvPr/>
          </p:nvSpPr>
          <p:spPr>
            <a:xfrm>
              <a:off x="3652200" y="559404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09" name="CustomShape 47"/>
            <p:cNvSpPr/>
            <p:nvPr/>
          </p:nvSpPr>
          <p:spPr>
            <a:xfrm>
              <a:off x="3648240" y="550080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10" name="Group 48"/>
            <p:cNvGrpSpPr/>
            <p:nvPr/>
          </p:nvGrpSpPr>
          <p:grpSpPr>
            <a:xfrm>
              <a:off x="3767760" y="5533920"/>
              <a:ext cx="246600" cy="86040"/>
              <a:chOff x="3767760" y="5533920"/>
              <a:chExt cx="246600" cy="86040"/>
            </a:xfrm>
          </p:grpSpPr>
          <p:sp>
            <p:nvSpPr>
              <p:cNvPr id="611" name="Line 49"/>
              <p:cNvSpPr/>
              <p:nvPr/>
            </p:nvSpPr>
            <p:spPr>
              <a:xfrm flipV="1">
                <a:off x="3767760" y="553392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2" name="Line 50"/>
              <p:cNvSpPr/>
              <p:nvPr/>
            </p:nvSpPr>
            <p:spPr>
              <a:xfrm>
                <a:off x="3936960" y="561924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3" name="Line 51"/>
              <p:cNvSpPr/>
              <p:nvPr/>
            </p:nvSpPr>
            <p:spPr>
              <a:xfrm>
                <a:off x="3848760" y="5535720"/>
                <a:ext cx="91800" cy="8424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14" name="Group 52"/>
            <p:cNvGrpSpPr/>
            <p:nvPr/>
          </p:nvGrpSpPr>
          <p:grpSpPr>
            <a:xfrm>
              <a:off x="3767760" y="5532480"/>
              <a:ext cx="246600" cy="90000"/>
              <a:chOff x="3767760" y="5532480"/>
              <a:chExt cx="246600" cy="90000"/>
            </a:xfrm>
          </p:grpSpPr>
          <p:sp>
            <p:nvSpPr>
              <p:cNvPr id="615" name="Line 53"/>
              <p:cNvSpPr/>
              <p:nvPr/>
            </p:nvSpPr>
            <p:spPr>
              <a:xfrm>
                <a:off x="3767760" y="561888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6" name="Line 54"/>
              <p:cNvSpPr/>
              <p:nvPr/>
            </p:nvSpPr>
            <p:spPr>
              <a:xfrm>
                <a:off x="3936960" y="553248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17" name="Line 55"/>
              <p:cNvSpPr/>
              <p:nvPr/>
            </p:nvSpPr>
            <p:spPr>
              <a:xfrm flipV="1">
                <a:off x="3848760" y="553248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sp>
        <p:nvSpPr>
          <p:cNvPr id="618" name="CustomShape 56"/>
          <p:cNvSpPr/>
          <p:nvPr/>
        </p:nvSpPr>
        <p:spPr>
          <a:xfrm>
            <a:off x="3581280" y="5621400"/>
            <a:ext cx="982440" cy="215640"/>
          </a:xfrm>
          <a:custGeom>
            <a:avLst/>
            <a:gdLst/>
            <a:ahLst/>
            <a:cxnLst/>
            <a:rect l="l" t="t" r="r" b="b"/>
            <a:pathLst>
              <a:path w="10042" h="10522">
                <a:moveTo>
                  <a:pt x="0" y="142"/>
                </a:moveTo>
                <a:cubicBezTo>
                  <a:pt x="3431" y="-228"/>
                  <a:pt x="4080" y="76"/>
                  <a:pt x="5443" y="1698"/>
                </a:cubicBezTo>
                <a:cubicBezTo>
                  <a:pt x="6937" y="3705"/>
                  <a:pt x="9198" y="6895"/>
                  <a:pt x="10042" y="10522"/>
                </a:cubicBezTo>
              </a:path>
            </a:pathLst>
          </a:custGeom>
          <a:noFill/>
          <a:ln w="57240">
            <a:solidFill>
              <a:srgbClr val="FF3300"/>
            </a:solidFill>
            <a:round/>
            <a:tailEnd type="triangle" w="med" len="med"/>
          </a:ln>
        </p:spPr>
        <p:style>
          <a:lnRef idx="0">
            <a:scrgbClr r="0" g="0" b="0"/>
          </a:lnRef>
          <a:fillRef idx="0">
            <a:scrgbClr r="0" g="0" b="0"/>
          </a:fillRef>
          <a:effectRef idx="0">
            <a:scrgbClr r="0" g="0" b="0"/>
          </a:effectRef>
          <a:fontRef idx="minor"/>
        </p:style>
      </p:sp>
      <p:sp>
        <p:nvSpPr>
          <p:cNvPr id="619" name="Line 57"/>
          <p:cNvSpPr/>
          <p:nvPr/>
        </p:nvSpPr>
        <p:spPr>
          <a:xfrm>
            <a:off x="2736720" y="5473440"/>
            <a:ext cx="7920" cy="2383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20" name="CustomShape 58"/>
          <p:cNvSpPr/>
          <p:nvPr/>
        </p:nvSpPr>
        <p:spPr>
          <a:xfrm flipH="1">
            <a:off x="4479840" y="6084720"/>
            <a:ext cx="2180880" cy="396360"/>
          </a:xfrm>
          <a:custGeom>
            <a:avLst/>
            <a:gdLst/>
            <a:ahLst/>
            <a:cxnLst/>
            <a:rect l="l" t="t" r="r" b="b"/>
            <a:pathLst>
              <a:path w="10041" h="9117">
                <a:moveTo>
                  <a:pt x="0" y="9005"/>
                </a:moveTo>
                <a:cubicBezTo>
                  <a:pt x="940" y="9678"/>
                  <a:pt x="2065" y="7058"/>
                  <a:pt x="10000" y="8150"/>
                </a:cubicBezTo>
                <a:cubicBezTo>
                  <a:pt x="10012" y="7247"/>
                  <a:pt x="9901" y="6483"/>
                  <a:pt x="10041" y="6191"/>
                </a:cubicBezTo>
                <a:cubicBezTo>
                  <a:pt x="3022" y="5602"/>
                  <a:pt x="1166" y="4276"/>
                  <a:pt x="613" y="0"/>
                </a:cubicBezTo>
                <a:cubicBezTo>
                  <a:pt x="564" y="3878"/>
                  <a:pt x="46" y="5035"/>
                  <a:pt x="0" y="9005"/>
                </a:cubicBezTo>
                <a:close/>
              </a:path>
            </a:pathLst>
          </a:custGeom>
          <a:gradFill rotWithShape="0">
            <a:gsLst>
              <a:gs pos="0">
                <a:srgbClr val="E6B9B8">
                  <a:alpha val="61176"/>
                </a:srgbClr>
              </a:gs>
              <a:gs pos="100000">
                <a:srgbClr val="FFFFFF"/>
              </a:gs>
            </a:gsLst>
            <a:lin ang="0"/>
          </a:gradFill>
          <a:ln>
            <a:noFill/>
          </a:ln>
        </p:spPr>
        <p:style>
          <a:lnRef idx="0">
            <a:scrgbClr r="0" g="0" b="0"/>
          </a:lnRef>
          <a:fillRef idx="0">
            <a:scrgbClr r="0" g="0" b="0"/>
          </a:fillRef>
          <a:effectRef idx="0">
            <a:scrgbClr r="0" g="0" b="0"/>
          </a:effectRef>
          <a:fontRef idx="minor"/>
        </p:style>
      </p:sp>
      <p:grpSp>
        <p:nvGrpSpPr>
          <p:cNvPr id="621" name="Group 59"/>
          <p:cNvGrpSpPr/>
          <p:nvPr/>
        </p:nvGrpSpPr>
        <p:grpSpPr>
          <a:xfrm>
            <a:off x="4000680" y="6242040"/>
            <a:ext cx="501120" cy="233280"/>
            <a:chOff x="4000680" y="6242040"/>
            <a:chExt cx="501120" cy="233280"/>
          </a:xfrm>
        </p:grpSpPr>
        <p:sp>
          <p:nvSpPr>
            <p:cNvPr id="622" name="CustomShape 60"/>
            <p:cNvSpPr/>
            <p:nvPr/>
          </p:nvSpPr>
          <p:spPr>
            <a:xfrm>
              <a:off x="4004640" y="634752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23" name="Line 61"/>
            <p:cNvSpPr/>
            <p:nvPr/>
          </p:nvSpPr>
          <p:spPr>
            <a:xfrm>
              <a:off x="4004640" y="633528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24" name="Line 62"/>
            <p:cNvSpPr/>
            <p:nvPr/>
          </p:nvSpPr>
          <p:spPr>
            <a:xfrm>
              <a:off x="4501800" y="633528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25" name="CustomShape 63"/>
            <p:cNvSpPr/>
            <p:nvPr/>
          </p:nvSpPr>
          <p:spPr>
            <a:xfrm>
              <a:off x="4004640" y="633528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26" name="CustomShape 64"/>
            <p:cNvSpPr/>
            <p:nvPr/>
          </p:nvSpPr>
          <p:spPr>
            <a:xfrm>
              <a:off x="4000680" y="624204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27" name="Group 65"/>
            <p:cNvGrpSpPr/>
            <p:nvPr/>
          </p:nvGrpSpPr>
          <p:grpSpPr>
            <a:xfrm>
              <a:off x="4120200" y="6275160"/>
              <a:ext cx="246600" cy="86400"/>
              <a:chOff x="4120200" y="6275160"/>
              <a:chExt cx="246600" cy="86400"/>
            </a:xfrm>
          </p:grpSpPr>
          <p:sp>
            <p:nvSpPr>
              <p:cNvPr id="628" name="Line 66"/>
              <p:cNvSpPr/>
              <p:nvPr/>
            </p:nvSpPr>
            <p:spPr>
              <a:xfrm flipV="1">
                <a:off x="4120200" y="627516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29" name="Line 67"/>
              <p:cNvSpPr/>
              <p:nvPr/>
            </p:nvSpPr>
            <p:spPr>
              <a:xfrm>
                <a:off x="4289400" y="636048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30" name="Line 68"/>
              <p:cNvSpPr/>
              <p:nvPr/>
            </p:nvSpPr>
            <p:spPr>
              <a:xfrm>
                <a:off x="4201200" y="6276960"/>
                <a:ext cx="9144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31" name="Group 69"/>
            <p:cNvGrpSpPr/>
            <p:nvPr/>
          </p:nvGrpSpPr>
          <p:grpSpPr>
            <a:xfrm>
              <a:off x="4120200" y="6273720"/>
              <a:ext cx="246600" cy="90000"/>
              <a:chOff x="4120200" y="6273720"/>
              <a:chExt cx="246600" cy="90000"/>
            </a:xfrm>
          </p:grpSpPr>
          <p:sp>
            <p:nvSpPr>
              <p:cNvPr id="632" name="Line 70"/>
              <p:cNvSpPr/>
              <p:nvPr/>
            </p:nvSpPr>
            <p:spPr>
              <a:xfrm>
                <a:off x="4120200" y="636012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33" name="Line 71"/>
              <p:cNvSpPr/>
              <p:nvPr/>
            </p:nvSpPr>
            <p:spPr>
              <a:xfrm>
                <a:off x="4289400" y="62737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34" name="Line 72"/>
              <p:cNvSpPr/>
              <p:nvPr/>
            </p:nvSpPr>
            <p:spPr>
              <a:xfrm flipV="1">
                <a:off x="4201200" y="6273720"/>
                <a:ext cx="9144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sp>
        <p:nvSpPr>
          <p:cNvPr id="635" name="Line 73"/>
          <p:cNvSpPr/>
          <p:nvPr/>
        </p:nvSpPr>
        <p:spPr>
          <a:xfrm>
            <a:off x="1361880" y="3261960"/>
            <a:ext cx="585648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sp>
        <p:nvSpPr>
          <p:cNvPr id="636" name="CustomShape 74"/>
          <p:cNvSpPr/>
          <p:nvPr/>
        </p:nvSpPr>
        <p:spPr>
          <a:xfrm>
            <a:off x="1210680" y="2827440"/>
            <a:ext cx="13438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control plane</a:t>
            </a:r>
            <a:endParaRPr lang="nl-NL" sz="1600" b="0" strike="noStrike" spc="-1">
              <a:latin typeface="Calibri"/>
            </a:endParaRPr>
          </a:p>
        </p:txBody>
      </p:sp>
      <p:sp>
        <p:nvSpPr>
          <p:cNvPr id="637" name="CustomShape 75"/>
          <p:cNvSpPr/>
          <p:nvPr/>
        </p:nvSpPr>
        <p:spPr>
          <a:xfrm>
            <a:off x="1224360" y="3313080"/>
            <a:ext cx="11289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data plane</a:t>
            </a:r>
            <a:endParaRPr lang="nl-NL" sz="1600" b="0" strike="noStrike" spc="-1">
              <a:latin typeface="Calibri"/>
            </a:endParaRPr>
          </a:p>
        </p:txBody>
      </p:sp>
      <p:sp>
        <p:nvSpPr>
          <p:cNvPr id="638" name="CustomShape 76"/>
          <p:cNvSpPr/>
          <p:nvPr/>
        </p:nvSpPr>
        <p:spPr>
          <a:xfrm rot="5400000">
            <a:off x="3175200" y="3047760"/>
            <a:ext cx="991800" cy="122040"/>
          </a:xfrm>
          <a:prstGeom prst="rightArrow">
            <a:avLst>
              <a:gd name="adj1" fmla="val 51167"/>
              <a:gd name="adj2" fmla="val 83902"/>
            </a:avLst>
          </a:prstGeom>
          <a:solidFill>
            <a:schemeClr val="accent1">
              <a:lumMod val="50000"/>
            </a:schemeClr>
          </a:solidFill>
          <a:ln w="9360">
            <a:noFill/>
          </a:ln>
        </p:spPr>
        <p:style>
          <a:lnRef idx="0">
            <a:scrgbClr r="0" g="0" b="0"/>
          </a:lnRef>
          <a:fillRef idx="0">
            <a:scrgbClr r="0" g="0" b="0"/>
          </a:fillRef>
          <a:effectRef idx="0">
            <a:scrgbClr r="0" g="0" b="0"/>
          </a:effectRef>
          <a:fontRef idx="minor"/>
        </p:style>
      </p:sp>
      <p:sp>
        <p:nvSpPr>
          <p:cNvPr id="639" name="CustomShape 77"/>
          <p:cNvSpPr/>
          <p:nvPr/>
        </p:nvSpPr>
        <p:spPr>
          <a:xfrm>
            <a:off x="4968720" y="5416560"/>
            <a:ext cx="474480" cy="582120"/>
          </a:xfrm>
          <a:custGeom>
            <a:avLst/>
            <a:gdLst/>
            <a:ahLst/>
            <a:cxnLst/>
            <a:rect l="l" t="t" r="r" b="b"/>
            <a:pathLst>
              <a:path w="318" h="194">
                <a:moveTo>
                  <a:pt x="0" y="0"/>
                </a:moveTo>
                <a:lnTo>
                  <a:pt x="318" y="194"/>
                </a:lnTo>
              </a:path>
            </a:pathLst>
          </a:custGeom>
          <a:noFill/>
          <a:ln w="12600">
            <a:solidFill>
              <a:schemeClr val="tx1"/>
            </a:solidFill>
            <a:round/>
          </a:ln>
        </p:spPr>
        <p:style>
          <a:lnRef idx="0">
            <a:scrgbClr r="0" g="0" b="0"/>
          </a:lnRef>
          <a:fillRef idx="0">
            <a:scrgbClr r="0" g="0" b="0"/>
          </a:fillRef>
          <a:effectRef idx="0">
            <a:scrgbClr r="0" g="0" b="0"/>
          </a:effectRef>
          <a:fontRef idx="minor"/>
        </p:style>
      </p:sp>
      <p:grpSp>
        <p:nvGrpSpPr>
          <p:cNvPr id="640" name="Group 78"/>
          <p:cNvGrpSpPr/>
          <p:nvPr/>
        </p:nvGrpSpPr>
        <p:grpSpPr>
          <a:xfrm>
            <a:off x="4675320" y="5195880"/>
            <a:ext cx="501480" cy="233280"/>
            <a:chOff x="4675320" y="5195880"/>
            <a:chExt cx="501480" cy="233280"/>
          </a:xfrm>
        </p:grpSpPr>
        <p:sp>
          <p:nvSpPr>
            <p:cNvPr id="641" name="CustomShape 79"/>
            <p:cNvSpPr/>
            <p:nvPr/>
          </p:nvSpPr>
          <p:spPr>
            <a:xfrm>
              <a:off x="4679280" y="530136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42" name="Line 80"/>
            <p:cNvSpPr/>
            <p:nvPr/>
          </p:nvSpPr>
          <p:spPr>
            <a:xfrm>
              <a:off x="4679280" y="52891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43" name="Line 81"/>
            <p:cNvSpPr/>
            <p:nvPr/>
          </p:nvSpPr>
          <p:spPr>
            <a:xfrm>
              <a:off x="5176800" y="52891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44" name="CustomShape 82"/>
            <p:cNvSpPr/>
            <p:nvPr/>
          </p:nvSpPr>
          <p:spPr>
            <a:xfrm>
              <a:off x="4679280" y="528912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45" name="CustomShape 83"/>
            <p:cNvSpPr/>
            <p:nvPr/>
          </p:nvSpPr>
          <p:spPr>
            <a:xfrm>
              <a:off x="4675320" y="519588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46" name="Group 84"/>
            <p:cNvGrpSpPr/>
            <p:nvPr/>
          </p:nvGrpSpPr>
          <p:grpSpPr>
            <a:xfrm>
              <a:off x="4794840" y="5229000"/>
              <a:ext cx="246600" cy="86400"/>
              <a:chOff x="4794840" y="5229000"/>
              <a:chExt cx="246600" cy="86400"/>
            </a:xfrm>
          </p:grpSpPr>
          <p:sp>
            <p:nvSpPr>
              <p:cNvPr id="647" name="Line 85"/>
              <p:cNvSpPr/>
              <p:nvPr/>
            </p:nvSpPr>
            <p:spPr>
              <a:xfrm flipV="1">
                <a:off x="4794840" y="522900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48" name="Line 86"/>
              <p:cNvSpPr/>
              <p:nvPr/>
            </p:nvSpPr>
            <p:spPr>
              <a:xfrm>
                <a:off x="4964040" y="53143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49" name="Line 87"/>
              <p:cNvSpPr/>
              <p:nvPr/>
            </p:nvSpPr>
            <p:spPr>
              <a:xfrm>
                <a:off x="4875840" y="5230800"/>
                <a:ext cx="9180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50" name="Group 88"/>
            <p:cNvGrpSpPr/>
            <p:nvPr/>
          </p:nvGrpSpPr>
          <p:grpSpPr>
            <a:xfrm>
              <a:off x="4794840" y="5227560"/>
              <a:ext cx="246600" cy="90000"/>
              <a:chOff x="4794840" y="5227560"/>
              <a:chExt cx="246600" cy="90000"/>
            </a:xfrm>
          </p:grpSpPr>
          <p:sp>
            <p:nvSpPr>
              <p:cNvPr id="651" name="Line 89"/>
              <p:cNvSpPr/>
              <p:nvPr/>
            </p:nvSpPr>
            <p:spPr>
              <a:xfrm>
                <a:off x="4794840" y="531396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52" name="Line 90"/>
              <p:cNvSpPr/>
              <p:nvPr/>
            </p:nvSpPr>
            <p:spPr>
              <a:xfrm>
                <a:off x="4964040" y="522756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53" name="Line 91"/>
              <p:cNvSpPr/>
              <p:nvPr/>
            </p:nvSpPr>
            <p:spPr>
              <a:xfrm flipV="1">
                <a:off x="4875840" y="522756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grpSp>
        <p:nvGrpSpPr>
          <p:cNvPr id="654" name="Group 92"/>
          <p:cNvGrpSpPr/>
          <p:nvPr/>
        </p:nvGrpSpPr>
        <p:grpSpPr>
          <a:xfrm>
            <a:off x="5226120" y="5962680"/>
            <a:ext cx="501480" cy="233280"/>
            <a:chOff x="5226120" y="5962680"/>
            <a:chExt cx="501480" cy="233280"/>
          </a:xfrm>
        </p:grpSpPr>
        <p:sp>
          <p:nvSpPr>
            <p:cNvPr id="655" name="CustomShape 93"/>
            <p:cNvSpPr/>
            <p:nvPr/>
          </p:nvSpPr>
          <p:spPr>
            <a:xfrm>
              <a:off x="5230080" y="6068160"/>
              <a:ext cx="497160" cy="12780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sp>
          <p:nvSpPr>
            <p:cNvPr id="656" name="Line 94"/>
            <p:cNvSpPr/>
            <p:nvPr/>
          </p:nvSpPr>
          <p:spPr>
            <a:xfrm>
              <a:off x="5230080" y="60559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57" name="Line 95"/>
            <p:cNvSpPr/>
            <p:nvPr/>
          </p:nvSpPr>
          <p:spPr>
            <a:xfrm>
              <a:off x="5727600" y="6055920"/>
              <a:ext cx="0" cy="79920"/>
            </a:xfrm>
            <a:prstGeom prst="line">
              <a:avLst/>
            </a:prstGeom>
            <a:ln w="12600">
              <a:solidFill>
                <a:schemeClr val="tx1"/>
              </a:solidFill>
              <a:round/>
            </a:ln>
          </p:spPr>
          <p:style>
            <a:lnRef idx="0">
              <a:scrgbClr r="0" g="0" b="0"/>
            </a:lnRef>
            <a:fillRef idx="0">
              <a:scrgbClr r="0" g="0" b="0"/>
            </a:fillRef>
            <a:effectRef idx="0">
              <a:scrgbClr r="0" g="0" b="0"/>
            </a:effectRef>
            <a:fontRef idx="minor"/>
          </p:style>
        </p:sp>
        <p:sp>
          <p:nvSpPr>
            <p:cNvPr id="658" name="CustomShape 96"/>
            <p:cNvSpPr/>
            <p:nvPr/>
          </p:nvSpPr>
          <p:spPr>
            <a:xfrm>
              <a:off x="5230080" y="6055920"/>
              <a:ext cx="490320" cy="77040"/>
            </a:xfrm>
            <a:prstGeom prst="rect">
              <a:avLst/>
            </a:prstGeom>
            <a:solidFill>
              <a:schemeClr val="hlink"/>
            </a:solidFill>
            <a:ln>
              <a:noFill/>
            </a:ln>
          </p:spPr>
          <p:style>
            <a:lnRef idx="0">
              <a:scrgbClr r="0" g="0" b="0"/>
            </a:lnRef>
            <a:fillRef idx="0">
              <a:scrgbClr r="0" g="0" b="0"/>
            </a:fillRef>
            <a:effectRef idx="0">
              <a:scrgbClr r="0" g="0" b="0"/>
            </a:effectRef>
            <a:fontRef idx="minor"/>
          </p:style>
        </p:sp>
        <p:sp>
          <p:nvSpPr>
            <p:cNvPr id="659" name="CustomShape 97"/>
            <p:cNvSpPr/>
            <p:nvPr/>
          </p:nvSpPr>
          <p:spPr>
            <a:xfrm>
              <a:off x="5226120" y="5962680"/>
              <a:ext cx="497160" cy="150480"/>
            </a:xfrm>
            <a:prstGeom prst="ellipse">
              <a:avLst/>
            </a:prstGeom>
            <a:solidFill>
              <a:schemeClr val="hlink"/>
            </a:solidFill>
            <a:ln w="12600">
              <a:solidFill>
                <a:schemeClr val="tx1"/>
              </a:solidFill>
              <a:round/>
            </a:ln>
          </p:spPr>
          <p:style>
            <a:lnRef idx="0">
              <a:scrgbClr r="0" g="0" b="0"/>
            </a:lnRef>
            <a:fillRef idx="0">
              <a:scrgbClr r="0" g="0" b="0"/>
            </a:fillRef>
            <a:effectRef idx="0">
              <a:scrgbClr r="0" g="0" b="0"/>
            </a:effectRef>
            <a:fontRef idx="minor"/>
          </p:style>
        </p:sp>
        <p:grpSp>
          <p:nvGrpSpPr>
            <p:cNvPr id="660" name="Group 98"/>
            <p:cNvGrpSpPr/>
            <p:nvPr/>
          </p:nvGrpSpPr>
          <p:grpSpPr>
            <a:xfrm>
              <a:off x="5345640" y="5995800"/>
              <a:ext cx="246600" cy="86400"/>
              <a:chOff x="5345640" y="5995800"/>
              <a:chExt cx="246600" cy="86400"/>
            </a:xfrm>
          </p:grpSpPr>
          <p:sp>
            <p:nvSpPr>
              <p:cNvPr id="661" name="Line 99"/>
              <p:cNvSpPr/>
              <p:nvPr/>
            </p:nvSpPr>
            <p:spPr>
              <a:xfrm flipV="1">
                <a:off x="5345640" y="5995800"/>
                <a:ext cx="88200" cy="18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2" name="Line 100"/>
              <p:cNvSpPr/>
              <p:nvPr/>
            </p:nvSpPr>
            <p:spPr>
              <a:xfrm>
                <a:off x="5514840" y="608112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3" name="Line 101"/>
              <p:cNvSpPr/>
              <p:nvPr/>
            </p:nvSpPr>
            <p:spPr>
              <a:xfrm>
                <a:off x="5426640" y="5997600"/>
                <a:ext cx="91800" cy="8460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664" name="Group 102"/>
            <p:cNvGrpSpPr/>
            <p:nvPr/>
          </p:nvGrpSpPr>
          <p:grpSpPr>
            <a:xfrm>
              <a:off x="5345640" y="5994360"/>
              <a:ext cx="246600" cy="90000"/>
              <a:chOff x="5345640" y="5994360"/>
              <a:chExt cx="246600" cy="90000"/>
            </a:xfrm>
          </p:grpSpPr>
          <p:sp>
            <p:nvSpPr>
              <p:cNvPr id="665" name="Line 103"/>
              <p:cNvSpPr/>
              <p:nvPr/>
            </p:nvSpPr>
            <p:spPr>
              <a:xfrm>
                <a:off x="5345640" y="6080760"/>
                <a:ext cx="88200" cy="360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6" name="Line 104"/>
              <p:cNvSpPr/>
              <p:nvPr/>
            </p:nvSpPr>
            <p:spPr>
              <a:xfrm>
                <a:off x="5514840" y="5994360"/>
                <a:ext cx="77400" cy="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67" name="Line 105"/>
              <p:cNvSpPr/>
              <p:nvPr/>
            </p:nvSpPr>
            <p:spPr>
              <a:xfrm flipV="1">
                <a:off x="5426640" y="5994360"/>
                <a:ext cx="91800" cy="8712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sp>
        <p:nvSpPr>
          <p:cNvPr id="668" name="CustomShape 106"/>
          <p:cNvSpPr/>
          <p:nvPr/>
        </p:nvSpPr>
        <p:spPr>
          <a:xfrm>
            <a:off x="401760" y="1087560"/>
            <a:ext cx="7832520" cy="1186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0" strike="noStrike" spc="-1">
                <a:solidFill>
                  <a:srgbClr val="000000"/>
                </a:solidFill>
                <a:latin typeface="Gill Sans MT"/>
                <a:ea typeface="ＭＳ Ｐゴシック"/>
              </a:rPr>
              <a:t>Each router contains a </a:t>
            </a:r>
            <a:r>
              <a:rPr lang="en-US" sz="2400" b="0" i="1" strike="noStrike" spc="-1">
                <a:solidFill>
                  <a:srgbClr val="CC0000"/>
                </a:solidFill>
                <a:latin typeface="Gill Sans MT"/>
                <a:ea typeface="ＭＳ Ｐゴシック"/>
              </a:rPr>
              <a:t>flow table </a:t>
            </a:r>
            <a:r>
              <a:rPr lang="en-US" sz="2400" b="0" strike="noStrike" spc="-1">
                <a:solidFill>
                  <a:srgbClr val="000000"/>
                </a:solidFill>
                <a:latin typeface="Gill Sans MT"/>
                <a:ea typeface="ＭＳ Ｐゴシック"/>
              </a:rPr>
              <a:t>that is computed and distributed by a </a:t>
            </a:r>
            <a:r>
              <a:rPr lang="en-US" sz="2400" b="0" i="1" strike="noStrike" spc="-1">
                <a:solidFill>
                  <a:srgbClr val="000000"/>
                </a:solidFill>
                <a:latin typeface="Gill Sans MT"/>
                <a:ea typeface="ＭＳ Ｐゴシック"/>
              </a:rPr>
              <a:t>logically centralized </a:t>
            </a:r>
            <a:r>
              <a:rPr lang="en-US" sz="2400" b="0" strike="noStrike" spc="-1">
                <a:solidFill>
                  <a:srgbClr val="000000"/>
                </a:solidFill>
                <a:latin typeface="Gill Sans MT"/>
                <a:ea typeface="ＭＳ Ｐゴシック"/>
              </a:rPr>
              <a:t>routing controller</a:t>
            </a:r>
            <a:endParaRPr lang="nl-NL" sz="2400" b="0" strike="noStrike" spc="-1">
              <a:latin typeface="Calibri"/>
            </a:endParaRPr>
          </a:p>
        </p:txBody>
      </p:sp>
      <p:grpSp>
        <p:nvGrpSpPr>
          <p:cNvPr id="669" name="Group 107"/>
          <p:cNvGrpSpPr/>
          <p:nvPr/>
        </p:nvGrpSpPr>
        <p:grpSpPr>
          <a:xfrm>
            <a:off x="3498840" y="2647800"/>
            <a:ext cx="328320" cy="247680"/>
            <a:chOff x="3498840" y="2647800"/>
            <a:chExt cx="328320" cy="247680"/>
          </a:xfrm>
        </p:grpSpPr>
        <p:sp>
          <p:nvSpPr>
            <p:cNvPr id="670" name="CustomShape 108"/>
            <p:cNvSpPr/>
            <p:nvPr/>
          </p:nvSpPr>
          <p:spPr>
            <a:xfrm>
              <a:off x="3500280" y="2647800"/>
              <a:ext cx="32688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671" name="Line 109"/>
            <p:cNvSpPr/>
            <p:nvPr/>
          </p:nvSpPr>
          <p:spPr>
            <a:xfrm>
              <a:off x="373356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72" name="Line 110"/>
            <p:cNvSpPr/>
            <p:nvPr/>
          </p:nvSpPr>
          <p:spPr>
            <a:xfrm>
              <a:off x="3499920" y="2738160"/>
              <a:ext cx="3272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73" name="Line 111"/>
            <p:cNvSpPr/>
            <p:nvPr/>
          </p:nvSpPr>
          <p:spPr>
            <a:xfrm flipV="1">
              <a:off x="3498840" y="2689200"/>
              <a:ext cx="32832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74" name="Line 112"/>
            <p:cNvSpPr/>
            <p:nvPr/>
          </p:nvSpPr>
          <p:spPr>
            <a:xfrm>
              <a:off x="362016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675" name="Group 113"/>
          <p:cNvGrpSpPr/>
          <p:nvPr/>
        </p:nvGrpSpPr>
        <p:grpSpPr>
          <a:xfrm>
            <a:off x="2700360" y="3592440"/>
            <a:ext cx="2004480" cy="1449000"/>
            <a:chOff x="2700360" y="3592440"/>
            <a:chExt cx="2004480" cy="1449000"/>
          </a:xfrm>
        </p:grpSpPr>
        <p:sp>
          <p:nvSpPr>
            <p:cNvPr id="676" name="CustomShape 114"/>
            <p:cNvSpPr/>
            <p:nvPr/>
          </p:nvSpPr>
          <p:spPr>
            <a:xfrm>
              <a:off x="2714760" y="3592440"/>
              <a:ext cx="1990080" cy="1449000"/>
            </a:xfrm>
            <a:prstGeom prst="rect">
              <a:avLst/>
            </a:prstGeom>
            <a:solidFill>
              <a:schemeClr val="accent1"/>
            </a:solidFill>
            <a:ln w="19080">
              <a:solidFill>
                <a:schemeClr val="tx1"/>
              </a:solidFill>
              <a:miter/>
            </a:ln>
          </p:spPr>
          <p:style>
            <a:lnRef idx="0">
              <a:scrgbClr r="0" g="0" b="0"/>
            </a:lnRef>
            <a:fillRef idx="0">
              <a:scrgbClr r="0" g="0" b="0"/>
            </a:fillRef>
            <a:effectRef idx="0">
              <a:scrgbClr r="0" g="0" b="0"/>
            </a:effectRef>
            <a:fontRef idx="minor"/>
          </p:style>
        </p:sp>
        <p:sp>
          <p:nvSpPr>
            <p:cNvPr id="677" name="CustomShape 115"/>
            <p:cNvSpPr/>
            <p:nvPr/>
          </p:nvSpPr>
          <p:spPr>
            <a:xfrm>
              <a:off x="3417840" y="3908520"/>
              <a:ext cx="661680" cy="1060200"/>
            </a:xfrm>
            <a:prstGeom prst="rect">
              <a:avLst/>
            </a:prstGeom>
            <a:solidFill>
              <a:schemeClr val="accent6">
                <a:lumMod val="20000"/>
                <a:lumOff val="80000"/>
              </a:schemeClr>
            </a:solidFill>
            <a:ln w="9360">
              <a:noFill/>
            </a:ln>
          </p:spPr>
          <p:style>
            <a:lnRef idx="0">
              <a:scrgbClr r="0" g="0" b="0"/>
            </a:lnRef>
            <a:fillRef idx="0">
              <a:scrgbClr r="0" g="0" b="0"/>
            </a:fillRef>
            <a:effectRef idx="0">
              <a:scrgbClr r="0" g="0" b="0"/>
            </a:effectRef>
            <a:fontRef idx="minor"/>
          </p:style>
        </p:sp>
        <p:sp>
          <p:nvSpPr>
            <p:cNvPr id="678" name="CustomShape 116"/>
            <p:cNvSpPr/>
            <p:nvPr/>
          </p:nvSpPr>
          <p:spPr>
            <a:xfrm>
              <a:off x="2792520" y="3911760"/>
              <a:ext cx="622080" cy="1056960"/>
            </a:xfrm>
            <a:prstGeom prst="rect">
              <a:avLst/>
            </a:prstGeom>
            <a:solidFill>
              <a:schemeClr val="accent1">
                <a:lumMod val="20000"/>
                <a:lumOff val="80000"/>
              </a:schemeClr>
            </a:solidFill>
            <a:ln w="9360">
              <a:noFill/>
            </a:ln>
          </p:spPr>
          <p:style>
            <a:lnRef idx="0">
              <a:scrgbClr r="0" g="0" b="0"/>
            </a:lnRef>
            <a:fillRef idx="0">
              <a:scrgbClr r="0" g="0" b="0"/>
            </a:fillRef>
            <a:effectRef idx="0">
              <a:scrgbClr r="0" g="0" b="0"/>
            </a:effectRef>
            <a:fontRef idx="minor"/>
          </p:style>
        </p:sp>
        <p:sp>
          <p:nvSpPr>
            <p:cNvPr id="679" name="CustomShape 117"/>
            <p:cNvSpPr/>
            <p:nvPr/>
          </p:nvSpPr>
          <p:spPr>
            <a:xfrm>
              <a:off x="2786760" y="3659040"/>
              <a:ext cx="1855080" cy="247680"/>
            </a:xfrm>
            <a:prstGeom prst="rect">
              <a:avLst/>
            </a:prstGeom>
            <a:solidFill>
              <a:schemeClr val="bg1"/>
            </a:solidFill>
            <a:ln>
              <a:noFill/>
            </a:ln>
          </p:spPr>
          <p:style>
            <a:lnRef idx="0">
              <a:scrgbClr r="0" g="0" b="0"/>
            </a:lnRef>
            <a:fillRef idx="0">
              <a:scrgbClr r="0" g="0" b="0"/>
            </a:fillRef>
            <a:effectRef idx="0">
              <a:scrgbClr r="0" g="0" b="0"/>
            </a:effectRef>
            <a:fontRef idx="minor"/>
          </p:style>
        </p:sp>
        <p:sp>
          <p:nvSpPr>
            <p:cNvPr id="680" name="CustomShape 118"/>
            <p:cNvSpPr/>
            <p:nvPr/>
          </p:nvSpPr>
          <p:spPr>
            <a:xfrm>
              <a:off x="2998800" y="3620520"/>
              <a:ext cx="135288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400" b="0" strike="noStrike" spc="-1">
                  <a:solidFill>
                    <a:srgbClr val="000000"/>
                  </a:solidFill>
                  <a:latin typeface="Arial"/>
                  <a:ea typeface="ＭＳ Ｐゴシック"/>
                </a:rPr>
                <a:t>local flow table</a:t>
              </a:r>
              <a:endParaRPr lang="nl-NL" sz="1400" b="0" strike="noStrike" spc="-1">
                <a:latin typeface="Calibri"/>
              </a:endParaRPr>
            </a:p>
          </p:txBody>
        </p:sp>
        <p:sp>
          <p:nvSpPr>
            <p:cNvPr id="681" name="CustomShape 119"/>
            <p:cNvSpPr/>
            <p:nvPr/>
          </p:nvSpPr>
          <p:spPr>
            <a:xfrm>
              <a:off x="4092120" y="3906720"/>
              <a:ext cx="541800" cy="1059480"/>
            </a:xfrm>
            <a:prstGeom prst="rect">
              <a:avLst/>
            </a:prstGeom>
            <a:solidFill>
              <a:srgbClr val="FFCCFF"/>
            </a:solidFill>
            <a:ln>
              <a:noFill/>
            </a:ln>
          </p:spPr>
          <p:style>
            <a:lnRef idx="0">
              <a:scrgbClr r="0" g="0" b="0"/>
            </a:lnRef>
            <a:fillRef idx="0">
              <a:scrgbClr r="0" g="0" b="0"/>
            </a:fillRef>
            <a:effectRef idx="0">
              <a:scrgbClr r="0" g="0" b="0"/>
            </a:effectRef>
            <a:fontRef idx="minor"/>
          </p:style>
        </p:sp>
        <p:sp>
          <p:nvSpPr>
            <p:cNvPr id="682" name="CustomShape 120"/>
            <p:cNvSpPr/>
            <p:nvPr/>
          </p:nvSpPr>
          <p:spPr>
            <a:xfrm>
              <a:off x="2700360" y="3902400"/>
              <a:ext cx="200448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200" b="0" strike="noStrike" spc="-1">
                  <a:solidFill>
                    <a:srgbClr val="000000"/>
                  </a:solidFill>
                  <a:latin typeface="Arial"/>
                  <a:ea typeface="ＭＳ Ｐゴシック"/>
                </a:rPr>
                <a:t>headers  counters  actions</a:t>
              </a:r>
              <a:endParaRPr lang="nl-NL" sz="1200" b="0" strike="noStrike" spc="-1">
                <a:latin typeface="Calibri"/>
              </a:endParaRPr>
            </a:p>
          </p:txBody>
        </p:sp>
        <p:sp>
          <p:nvSpPr>
            <p:cNvPr id="683" name="Line 121"/>
            <p:cNvSpPr/>
            <p:nvPr/>
          </p:nvSpPr>
          <p:spPr>
            <a:xfrm>
              <a:off x="2781360" y="4172760"/>
              <a:ext cx="1860840" cy="0"/>
            </a:xfrm>
            <a:prstGeom prst="line">
              <a:avLst/>
            </a:prstGeom>
            <a:ln w="19080">
              <a:solidFill>
                <a:schemeClr val="tx1"/>
              </a:solidFill>
              <a:round/>
            </a:ln>
          </p:spPr>
          <p:style>
            <a:lnRef idx="0">
              <a:scrgbClr r="0" g="0" b="0"/>
            </a:lnRef>
            <a:fillRef idx="0">
              <a:scrgbClr r="0" g="0" b="0"/>
            </a:fillRef>
            <a:effectRef idx="0">
              <a:scrgbClr r="0" g="0" b="0"/>
            </a:effectRef>
            <a:fontRef idx="minor"/>
          </p:style>
        </p:sp>
        <p:grpSp>
          <p:nvGrpSpPr>
            <p:cNvPr id="684" name="Group 122"/>
            <p:cNvGrpSpPr/>
            <p:nvPr/>
          </p:nvGrpSpPr>
          <p:grpSpPr>
            <a:xfrm>
              <a:off x="2786760" y="4211280"/>
              <a:ext cx="1840680" cy="207720"/>
              <a:chOff x="2786760" y="4211280"/>
              <a:chExt cx="1840680" cy="207720"/>
            </a:xfrm>
          </p:grpSpPr>
          <p:grpSp>
            <p:nvGrpSpPr>
              <p:cNvPr id="685" name="Group 123"/>
              <p:cNvGrpSpPr/>
              <p:nvPr/>
            </p:nvGrpSpPr>
            <p:grpSpPr>
              <a:xfrm>
                <a:off x="2786760" y="4211280"/>
                <a:ext cx="1840680" cy="207720"/>
                <a:chOff x="2786760" y="4211280"/>
                <a:chExt cx="1840680" cy="207720"/>
              </a:xfrm>
            </p:grpSpPr>
            <p:sp>
              <p:nvSpPr>
                <p:cNvPr id="686" name="CustomShape 124"/>
                <p:cNvSpPr/>
                <p:nvPr/>
              </p:nvSpPr>
              <p:spPr>
                <a:xfrm>
                  <a:off x="2786760" y="4211640"/>
                  <a:ext cx="1840680" cy="20736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687" name="Line 125"/>
                <p:cNvSpPr/>
                <p:nvPr/>
              </p:nvSpPr>
              <p:spPr>
                <a:xfrm>
                  <a:off x="332892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88" name="Line 126"/>
                <p:cNvSpPr/>
                <p:nvPr/>
              </p:nvSpPr>
              <p:spPr>
                <a:xfrm>
                  <a:off x="285228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89" name="Line 127"/>
                <p:cNvSpPr/>
                <p:nvPr/>
              </p:nvSpPr>
              <p:spPr>
                <a:xfrm>
                  <a:off x="292608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0" name="Line 128"/>
                <p:cNvSpPr/>
                <p:nvPr/>
              </p:nvSpPr>
              <p:spPr>
                <a:xfrm>
                  <a:off x="3487680" y="4212360"/>
                  <a:ext cx="0" cy="2048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1" name="Line 129"/>
                <p:cNvSpPr/>
                <p:nvPr/>
              </p:nvSpPr>
              <p:spPr>
                <a:xfrm>
                  <a:off x="400248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2" name="Line 130"/>
                <p:cNvSpPr/>
                <p:nvPr/>
              </p:nvSpPr>
              <p:spPr>
                <a:xfrm>
                  <a:off x="415512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3" name="Line 131"/>
                <p:cNvSpPr/>
                <p:nvPr/>
              </p:nvSpPr>
              <p:spPr>
                <a:xfrm>
                  <a:off x="455760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694" name="Line 132"/>
                <p:cNvSpPr/>
                <p:nvPr/>
              </p:nvSpPr>
              <p:spPr>
                <a:xfrm>
                  <a:off x="4484160" y="42112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695" name="Group 133"/>
              <p:cNvGrpSpPr/>
              <p:nvPr/>
            </p:nvGrpSpPr>
            <p:grpSpPr>
              <a:xfrm>
                <a:off x="3011400" y="4297320"/>
                <a:ext cx="201240" cy="45360"/>
                <a:chOff x="3011400" y="4297320"/>
                <a:chExt cx="201240" cy="45360"/>
              </a:xfrm>
            </p:grpSpPr>
            <p:sp>
              <p:nvSpPr>
                <p:cNvPr id="696" name="CustomShape 134"/>
                <p:cNvSpPr/>
                <p:nvPr/>
              </p:nvSpPr>
              <p:spPr>
                <a:xfrm>
                  <a:off x="301140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697" name="CustomShape 135"/>
                <p:cNvSpPr/>
                <p:nvPr/>
              </p:nvSpPr>
              <p:spPr>
                <a:xfrm>
                  <a:off x="308916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698" name="CustomShape 136"/>
                <p:cNvSpPr/>
                <p:nvPr/>
              </p:nvSpPr>
              <p:spPr>
                <a:xfrm>
                  <a:off x="316728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699" name="Group 137"/>
              <p:cNvGrpSpPr/>
              <p:nvPr/>
            </p:nvGrpSpPr>
            <p:grpSpPr>
              <a:xfrm>
                <a:off x="3629880" y="4297320"/>
                <a:ext cx="201240" cy="45360"/>
                <a:chOff x="3629880" y="4297320"/>
                <a:chExt cx="201240" cy="45360"/>
              </a:xfrm>
            </p:grpSpPr>
            <p:sp>
              <p:nvSpPr>
                <p:cNvPr id="700" name="CustomShape 138"/>
                <p:cNvSpPr/>
                <p:nvPr/>
              </p:nvSpPr>
              <p:spPr>
                <a:xfrm>
                  <a:off x="362988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1" name="CustomShape 139"/>
                <p:cNvSpPr/>
                <p:nvPr/>
              </p:nvSpPr>
              <p:spPr>
                <a:xfrm>
                  <a:off x="370800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2" name="CustomShape 140"/>
                <p:cNvSpPr/>
                <p:nvPr/>
              </p:nvSpPr>
              <p:spPr>
                <a:xfrm>
                  <a:off x="3785760" y="42973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03" name="Group 141"/>
              <p:cNvGrpSpPr/>
              <p:nvPr/>
            </p:nvGrpSpPr>
            <p:grpSpPr>
              <a:xfrm>
                <a:off x="4229640" y="4297680"/>
                <a:ext cx="201240" cy="45360"/>
                <a:chOff x="4229640" y="4297680"/>
                <a:chExt cx="201240" cy="45360"/>
              </a:xfrm>
            </p:grpSpPr>
            <p:sp>
              <p:nvSpPr>
                <p:cNvPr id="704" name="CustomShape 142"/>
                <p:cNvSpPr/>
                <p:nvPr/>
              </p:nvSpPr>
              <p:spPr>
                <a:xfrm>
                  <a:off x="4229640" y="42976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5" name="CustomShape 143"/>
                <p:cNvSpPr/>
                <p:nvPr/>
              </p:nvSpPr>
              <p:spPr>
                <a:xfrm>
                  <a:off x="4307400" y="42976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06" name="CustomShape 144"/>
                <p:cNvSpPr/>
                <p:nvPr/>
              </p:nvSpPr>
              <p:spPr>
                <a:xfrm>
                  <a:off x="4385520" y="42976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grpSp>
          <p:nvGrpSpPr>
            <p:cNvPr id="707" name="Group 145"/>
            <p:cNvGrpSpPr/>
            <p:nvPr/>
          </p:nvGrpSpPr>
          <p:grpSpPr>
            <a:xfrm>
              <a:off x="2784960" y="4451040"/>
              <a:ext cx="1840680" cy="207360"/>
              <a:chOff x="2784960" y="4451040"/>
              <a:chExt cx="1840680" cy="207360"/>
            </a:xfrm>
          </p:grpSpPr>
          <p:grpSp>
            <p:nvGrpSpPr>
              <p:cNvPr id="708" name="Group 146"/>
              <p:cNvGrpSpPr/>
              <p:nvPr/>
            </p:nvGrpSpPr>
            <p:grpSpPr>
              <a:xfrm>
                <a:off x="2784960" y="4451040"/>
                <a:ext cx="1840680" cy="207360"/>
                <a:chOff x="2784960" y="4451040"/>
                <a:chExt cx="1840680" cy="207360"/>
              </a:xfrm>
            </p:grpSpPr>
            <p:sp>
              <p:nvSpPr>
                <p:cNvPr id="709" name="CustomShape 147"/>
                <p:cNvSpPr/>
                <p:nvPr/>
              </p:nvSpPr>
              <p:spPr>
                <a:xfrm>
                  <a:off x="2784960" y="4451040"/>
                  <a:ext cx="1840680" cy="20736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10" name="Line 148"/>
                <p:cNvSpPr/>
                <p:nvPr/>
              </p:nvSpPr>
              <p:spPr>
                <a:xfrm>
                  <a:off x="332712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1" name="Line 149"/>
                <p:cNvSpPr/>
                <p:nvPr/>
              </p:nvSpPr>
              <p:spPr>
                <a:xfrm>
                  <a:off x="285048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2" name="Line 150"/>
                <p:cNvSpPr/>
                <p:nvPr/>
              </p:nvSpPr>
              <p:spPr>
                <a:xfrm>
                  <a:off x="292392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3" name="Line 151"/>
                <p:cNvSpPr/>
                <p:nvPr/>
              </p:nvSpPr>
              <p:spPr>
                <a:xfrm>
                  <a:off x="3485880" y="445176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4" name="Line 152"/>
                <p:cNvSpPr/>
                <p:nvPr/>
              </p:nvSpPr>
              <p:spPr>
                <a:xfrm>
                  <a:off x="400068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5" name="Line 153"/>
                <p:cNvSpPr/>
                <p:nvPr/>
              </p:nvSpPr>
              <p:spPr>
                <a:xfrm>
                  <a:off x="415296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6" name="Line 154"/>
                <p:cNvSpPr/>
                <p:nvPr/>
              </p:nvSpPr>
              <p:spPr>
                <a:xfrm>
                  <a:off x="455580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17" name="Line 155"/>
                <p:cNvSpPr/>
                <p:nvPr/>
              </p:nvSpPr>
              <p:spPr>
                <a:xfrm>
                  <a:off x="4482000" y="445104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718" name="Group 156"/>
              <p:cNvGrpSpPr/>
              <p:nvPr/>
            </p:nvGrpSpPr>
            <p:grpSpPr>
              <a:xfrm>
                <a:off x="3009240" y="4536720"/>
                <a:ext cx="201240" cy="45360"/>
                <a:chOff x="3009240" y="4536720"/>
                <a:chExt cx="201240" cy="45360"/>
              </a:xfrm>
            </p:grpSpPr>
            <p:sp>
              <p:nvSpPr>
                <p:cNvPr id="719" name="CustomShape 157"/>
                <p:cNvSpPr/>
                <p:nvPr/>
              </p:nvSpPr>
              <p:spPr>
                <a:xfrm>
                  <a:off x="3009240" y="45367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0" name="CustomShape 158"/>
                <p:cNvSpPr/>
                <p:nvPr/>
              </p:nvSpPr>
              <p:spPr>
                <a:xfrm>
                  <a:off x="3087360" y="45367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1" name="CustomShape 159"/>
                <p:cNvSpPr/>
                <p:nvPr/>
              </p:nvSpPr>
              <p:spPr>
                <a:xfrm>
                  <a:off x="3165120" y="45367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22" name="Group 160"/>
              <p:cNvGrpSpPr/>
              <p:nvPr/>
            </p:nvGrpSpPr>
            <p:grpSpPr>
              <a:xfrm>
                <a:off x="3628080" y="4537080"/>
                <a:ext cx="201240" cy="45360"/>
                <a:chOff x="3628080" y="4537080"/>
                <a:chExt cx="201240" cy="45360"/>
              </a:xfrm>
            </p:grpSpPr>
            <p:sp>
              <p:nvSpPr>
                <p:cNvPr id="723" name="CustomShape 161"/>
                <p:cNvSpPr/>
                <p:nvPr/>
              </p:nvSpPr>
              <p:spPr>
                <a:xfrm>
                  <a:off x="3628080" y="45370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4" name="CustomShape 162"/>
                <p:cNvSpPr/>
                <p:nvPr/>
              </p:nvSpPr>
              <p:spPr>
                <a:xfrm>
                  <a:off x="3706200" y="45370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5" name="CustomShape 163"/>
                <p:cNvSpPr/>
                <p:nvPr/>
              </p:nvSpPr>
              <p:spPr>
                <a:xfrm>
                  <a:off x="3783960" y="45370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26" name="Group 164"/>
              <p:cNvGrpSpPr/>
              <p:nvPr/>
            </p:nvGrpSpPr>
            <p:grpSpPr>
              <a:xfrm>
                <a:off x="4227480" y="4537440"/>
                <a:ext cx="201240" cy="45360"/>
                <a:chOff x="4227480" y="4537440"/>
                <a:chExt cx="201240" cy="45360"/>
              </a:xfrm>
            </p:grpSpPr>
            <p:sp>
              <p:nvSpPr>
                <p:cNvPr id="727" name="CustomShape 165"/>
                <p:cNvSpPr/>
                <p:nvPr/>
              </p:nvSpPr>
              <p:spPr>
                <a:xfrm>
                  <a:off x="4227480" y="453744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8" name="CustomShape 166"/>
                <p:cNvSpPr/>
                <p:nvPr/>
              </p:nvSpPr>
              <p:spPr>
                <a:xfrm>
                  <a:off x="4305600" y="453744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29" name="CustomShape 167"/>
                <p:cNvSpPr/>
                <p:nvPr/>
              </p:nvSpPr>
              <p:spPr>
                <a:xfrm>
                  <a:off x="4383360" y="453744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grpSp>
          <p:nvGrpSpPr>
            <p:cNvPr id="730" name="Group 168"/>
            <p:cNvGrpSpPr/>
            <p:nvPr/>
          </p:nvGrpSpPr>
          <p:grpSpPr>
            <a:xfrm>
              <a:off x="2790000" y="4758480"/>
              <a:ext cx="1840680" cy="207720"/>
              <a:chOff x="2790000" y="4758480"/>
              <a:chExt cx="1840680" cy="207720"/>
            </a:xfrm>
          </p:grpSpPr>
          <p:grpSp>
            <p:nvGrpSpPr>
              <p:cNvPr id="731" name="Group 169"/>
              <p:cNvGrpSpPr/>
              <p:nvPr/>
            </p:nvGrpSpPr>
            <p:grpSpPr>
              <a:xfrm>
                <a:off x="2790000" y="4758480"/>
                <a:ext cx="1840680" cy="207720"/>
                <a:chOff x="2790000" y="4758480"/>
                <a:chExt cx="1840680" cy="207720"/>
              </a:xfrm>
            </p:grpSpPr>
            <p:sp>
              <p:nvSpPr>
                <p:cNvPr id="732" name="CustomShape 170"/>
                <p:cNvSpPr/>
                <p:nvPr/>
              </p:nvSpPr>
              <p:spPr>
                <a:xfrm>
                  <a:off x="2790000" y="4758840"/>
                  <a:ext cx="1840680" cy="20736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33" name="Line 171"/>
                <p:cNvSpPr/>
                <p:nvPr/>
              </p:nvSpPr>
              <p:spPr>
                <a:xfrm>
                  <a:off x="333216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4" name="Line 172"/>
                <p:cNvSpPr/>
                <p:nvPr/>
              </p:nvSpPr>
              <p:spPr>
                <a:xfrm>
                  <a:off x="285552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5" name="Line 173"/>
                <p:cNvSpPr/>
                <p:nvPr/>
              </p:nvSpPr>
              <p:spPr>
                <a:xfrm>
                  <a:off x="292932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6" name="Line 174"/>
                <p:cNvSpPr/>
                <p:nvPr/>
              </p:nvSpPr>
              <p:spPr>
                <a:xfrm>
                  <a:off x="3490920" y="475956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7" name="Line 175"/>
                <p:cNvSpPr/>
                <p:nvPr/>
              </p:nvSpPr>
              <p:spPr>
                <a:xfrm>
                  <a:off x="400572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8" name="Line 176"/>
                <p:cNvSpPr/>
                <p:nvPr/>
              </p:nvSpPr>
              <p:spPr>
                <a:xfrm>
                  <a:off x="415836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39" name="Line 177"/>
                <p:cNvSpPr/>
                <p:nvPr/>
              </p:nvSpPr>
              <p:spPr>
                <a:xfrm>
                  <a:off x="456084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40" name="Line 178"/>
                <p:cNvSpPr/>
                <p:nvPr/>
              </p:nvSpPr>
              <p:spPr>
                <a:xfrm>
                  <a:off x="4487400" y="4758480"/>
                  <a:ext cx="0" cy="20520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741" name="Group 179"/>
              <p:cNvGrpSpPr/>
              <p:nvPr/>
            </p:nvGrpSpPr>
            <p:grpSpPr>
              <a:xfrm>
                <a:off x="3014640" y="4844520"/>
                <a:ext cx="201240" cy="45360"/>
                <a:chOff x="3014640" y="4844520"/>
                <a:chExt cx="201240" cy="45360"/>
              </a:xfrm>
            </p:grpSpPr>
            <p:sp>
              <p:nvSpPr>
                <p:cNvPr id="742" name="CustomShape 180"/>
                <p:cNvSpPr/>
                <p:nvPr/>
              </p:nvSpPr>
              <p:spPr>
                <a:xfrm>
                  <a:off x="3014640" y="48445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3" name="CustomShape 181"/>
                <p:cNvSpPr/>
                <p:nvPr/>
              </p:nvSpPr>
              <p:spPr>
                <a:xfrm>
                  <a:off x="3092400" y="48445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4" name="CustomShape 182"/>
                <p:cNvSpPr/>
                <p:nvPr/>
              </p:nvSpPr>
              <p:spPr>
                <a:xfrm>
                  <a:off x="3170520" y="484452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45" name="Group 183"/>
              <p:cNvGrpSpPr/>
              <p:nvPr/>
            </p:nvGrpSpPr>
            <p:grpSpPr>
              <a:xfrm>
                <a:off x="3633120" y="4844880"/>
                <a:ext cx="201240" cy="45360"/>
                <a:chOff x="3633120" y="4844880"/>
                <a:chExt cx="201240" cy="45360"/>
              </a:xfrm>
            </p:grpSpPr>
            <p:sp>
              <p:nvSpPr>
                <p:cNvPr id="746" name="CustomShape 184"/>
                <p:cNvSpPr/>
                <p:nvPr/>
              </p:nvSpPr>
              <p:spPr>
                <a:xfrm>
                  <a:off x="363312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7" name="CustomShape 185"/>
                <p:cNvSpPr/>
                <p:nvPr/>
              </p:nvSpPr>
              <p:spPr>
                <a:xfrm>
                  <a:off x="371124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48" name="CustomShape 186"/>
                <p:cNvSpPr/>
                <p:nvPr/>
              </p:nvSpPr>
              <p:spPr>
                <a:xfrm>
                  <a:off x="378900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nvGrpSpPr>
              <p:cNvPr id="749" name="Group 187"/>
              <p:cNvGrpSpPr/>
              <p:nvPr/>
            </p:nvGrpSpPr>
            <p:grpSpPr>
              <a:xfrm>
                <a:off x="4232880" y="4844880"/>
                <a:ext cx="201240" cy="45360"/>
                <a:chOff x="4232880" y="4844880"/>
                <a:chExt cx="201240" cy="45360"/>
              </a:xfrm>
            </p:grpSpPr>
            <p:sp>
              <p:nvSpPr>
                <p:cNvPr id="750" name="CustomShape 188"/>
                <p:cNvSpPr/>
                <p:nvPr/>
              </p:nvSpPr>
              <p:spPr>
                <a:xfrm>
                  <a:off x="423288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51" name="CustomShape 189"/>
                <p:cNvSpPr/>
                <p:nvPr/>
              </p:nvSpPr>
              <p:spPr>
                <a:xfrm>
                  <a:off x="431064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sp>
              <p:nvSpPr>
                <p:cNvPr id="752" name="CustomShape 190"/>
                <p:cNvSpPr/>
                <p:nvPr/>
              </p:nvSpPr>
              <p:spPr>
                <a:xfrm>
                  <a:off x="4388760" y="4844880"/>
                  <a:ext cx="45360" cy="45360"/>
                </a:xfrm>
                <a:prstGeom prst="ellipse">
                  <a:avLst/>
                </a:prstGeom>
                <a:solidFill>
                  <a:schemeClr val="tx1"/>
                </a:solidFill>
                <a:ln>
                  <a:noFill/>
                </a:ln>
              </p:spPr>
              <p:style>
                <a:lnRef idx="0">
                  <a:scrgbClr r="0" g="0" b="0"/>
                </a:lnRef>
                <a:fillRef idx="0">
                  <a:scrgbClr r="0" g="0" b="0"/>
                </a:fillRef>
                <a:effectRef idx="0">
                  <a:scrgbClr r="0" g="0" b="0"/>
                </a:effectRef>
                <a:fontRef idx="minor"/>
              </p:style>
            </p:sp>
          </p:grpSp>
        </p:grpSp>
        <p:sp>
          <p:nvSpPr>
            <p:cNvPr id="753" name="Line 191"/>
            <p:cNvSpPr/>
            <p:nvPr/>
          </p:nvSpPr>
          <p:spPr>
            <a:xfrm>
              <a:off x="3408840" y="3902400"/>
              <a:ext cx="7920" cy="106560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754" name="Line 192"/>
            <p:cNvSpPr/>
            <p:nvPr/>
          </p:nvSpPr>
          <p:spPr>
            <a:xfrm>
              <a:off x="4080240" y="3907080"/>
              <a:ext cx="7920" cy="106596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755" name="Line 193"/>
            <p:cNvSpPr/>
            <p:nvPr/>
          </p:nvSpPr>
          <p:spPr>
            <a:xfrm>
              <a:off x="2781360" y="3907080"/>
              <a:ext cx="1860840" cy="0"/>
            </a:xfrm>
            <a:prstGeom prst="line">
              <a:avLst/>
            </a:prstGeom>
            <a:ln w="15840">
              <a:solidFill>
                <a:schemeClr val="tx1"/>
              </a:solidFill>
              <a:round/>
            </a:ln>
          </p:spPr>
          <p:style>
            <a:lnRef idx="0">
              <a:scrgbClr r="0" g="0" b="0"/>
            </a:lnRef>
            <a:fillRef idx="0">
              <a:scrgbClr r="0" g="0" b="0"/>
            </a:fillRef>
            <a:effectRef idx="0">
              <a:scrgbClr r="0" g="0" b="0"/>
            </a:effectRef>
            <a:fontRef idx="minor"/>
          </p:style>
        </p:sp>
        <p:sp>
          <p:nvSpPr>
            <p:cNvPr id="756" name="CustomShape 194"/>
            <p:cNvSpPr/>
            <p:nvPr/>
          </p:nvSpPr>
          <p:spPr>
            <a:xfrm>
              <a:off x="2781720" y="3659040"/>
              <a:ext cx="1860120" cy="1313640"/>
            </a:xfrm>
            <a:prstGeom prst="rect">
              <a:avLst/>
            </a:prstGeom>
            <a:noFill/>
            <a:ln w="19080">
              <a:solidFill>
                <a:schemeClr val="tx1"/>
              </a:solidFill>
              <a:miter/>
            </a:ln>
          </p:spPr>
          <p:style>
            <a:lnRef idx="0">
              <a:scrgbClr r="0" g="0" b="0"/>
            </a:lnRef>
            <a:fillRef idx="0">
              <a:scrgbClr r="0" g="0" b="0"/>
            </a:fillRef>
            <a:effectRef idx="0">
              <a:scrgbClr r="0" g="0" b="0"/>
            </a:effectRef>
            <a:fontRef idx="minor"/>
          </p:style>
        </p:sp>
      </p:grpSp>
      <p:grpSp>
        <p:nvGrpSpPr>
          <p:cNvPr id="757" name="Group 195"/>
          <p:cNvGrpSpPr/>
          <p:nvPr/>
        </p:nvGrpSpPr>
        <p:grpSpPr>
          <a:xfrm>
            <a:off x="5392800" y="4759200"/>
            <a:ext cx="429840" cy="306000"/>
            <a:chOff x="5392800" y="4759200"/>
            <a:chExt cx="429840" cy="306000"/>
          </a:xfrm>
        </p:grpSpPr>
        <p:sp>
          <p:nvSpPr>
            <p:cNvPr id="758" name="CustomShape 196"/>
            <p:cNvSpPr/>
            <p:nvPr/>
          </p:nvSpPr>
          <p:spPr>
            <a:xfrm>
              <a:off x="5392800" y="4759200"/>
              <a:ext cx="429840" cy="3060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59" name="CustomShape 197"/>
            <p:cNvSpPr/>
            <p:nvPr/>
          </p:nvSpPr>
          <p:spPr>
            <a:xfrm>
              <a:off x="5545080" y="4826160"/>
              <a:ext cx="142560" cy="22356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60" name="CustomShape 198"/>
            <p:cNvSpPr/>
            <p:nvPr/>
          </p:nvSpPr>
          <p:spPr>
            <a:xfrm>
              <a:off x="5408640" y="4827600"/>
              <a:ext cx="134640" cy="22176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61" name="CustomShape 199"/>
            <p:cNvSpPr/>
            <p:nvPr/>
          </p:nvSpPr>
          <p:spPr>
            <a:xfrm>
              <a:off x="5408280" y="4773240"/>
              <a:ext cx="400680" cy="5220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62" name="CustomShape 200"/>
            <p:cNvSpPr/>
            <p:nvPr/>
          </p:nvSpPr>
          <p:spPr>
            <a:xfrm>
              <a:off x="5690520" y="4825800"/>
              <a:ext cx="116640" cy="22356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63" name="Line 201"/>
            <p:cNvSpPr/>
            <p:nvPr/>
          </p:nvSpPr>
          <p:spPr>
            <a:xfrm>
              <a:off x="5406840" y="488196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4" name="Line 202"/>
            <p:cNvSpPr/>
            <p:nvPr/>
          </p:nvSpPr>
          <p:spPr>
            <a:xfrm>
              <a:off x="5542560" y="4824720"/>
              <a:ext cx="1800" cy="2253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5" name="Line 203"/>
            <p:cNvSpPr/>
            <p:nvPr/>
          </p:nvSpPr>
          <p:spPr>
            <a:xfrm>
              <a:off x="5687640" y="4825800"/>
              <a:ext cx="1800" cy="2253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6" name="Line 204"/>
            <p:cNvSpPr/>
            <p:nvPr/>
          </p:nvSpPr>
          <p:spPr>
            <a:xfrm>
              <a:off x="5406840" y="482580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67" name="CustomShape 205"/>
            <p:cNvSpPr/>
            <p:nvPr/>
          </p:nvSpPr>
          <p:spPr>
            <a:xfrm>
              <a:off x="5407200" y="4773240"/>
              <a:ext cx="401760" cy="27756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grpSp>
        <p:nvGrpSpPr>
          <p:cNvPr id="768" name="Group 206"/>
          <p:cNvGrpSpPr/>
          <p:nvPr/>
        </p:nvGrpSpPr>
        <p:grpSpPr>
          <a:xfrm>
            <a:off x="6053040" y="5583240"/>
            <a:ext cx="429840" cy="375840"/>
            <a:chOff x="6053040" y="5583240"/>
            <a:chExt cx="429840" cy="375840"/>
          </a:xfrm>
        </p:grpSpPr>
        <p:sp>
          <p:nvSpPr>
            <p:cNvPr id="769" name="CustomShape 207"/>
            <p:cNvSpPr/>
            <p:nvPr/>
          </p:nvSpPr>
          <p:spPr>
            <a:xfrm>
              <a:off x="6053040" y="5583240"/>
              <a:ext cx="429840" cy="3758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70" name="CustomShape 208"/>
            <p:cNvSpPr/>
            <p:nvPr/>
          </p:nvSpPr>
          <p:spPr>
            <a:xfrm>
              <a:off x="6205680" y="5665680"/>
              <a:ext cx="142560" cy="27432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71" name="CustomShape 209"/>
            <p:cNvSpPr/>
            <p:nvPr/>
          </p:nvSpPr>
          <p:spPr>
            <a:xfrm>
              <a:off x="6068880" y="5665680"/>
              <a:ext cx="134640" cy="27432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72" name="CustomShape 210"/>
            <p:cNvSpPr/>
            <p:nvPr/>
          </p:nvSpPr>
          <p:spPr>
            <a:xfrm>
              <a:off x="6068520" y="5600520"/>
              <a:ext cx="400680" cy="6408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73" name="CustomShape 211"/>
            <p:cNvSpPr/>
            <p:nvPr/>
          </p:nvSpPr>
          <p:spPr>
            <a:xfrm>
              <a:off x="6350760" y="5664960"/>
              <a:ext cx="116640" cy="27468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74" name="Line 212"/>
            <p:cNvSpPr/>
            <p:nvPr/>
          </p:nvSpPr>
          <p:spPr>
            <a:xfrm>
              <a:off x="6067440" y="573372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5" name="Line 213"/>
            <p:cNvSpPr/>
            <p:nvPr/>
          </p:nvSpPr>
          <p:spPr>
            <a:xfrm>
              <a:off x="6203160" y="5663520"/>
              <a:ext cx="1440" cy="2768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6" name="Line 214"/>
            <p:cNvSpPr/>
            <p:nvPr/>
          </p:nvSpPr>
          <p:spPr>
            <a:xfrm>
              <a:off x="6348240" y="5664960"/>
              <a:ext cx="1440" cy="2764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7" name="Line 215"/>
            <p:cNvSpPr/>
            <p:nvPr/>
          </p:nvSpPr>
          <p:spPr>
            <a:xfrm>
              <a:off x="6067440" y="5664960"/>
              <a:ext cx="402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78" name="CustomShape 216"/>
            <p:cNvSpPr/>
            <p:nvPr/>
          </p:nvSpPr>
          <p:spPr>
            <a:xfrm>
              <a:off x="6067440" y="5600520"/>
              <a:ext cx="401760" cy="34056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grpSp>
        <p:nvGrpSpPr>
          <p:cNvPr id="779" name="Group 217"/>
          <p:cNvGrpSpPr/>
          <p:nvPr/>
        </p:nvGrpSpPr>
        <p:grpSpPr>
          <a:xfrm>
            <a:off x="6483240" y="6132600"/>
            <a:ext cx="431280" cy="374400"/>
            <a:chOff x="6483240" y="6132600"/>
            <a:chExt cx="431280" cy="374400"/>
          </a:xfrm>
        </p:grpSpPr>
        <p:sp>
          <p:nvSpPr>
            <p:cNvPr id="780" name="CustomShape 218"/>
            <p:cNvSpPr/>
            <p:nvPr/>
          </p:nvSpPr>
          <p:spPr>
            <a:xfrm>
              <a:off x="6483240" y="6132600"/>
              <a:ext cx="431280" cy="3744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81" name="CustomShape 219"/>
            <p:cNvSpPr/>
            <p:nvPr/>
          </p:nvSpPr>
          <p:spPr>
            <a:xfrm>
              <a:off x="6635880" y="6213600"/>
              <a:ext cx="144000" cy="27432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82" name="CustomShape 220"/>
            <p:cNvSpPr/>
            <p:nvPr/>
          </p:nvSpPr>
          <p:spPr>
            <a:xfrm>
              <a:off x="6500880" y="6215040"/>
              <a:ext cx="134640" cy="27252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83" name="CustomShape 221"/>
            <p:cNvSpPr/>
            <p:nvPr/>
          </p:nvSpPr>
          <p:spPr>
            <a:xfrm>
              <a:off x="6499080" y="6149880"/>
              <a:ext cx="402120" cy="6372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84" name="CustomShape 222"/>
            <p:cNvSpPr/>
            <p:nvPr/>
          </p:nvSpPr>
          <p:spPr>
            <a:xfrm>
              <a:off x="6782040" y="6213600"/>
              <a:ext cx="117360" cy="27360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85" name="Line 223"/>
            <p:cNvSpPr/>
            <p:nvPr/>
          </p:nvSpPr>
          <p:spPr>
            <a:xfrm>
              <a:off x="6497640" y="628236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6" name="Line 224"/>
            <p:cNvSpPr/>
            <p:nvPr/>
          </p:nvSpPr>
          <p:spPr>
            <a:xfrm>
              <a:off x="6633720" y="6212520"/>
              <a:ext cx="1800" cy="275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7" name="Line 225"/>
            <p:cNvSpPr/>
            <p:nvPr/>
          </p:nvSpPr>
          <p:spPr>
            <a:xfrm>
              <a:off x="6779520" y="6213600"/>
              <a:ext cx="1440" cy="2757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8" name="Line 226"/>
            <p:cNvSpPr/>
            <p:nvPr/>
          </p:nvSpPr>
          <p:spPr>
            <a:xfrm>
              <a:off x="6497640" y="621360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89" name="CustomShape 227"/>
            <p:cNvSpPr/>
            <p:nvPr/>
          </p:nvSpPr>
          <p:spPr>
            <a:xfrm>
              <a:off x="6498000" y="6149880"/>
              <a:ext cx="403200" cy="33912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grpSp>
        <p:nvGrpSpPr>
          <p:cNvPr id="790" name="Group 228"/>
          <p:cNvGrpSpPr/>
          <p:nvPr/>
        </p:nvGrpSpPr>
        <p:grpSpPr>
          <a:xfrm>
            <a:off x="4835520" y="4545000"/>
            <a:ext cx="431280" cy="306000"/>
            <a:chOff x="4835520" y="4545000"/>
            <a:chExt cx="431280" cy="306000"/>
          </a:xfrm>
        </p:grpSpPr>
        <p:sp>
          <p:nvSpPr>
            <p:cNvPr id="791" name="CustomShape 229"/>
            <p:cNvSpPr/>
            <p:nvPr/>
          </p:nvSpPr>
          <p:spPr>
            <a:xfrm>
              <a:off x="4835520" y="4545000"/>
              <a:ext cx="431280" cy="30600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792" name="CustomShape 230"/>
            <p:cNvSpPr/>
            <p:nvPr/>
          </p:nvSpPr>
          <p:spPr>
            <a:xfrm>
              <a:off x="4987800" y="4611600"/>
              <a:ext cx="144000" cy="223560"/>
            </a:xfrm>
            <a:prstGeom prst="rect">
              <a:avLst/>
            </a:prstGeom>
            <a:solidFill>
              <a:schemeClr val="accent6">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93" name="CustomShape 231"/>
            <p:cNvSpPr/>
            <p:nvPr/>
          </p:nvSpPr>
          <p:spPr>
            <a:xfrm>
              <a:off x="4853160" y="4613400"/>
              <a:ext cx="134640" cy="221760"/>
            </a:xfrm>
            <a:prstGeom prst="rect">
              <a:avLst/>
            </a:prstGeom>
            <a:solidFill>
              <a:schemeClr val="accent1">
                <a:lumMod val="20000"/>
                <a:lumOff val="80000"/>
              </a:schemeClr>
            </a:solidFill>
            <a:ln w="9360">
              <a:solidFill>
                <a:schemeClr val="tx1"/>
              </a:solidFill>
              <a:round/>
            </a:ln>
          </p:spPr>
          <p:style>
            <a:lnRef idx="0">
              <a:scrgbClr r="0" g="0" b="0"/>
            </a:lnRef>
            <a:fillRef idx="0">
              <a:scrgbClr r="0" g="0" b="0"/>
            </a:fillRef>
            <a:effectRef idx="0">
              <a:scrgbClr r="0" g="0" b="0"/>
            </a:effectRef>
            <a:fontRef idx="minor"/>
          </p:style>
        </p:sp>
        <p:sp>
          <p:nvSpPr>
            <p:cNvPr id="794" name="CustomShape 232"/>
            <p:cNvSpPr/>
            <p:nvPr/>
          </p:nvSpPr>
          <p:spPr>
            <a:xfrm>
              <a:off x="4851000" y="4559040"/>
              <a:ext cx="402120" cy="52200"/>
            </a:xfrm>
            <a:prstGeom prst="rect">
              <a:avLst/>
            </a:prstGeom>
            <a:solidFill>
              <a:schemeClr val="bg1"/>
            </a:solidFill>
            <a:ln w="9360">
              <a:solidFill>
                <a:schemeClr val="tx1"/>
              </a:solidFill>
              <a:round/>
            </a:ln>
          </p:spPr>
          <p:style>
            <a:lnRef idx="0">
              <a:scrgbClr r="0" g="0" b="0"/>
            </a:lnRef>
            <a:fillRef idx="0">
              <a:scrgbClr r="0" g="0" b="0"/>
            </a:fillRef>
            <a:effectRef idx="0">
              <a:scrgbClr r="0" g="0" b="0"/>
            </a:effectRef>
            <a:fontRef idx="minor"/>
          </p:style>
        </p:sp>
        <p:sp>
          <p:nvSpPr>
            <p:cNvPr id="795" name="CustomShape 233"/>
            <p:cNvSpPr/>
            <p:nvPr/>
          </p:nvSpPr>
          <p:spPr>
            <a:xfrm>
              <a:off x="5134320" y="4611600"/>
              <a:ext cx="117360" cy="223560"/>
            </a:xfrm>
            <a:prstGeom prst="rect">
              <a:avLst/>
            </a:prstGeom>
            <a:solidFill>
              <a:srgbClr val="FFCCFF"/>
            </a:solidFill>
            <a:ln w="9360">
              <a:solidFill>
                <a:schemeClr val="tx1"/>
              </a:solidFill>
              <a:round/>
            </a:ln>
          </p:spPr>
          <p:style>
            <a:lnRef idx="0">
              <a:scrgbClr r="0" g="0" b="0"/>
            </a:lnRef>
            <a:fillRef idx="0">
              <a:scrgbClr r="0" g="0" b="0"/>
            </a:fillRef>
            <a:effectRef idx="0">
              <a:scrgbClr r="0" g="0" b="0"/>
            </a:effectRef>
            <a:fontRef idx="minor"/>
          </p:style>
        </p:sp>
        <p:sp>
          <p:nvSpPr>
            <p:cNvPr id="796" name="Line 234"/>
            <p:cNvSpPr/>
            <p:nvPr/>
          </p:nvSpPr>
          <p:spPr>
            <a:xfrm>
              <a:off x="4849920" y="466740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97" name="Line 235"/>
            <p:cNvSpPr/>
            <p:nvPr/>
          </p:nvSpPr>
          <p:spPr>
            <a:xfrm>
              <a:off x="4986000" y="4610520"/>
              <a:ext cx="1800" cy="2250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98" name="Line 236"/>
            <p:cNvSpPr/>
            <p:nvPr/>
          </p:nvSpPr>
          <p:spPr>
            <a:xfrm>
              <a:off x="5131440" y="4611240"/>
              <a:ext cx="1800" cy="22536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799" name="Line 237"/>
            <p:cNvSpPr/>
            <p:nvPr/>
          </p:nvSpPr>
          <p:spPr>
            <a:xfrm>
              <a:off x="4849920" y="4611240"/>
              <a:ext cx="4035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00" name="CustomShape 238"/>
            <p:cNvSpPr/>
            <p:nvPr/>
          </p:nvSpPr>
          <p:spPr>
            <a:xfrm>
              <a:off x="4849920" y="4559040"/>
              <a:ext cx="403200" cy="277560"/>
            </a:xfrm>
            <a:prstGeom prst="rect">
              <a:avLst/>
            </a:prstGeom>
            <a:noFill/>
            <a:ln w="9360">
              <a:solidFill>
                <a:schemeClr val="tx1"/>
              </a:solidFill>
              <a:miter/>
            </a:ln>
          </p:spPr>
          <p:style>
            <a:lnRef idx="0">
              <a:scrgbClr r="0" g="0" b="0"/>
            </a:lnRef>
            <a:fillRef idx="0">
              <a:scrgbClr r="0" g="0" b="0"/>
            </a:fillRef>
            <a:effectRef idx="0">
              <a:scrgbClr r="0" g="0" b="0"/>
            </a:effectRef>
            <a:fontRef idx="minor"/>
          </p:style>
        </p:sp>
      </p:grpSp>
      <p:sp>
        <p:nvSpPr>
          <p:cNvPr id="801" name="CustomShape 239"/>
          <p:cNvSpPr/>
          <p:nvPr/>
        </p:nvSpPr>
        <p:spPr>
          <a:xfrm>
            <a:off x="5051520" y="2895480"/>
            <a:ext cx="1080" cy="189504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sp>
        <p:nvSpPr>
          <p:cNvPr id="802" name="CustomShape 240"/>
          <p:cNvSpPr/>
          <p:nvPr/>
        </p:nvSpPr>
        <p:spPr>
          <a:xfrm>
            <a:off x="5564160" y="2903400"/>
            <a:ext cx="43920" cy="211896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sp>
        <p:nvSpPr>
          <p:cNvPr id="803" name="CustomShape 241"/>
          <p:cNvSpPr/>
          <p:nvPr/>
        </p:nvSpPr>
        <p:spPr>
          <a:xfrm>
            <a:off x="6195960" y="2895480"/>
            <a:ext cx="63000" cy="294444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sp>
        <p:nvSpPr>
          <p:cNvPr id="804" name="CustomShape 242"/>
          <p:cNvSpPr/>
          <p:nvPr/>
        </p:nvSpPr>
        <p:spPr>
          <a:xfrm>
            <a:off x="6669000" y="2895480"/>
            <a:ext cx="21960" cy="3492000"/>
          </a:xfrm>
          <a:custGeom>
            <a:avLst/>
            <a:gdLst/>
            <a:ahLst/>
            <a:cxnLst/>
            <a:rect l="l" t="t" r="r" b="b"/>
            <a:pathLst>
              <a:path w="21600" h="21600">
                <a:moveTo>
                  <a:pt x="0" y="0"/>
                </a:moveTo>
                <a:lnTo>
                  <a:pt x="21600" y="21600"/>
                </a:lnTo>
              </a:path>
            </a:pathLst>
          </a:custGeom>
          <a:noFill/>
          <a:ln w="9360">
            <a:solidFill>
              <a:srgbClr val="009973"/>
            </a:solidFill>
            <a:round/>
            <a:tailEnd type="triangle" w="med" len="med"/>
          </a:ln>
        </p:spPr>
        <p:style>
          <a:lnRef idx="0">
            <a:scrgbClr r="0" g="0" b="0"/>
          </a:lnRef>
          <a:fillRef idx="0">
            <a:scrgbClr r="0" g="0" b="0"/>
          </a:fillRef>
          <a:effectRef idx="0">
            <a:scrgbClr r="0" g="0" b="0"/>
          </a:effectRef>
          <a:fontRef idx="minor"/>
        </p:style>
      </p:sp>
      <p:grpSp>
        <p:nvGrpSpPr>
          <p:cNvPr id="805" name="Group 243"/>
          <p:cNvGrpSpPr/>
          <p:nvPr/>
        </p:nvGrpSpPr>
        <p:grpSpPr>
          <a:xfrm>
            <a:off x="6505560" y="2647800"/>
            <a:ext cx="326880" cy="247680"/>
            <a:chOff x="6505560" y="2647800"/>
            <a:chExt cx="326880" cy="247680"/>
          </a:xfrm>
        </p:grpSpPr>
        <p:sp>
          <p:nvSpPr>
            <p:cNvPr id="806" name="CustomShape 244"/>
            <p:cNvSpPr/>
            <p:nvPr/>
          </p:nvSpPr>
          <p:spPr>
            <a:xfrm>
              <a:off x="6507000" y="2647800"/>
              <a:ext cx="32544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07" name="Line 245"/>
            <p:cNvSpPr/>
            <p:nvPr/>
          </p:nvSpPr>
          <p:spPr>
            <a:xfrm>
              <a:off x="673884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08" name="Line 246"/>
            <p:cNvSpPr/>
            <p:nvPr/>
          </p:nvSpPr>
          <p:spPr>
            <a:xfrm>
              <a:off x="6506640" y="2738160"/>
              <a:ext cx="32580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09" name="Line 247"/>
            <p:cNvSpPr/>
            <p:nvPr/>
          </p:nvSpPr>
          <p:spPr>
            <a:xfrm flipV="1">
              <a:off x="6505560" y="2689200"/>
              <a:ext cx="32688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0" name="Line 248"/>
            <p:cNvSpPr/>
            <p:nvPr/>
          </p:nvSpPr>
          <p:spPr>
            <a:xfrm>
              <a:off x="662616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811" name="Group 249"/>
          <p:cNvGrpSpPr/>
          <p:nvPr/>
        </p:nvGrpSpPr>
        <p:grpSpPr>
          <a:xfrm>
            <a:off x="6014880" y="2647800"/>
            <a:ext cx="326880" cy="247680"/>
            <a:chOff x="6014880" y="2647800"/>
            <a:chExt cx="326880" cy="247680"/>
          </a:xfrm>
        </p:grpSpPr>
        <p:sp>
          <p:nvSpPr>
            <p:cNvPr id="812" name="CustomShape 250"/>
            <p:cNvSpPr/>
            <p:nvPr/>
          </p:nvSpPr>
          <p:spPr>
            <a:xfrm>
              <a:off x="6016320" y="2647800"/>
              <a:ext cx="32544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13" name="Line 251"/>
            <p:cNvSpPr/>
            <p:nvPr/>
          </p:nvSpPr>
          <p:spPr>
            <a:xfrm>
              <a:off x="624852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4" name="Line 252"/>
            <p:cNvSpPr/>
            <p:nvPr/>
          </p:nvSpPr>
          <p:spPr>
            <a:xfrm>
              <a:off x="6016320" y="2738160"/>
              <a:ext cx="325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5" name="Line 253"/>
            <p:cNvSpPr/>
            <p:nvPr/>
          </p:nvSpPr>
          <p:spPr>
            <a:xfrm flipV="1">
              <a:off x="6014880" y="2689200"/>
              <a:ext cx="32688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16" name="Line 254"/>
            <p:cNvSpPr/>
            <p:nvPr/>
          </p:nvSpPr>
          <p:spPr>
            <a:xfrm>
              <a:off x="613584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817" name="Group 255"/>
          <p:cNvGrpSpPr/>
          <p:nvPr/>
        </p:nvGrpSpPr>
        <p:grpSpPr>
          <a:xfrm>
            <a:off x="5386320" y="2647800"/>
            <a:ext cx="326880" cy="247680"/>
            <a:chOff x="5386320" y="2647800"/>
            <a:chExt cx="326880" cy="247680"/>
          </a:xfrm>
        </p:grpSpPr>
        <p:sp>
          <p:nvSpPr>
            <p:cNvPr id="818" name="CustomShape 256"/>
            <p:cNvSpPr/>
            <p:nvPr/>
          </p:nvSpPr>
          <p:spPr>
            <a:xfrm>
              <a:off x="5387760" y="2647800"/>
              <a:ext cx="32544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19" name="Line 257"/>
            <p:cNvSpPr/>
            <p:nvPr/>
          </p:nvSpPr>
          <p:spPr>
            <a:xfrm>
              <a:off x="561996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0" name="Line 258"/>
            <p:cNvSpPr/>
            <p:nvPr/>
          </p:nvSpPr>
          <p:spPr>
            <a:xfrm>
              <a:off x="5387760" y="2738160"/>
              <a:ext cx="325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1" name="Line 259"/>
            <p:cNvSpPr/>
            <p:nvPr/>
          </p:nvSpPr>
          <p:spPr>
            <a:xfrm flipV="1">
              <a:off x="5386320" y="2689200"/>
              <a:ext cx="32688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2" name="Line 260"/>
            <p:cNvSpPr/>
            <p:nvPr/>
          </p:nvSpPr>
          <p:spPr>
            <a:xfrm>
              <a:off x="550728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823" name="Group 261"/>
          <p:cNvGrpSpPr/>
          <p:nvPr/>
        </p:nvGrpSpPr>
        <p:grpSpPr>
          <a:xfrm>
            <a:off x="4886280" y="2647800"/>
            <a:ext cx="328320" cy="247680"/>
            <a:chOff x="4886280" y="2647800"/>
            <a:chExt cx="328320" cy="247680"/>
          </a:xfrm>
        </p:grpSpPr>
        <p:sp>
          <p:nvSpPr>
            <p:cNvPr id="824" name="CustomShape 262"/>
            <p:cNvSpPr/>
            <p:nvPr/>
          </p:nvSpPr>
          <p:spPr>
            <a:xfrm>
              <a:off x="4887720" y="2647800"/>
              <a:ext cx="326880" cy="247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825" name="Line 263"/>
            <p:cNvSpPr/>
            <p:nvPr/>
          </p:nvSpPr>
          <p:spPr>
            <a:xfrm>
              <a:off x="5121000" y="2689200"/>
              <a:ext cx="108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6" name="Line 264"/>
            <p:cNvSpPr/>
            <p:nvPr/>
          </p:nvSpPr>
          <p:spPr>
            <a:xfrm>
              <a:off x="4887360" y="2738160"/>
              <a:ext cx="3272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7" name="Line 265"/>
            <p:cNvSpPr/>
            <p:nvPr/>
          </p:nvSpPr>
          <p:spPr>
            <a:xfrm flipV="1">
              <a:off x="4886280" y="2689200"/>
              <a:ext cx="32832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828" name="Line 266"/>
            <p:cNvSpPr/>
            <p:nvPr/>
          </p:nvSpPr>
          <p:spPr>
            <a:xfrm>
              <a:off x="5007600" y="2689200"/>
              <a:ext cx="1440" cy="20628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829" name="TextShape 267"/>
          <p:cNvSpPr txBox="1"/>
          <p:nvPr/>
        </p:nvSpPr>
        <p:spPr>
          <a:xfrm>
            <a:off x="8255160" y="6124680"/>
            <a:ext cx="626760" cy="364680"/>
          </a:xfrm>
          <a:prstGeom prst="rect">
            <a:avLst/>
          </a:prstGeom>
          <a:noFill/>
          <a:ln>
            <a:noFill/>
          </a:ln>
        </p:spPr>
        <p:txBody>
          <a:bodyPr anchor="ctr">
            <a:noAutofit/>
          </a:bodyPr>
          <a:lstStyle/>
          <a:p>
            <a:pPr algn="r">
              <a:lnSpc>
                <a:spcPct val="100000"/>
              </a:lnSpc>
            </a:pPr>
            <a:fld id="{A751B8B6-704E-4522-87DA-922D172D8892}" type="slidenum">
              <a:rPr lang="nl-NL" sz="1000" b="0" strike="noStrike" spc="-1">
                <a:solidFill>
                  <a:srgbClr val="FFFFFF"/>
                </a:solidFill>
                <a:latin typeface="Arial"/>
                <a:ea typeface="ＭＳ Ｐゴシック"/>
              </a:rPr>
              <a:t>19</a:t>
            </a:fld>
            <a:endParaRPr lang="nl-NL" sz="1000" b="0" strike="noStrike" spc="-1">
              <a:latin typeface="Calibri"/>
            </a:endParaRPr>
          </a:p>
        </p:txBody>
      </p:sp>
      <p:sp>
        <p:nvSpPr>
          <p:cNvPr id="830" name="CustomShape 268"/>
          <p:cNvSpPr/>
          <p:nvPr/>
        </p:nvSpPr>
        <p:spPr>
          <a:xfrm>
            <a:off x="7324560" y="630720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2</a:t>
            </a:r>
            <a:endParaRPr lang="nl-NL" sz="1400" b="0" strike="noStrike" spc="-1">
              <a:latin typeface="Calibri"/>
            </a:endParaRPr>
          </a:p>
        </p:txBody>
      </p:sp>
    </p:spTree>
    <p:extLst>
      <p:ext uri="{BB962C8B-B14F-4D97-AF65-F5344CB8AC3E}">
        <p14:creationId xmlns:p14="http://schemas.microsoft.com/office/powerpoint/2010/main" val="1424255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1" name="Picture 12" descr="underline_base"/>
          <p:cNvPicPr/>
          <p:nvPr/>
        </p:nvPicPr>
        <p:blipFill>
          <a:blip r:embed="rId2"/>
          <a:stretch/>
        </p:blipFill>
        <p:spPr>
          <a:xfrm>
            <a:off x="2758320" y="861120"/>
            <a:ext cx="6235560" cy="240840"/>
          </a:xfrm>
          <a:prstGeom prst="rect">
            <a:avLst/>
          </a:prstGeom>
          <a:ln>
            <a:noFill/>
          </a:ln>
        </p:spPr>
      </p:pic>
      <p:sp>
        <p:nvSpPr>
          <p:cNvPr id="832" name="TextShape 1"/>
          <p:cNvSpPr txBox="1"/>
          <p:nvPr/>
        </p:nvSpPr>
        <p:spPr>
          <a:xfrm>
            <a:off x="2758320" y="11520"/>
            <a:ext cx="8435520" cy="1142640"/>
          </a:xfrm>
          <a:prstGeom prst="rect">
            <a:avLst/>
          </a:prstGeom>
          <a:noFill/>
          <a:ln>
            <a:noFill/>
          </a:ln>
        </p:spPr>
        <p:txBody>
          <a:bodyPr anchor="ctr">
            <a:normAutofit/>
          </a:bodyPr>
          <a:lstStyle/>
          <a:p>
            <a:pPr>
              <a:lnSpc>
                <a:spcPct val="100000"/>
              </a:lnSpc>
            </a:pPr>
            <a:r>
              <a:rPr lang="en-US" sz="3600" b="0" strike="noStrike" spc="-1">
                <a:solidFill>
                  <a:srgbClr val="25167A"/>
                </a:solidFill>
                <a:latin typeface="Calibri"/>
                <a:ea typeface="ＭＳ Ｐゴシック"/>
              </a:rPr>
              <a:t>Openflow data plane abstraction</a:t>
            </a:r>
            <a:endParaRPr lang="nl-NL" sz="3600" b="0" strike="noStrike" spc="-1">
              <a:solidFill>
                <a:srgbClr val="000000"/>
              </a:solidFill>
              <a:latin typeface="Arial"/>
            </a:endParaRPr>
          </a:p>
        </p:txBody>
      </p:sp>
      <p:sp>
        <p:nvSpPr>
          <p:cNvPr id="833" name="TextShape 2"/>
          <p:cNvSpPr txBox="1"/>
          <p:nvPr/>
        </p:nvSpPr>
        <p:spPr>
          <a:xfrm>
            <a:off x="431640" y="1243080"/>
            <a:ext cx="8457840" cy="2577600"/>
          </a:xfrm>
          <a:prstGeom prst="rect">
            <a:avLst/>
          </a:prstGeom>
          <a:noFill/>
          <a:ln>
            <a:noFill/>
          </a:ln>
        </p:spPr>
        <p:txBody>
          <a:bodyPr>
            <a:noAutofit/>
          </a:bodyPr>
          <a:lstStyle/>
          <a:p>
            <a:pPr marL="343080" indent="-342720">
              <a:lnSpc>
                <a:spcPct val="100000"/>
              </a:lnSpc>
              <a:spcBef>
                <a:spcPts val="400"/>
              </a:spcBef>
              <a:tabLst>
                <a:tab pos="0" algn="l"/>
              </a:tabLst>
            </a:pPr>
            <a:r>
              <a:rPr lang="en-US" sz="2000" b="0" i="1" strike="noStrike" spc="-1">
                <a:solidFill>
                  <a:srgbClr val="000090"/>
                </a:solidFill>
                <a:latin typeface="Calibri"/>
                <a:ea typeface="ＭＳ Ｐゴシック"/>
              </a:rPr>
              <a:t>flow</a:t>
            </a:r>
            <a:r>
              <a:rPr lang="en-US" sz="2000" b="0" strike="noStrike" spc="-1">
                <a:solidFill>
                  <a:srgbClr val="000090"/>
                </a:solidFill>
                <a:latin typeface="Calibri"/>
                <a:ea typeface="ＭＳ Ｐゴシック"/>
              </a:rPr>
              <a:t>: defined by header fields</a:t>
            </a:r>
            <a:endParaRPr lang="nl-NL" sz="2000" b="0" strike="noStrike" spc="-1">
              <a:solidFill>
                <a:srgbClr val="000000"/>
              </a:solidFill>
              <a:latin typeface="Arial"/>
            </a:endParaRPr>
          </a:p>
          <a:p>
            <a:pPr marL="343080" indent="-342720">
              <a:lnSpc>
                <a:spcPct val="100000"/>
              </a:lnSpc>
              <a:spcBef>
                <a:spcPts val="400"/>
              </a:spcBef>
              <a:tabLst>
                <a:tab pos="0" algn="l"/>
              </a:tabLst>
            </a:pPr>
            <a:r>
              <a:rPr lang="en-US" sz="2000" b="0" strike="noStrike" spc="-1">
                <a:solidFill>
                  <a:srgbClr val="000090"/>
                </a:solidFill>
                <a:latin typeface="Calibri"/>
                <a:ea typeface="ＭＳ Ｐゴシック"/>
              </a:rPr>
              <a:t>generalized forwarding: simple packet-handling rules</a:t>
            </a:r>
            <a:endParaRPr lang="nl-NL" sz="2000" b="0" strike="noStrike" spc="-1">
              <a:solidFill>
                <a:srgbClr val="000000"/>
              </a:solidFill>
              <a:latin typeface="Arial"/>
            </a:endParaRPr>
          </a:p>
          <a:p>
            <a:pPr marL="628560" lvl="1" indent="-285480">
              <a:lnSpc>
                <a:spcPct val="100000"/>
              </a:lnSpc>
              <a:spcBef>
                <a:spcPts val="400"/>
              </a:spcBef>
              <a:buClr>
                <a:srgbClr val="CC0000"/>
              </a:buClr>
              <a:buFont typeface="Arial"/>
              <a:buChar char="•"/>
              <a:tabLst>
                <a:tab pos="0" algn="l"/>
              </a:tabLst>
            </a:pPr>
            <a:r>
              <a:rPr lang="en-US" sz="2000" b="0" i="1" strike="noStrike" spc="-1">
                <a:solidFill>
                  <a:srgbClr val="CC0000"/>
                </a:solidFill>
                <a:latin typeface="Calibri"/>
                <a:ea typeface="ＭＳ Ｐゴシック"/>
              </a:rPr>
              <a:t>Pattern</a:t>
            </a:r>
            <a:r>
              <a:rPr lang="en-US" sz="2000" b="0" i="1" strike="noStrike" spc="-1">
                <a:solidFill>
                  <a:srgbClr val="000090"/>
                </a:solidFill>
                <a:latin typeface="Calibri"/>
                <a:ea typeface="ＭＳ Ｐゴシック"/>
              </a:rPr>
              <a:t>: </a:t>
            </a:r>
            <a:r>
              <a:rPr lang="en-US" sz="2000" b="0" strike="noStrike" spc="-1">
                <a:solidFill>
                  <a:srgbClr val="000090"/>
                </a:solidFill>
                <a:latin typeface="Calibri"/>
                <a:ea typeface="ＭＳ Ｐゴシック"/>
              </a:rPr>
              <a:t>match </a:t>
            </a:r>
            <a:r>
              <a:rPr lang="en-US" sz="2000" b="0" strike="noStrike" spc="-1">
                <a:solidFill>
                  <a:srgbClr val="000000"/>
                </a:solidFill>
                <a:latin typeface="Calibri"/>
                <a:ea typeface="ＭＳ Ｐゴシック"/>
              </a:rPr>
              <a:t>values in packet header fields</a:t>
            </a:r>
            <a:endParaRPr lang="nl-NL" sz="2000" b="0" strike="noStrike" spc="-1">
              <a:solidFill>
                <a:srgbClr val="000000"/>
              </a:solidFill>
              <a:latin typeface="Arial"/>
            </a:endParaRPr>
          </a:p>
          <a:p>
            <a:pPr marL="628560" lvl="1" indent="-285480">
              <a:lnSpc>
                <a:spcPct val="100000"/>
              </a:lnSpc>
              <a:spcBef>
                <a:spcPts val="400"/>
              </a:spcBef>
              <a:buClr>
                <a:srgbClr val="CC0000"/>
              </a:buClr>
              <a:buFont typeface="Arial"/>
              <a:buChar char="•"/>
              <a:tabLst>
                <a:tab pos="0" algn="l"/>
              </a:tabLst>
            </a:pPr>
            <a:r>
              <a:rPr lang="en-US" sz="2000" b="0" i="1" strike="noStrike" spc="-1">
                <a:solidFill>
                  <a:srgbClr val="CC0000"/>
                </a:solidFill>
                <a:latin typeface="Calibri"/>
                <a:ea typeface="ＭＳ Ｐゴシック"/>
              </a:rPr>
              <a:t>Actions: for matched packet: </a:t>
            </a:r>
            <a:r>
              <a:rPr lang="en-US" sz="2000" b="0" strike="noStrike" spc="-1">
                <a:solidFill>
                  <a:srgbClr val="000000"/>
                </a:solidFill>
                <a:latin typeface="Calibri"/>
                <a:ea typeface="ＭＳ Ｐゴシック"/>
              </a:rPr>
              <a:t>drop, forward, modify matched packet or send matched packet to controller </a:t>
            </a:r>
            <a:endParaRPr lang="nl-NL" sz="2000" b="0" strike="noStrike" spc="-1">
              <a:solidFill>
                <a:srgbClr val="000000"/>
              </a:solidFill>
              <a:latin typeface="Arial"/>
            </a:endParaRPr>
          </a:p>
          <a:p>
            <a:pPr marL="628560" lvl="1" indent="-285480">
              <a:lnSpc>
                <a:spcPct val="100000"/>
              </a:lnSpc>
              <a:spcBef>
                <a:spcPts val="400"/>
              </a:spcBef>
              <a:buClr>
                <a:srgbClr val="CC0000"/>
              </a:buClr>
              <a:buFont typeface="Arial"/>
              <a:buChar char="•"/>
              <a:tabLst>
                <a:tab pos="0" algn="l"/>
              </a:tabLst>
            </a:pPr>
            <a:r>
              <a:rPr lang="en-US" sz="2000" b="0" i="1" strike="noStrike" spc="-1">
                <a:solidFill>
                  <a:srgbClr val="CC0000"/>
                </a:solidFill>
                <a:latin typeface="Calibri"/>
                <a:ea typeface="ＭＳ Ｐゴシック"/>
              </a:rPr>
              <a:t>Priority</a:t>
            </a:r>
            <a:r>
              <a:rPr lang="en-US" sz="2000" b="0" strike="noStrike" spc="-1">
                <a:solidFill>
                  <a:srgbClr val="000000"/>
                </a:solidFill>
                <a:latin typeface="Calibri"/>
                <a:ea typeface="ＭＳ Ｐゴシック"/>
              </a:rPr>
              <a:t>: disambiguate overlapping patterns</a:t>
            </a:r>
            <a:endParaRPr lang="nl-NL" sz="2000" b="0" strike="noStrike" spc="-1">
              <a:solidFill>
                <a:srgbClr val="000000"/>
              </a:solidFill>
              <a:latin typeface="Arial"/>
            </a:endParaRPr>
          </a:p>
          <a:p>
            <a:pPr marL="628560" lvl="1" indent="-285480">
              <a:lnSpc>
                <a:spcPct val="100000"/>
              </a:lnSpc>
              <a:spcBef>
                <a:spcPts val="400"/>
              </a:spcBef>
              <a:buClr>
                <a:srgbClr val="CC0000"/>
              </a:buClr>
              <a:buFont typeface="Arial"/>
              <a:buChar char="•"/>
              <a:tabLst>
                <a:tab pos="0" algn="l"/>
              </a:tabLst>
            </a:pPr>
            <a:r>
              <a:rPr lang="en-US" sz="2000" b="0" i="1" strike="noStrike" spc="-1">
                <a:solidFill>
                  <a:srgbClr val="CC0000"/>
                </a:solidFill>
                <a:latin typeface="Calibri"/>
                <a:ea typeface="ＭＳ Ｐゴシック"/>
              </a:rPr>
              <a:t>Counters: </a:t>
            </a:r>
            <a:r>
              <a:rPr lang="en-US" sz="2000" b="0" strike="noStrike" spc="-1">
                <a:solidFill>
                  <a:srgbClr val="000000"/>
                </a:solidFill>
                <a:latin typeface="Calibri"/>
                <a:ea typeface="ＭＳ Ｐゴシック"/>
              </a:rPr>
              <a:t>#bytes and #packets</a:t>
            </a:r>
            <a:endParaRPr lang="nl-NL" sz="2000" b="0" strike="noStrike" spc="-1">
              <a:solidFill>
                <a:srgbClr val="000000"/>
              </a:solidFill>
              <a:latin typeface="Arial"/>
            </a:endParaRPr>
          </a:p>
        </p:txBody>
      </p:sp>
      <p:grpSp>
        <p:nvGrpSpPr>
          <p:cNvPr id="834" name="Group 3"/>
          <p:cNvGrpSpPr/>
          <p:nvPr/>
        </p:nvGrpSpPr>
        <p:grpSpPr>
          <a:xfrm>
            <a:off x="4913640" y="4272840"/>
            <a:ext cx="2179440" cy="891000"/>
            <a:chOff x="4913640" y="4272840"/>
            <a:chExt cx="2179440" cy="891000"/>
          </a:xfrm>
        </p:grpSpPr>
        <p:sp>
          <p:nvSpPr>
            <p:cNvPr id="835" name="Line 4"/>
            <p:cNvSpPr/>
            <p:nvPr/>
          </p:nvSpPr>
          <p:spPr>
            <a:xfrm>
              <a:off x="4913640" y="4670640"/>
              <a:ext cx="620640" cy="14400"/>
            </a:xfrm>
            <a:prstGeom prst="line">
              <a:avLst/>
            </a:prstGeom>
            <a:ln w="25560">
              <a:solidFill>
                <a:srgbClr val="8E8EE4"/>
              </a:solidFill>
              <a:round/>
            </a:ln>
          </p:spPr>
          <p:style>
            <a:lnRef idx="0">
              <a:scrgbClr r="0" g="0" b="0"/>
            </a:lnRef>
            <a:fillRef idx="0">
              <a:scrgbClr r="0" g="0" b="0"/>
            </a:fillRef>
            <a:effectRef idx="0">
              <a:scrgbClr r="0" g="0" b="0"/>
            </a:effectRef>
            <a:fontRef idx="minor"/>
          </p:style>
        </p:sp>
        <p:sp>
          <p:nvSpPr>
            <p:cNvPr id="836" name="Line 5"/>
            <p:cNvSpPr/>
            <p:nvPr/>
          </p:nvSpPr>
          <p:spPr>
            <a:xfrm>
              <a:off x="6341040" y="4670640"/>
              <a:ext cx="621000" cy="14400"/>
            </a:xfrm>
            <a:prstGeom prst="line">
              <a:avLst/>
            </a:prstGeom>
            <a:ln w="25560">
              <a:solidFill>
                <a:srgbClr val="8E8EE4"/>
              </a:solidFill>
              <a:round/>
            </a:ln>
          </p:spPr>
          <p:style>
            <a:lnRef idx="0">
              <a:scrgbClr r="0" g="0" b="0"/>
            </a:lnRef>
            <a:fillRef idx="0">
              <a:scrgbClr r="0" g="0" b="0"/>
            </a:fillRef>
            <a:effectRef idx="0">
              <a:scrgbClr r="0" g="0" b="0"/>
            </a:effectRef>
            <a:fontRef idx="minor"/>
          </p:style>
        </p:sp>
        <p:grpSp>
          <p:nvGrpSpPr>
            <p:cNvPr id="837" name="Group 6"/>
            <p:cNvGrpSpPr/>
            <p:nvPr/>
          </p:nvGrpSpPr>
          <p:grpSpPr>
            <a:xfrm>
              <a:off x="5482800" y="4368240"/>
              <a:ext cx="910440" cy="653040"/>
              <a:chOff x="5482800" y="4368240"/>
              <a:chExt cx="910440" cy="653040"/>
            </a:xfrm>
          </p:grpSpPr>
          <p:sp>
            <p:nvSpPr>
              <p:cNvPr id="838" name="CustomShape 7"/>
              <p:cNvSpPr/>
              <p:nvPr/>
            </p:nvSpPr>
            <p:spPr>
              <a:xfrm flipV="1">
                <a:off x="5485680" y="4544640"/>
                <a:ext cx="907560" cy="476280"/>
              </a:xfrm>
              <a:prstGeom prst="ellipse">
                <a:avLst/>
              </a:prstGeom>
              <a:gradFill rotWithShape="0">
                <a:gsLst>
                  <a:gs pos="0">
                    <a:srgbClr val="262699"/>
                  </a:gs>
                  <a:gs pos="100000">
                    <a:srgbClr val="8585E0"/>
                  </a:gs>
                </a:gsLst>
                <a:lin ang="0"/>
              </a:gradFill>
              <a:ln w="6480">
                <a:solidFill>
                  <a:schemeClr val="tx1"/>
                </a:solidFill>
                <a:round/>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sp>
          <p:sp>
            <p:nvSpPr>
              <p:cNvPr id="839" name="CustomShape 8"/>
              <p:cNvSpPr/>
              <p:nvPr/>
            </p:nvSpPr>
            <p:spPr>
              <a:xfrm>
                <a:off x="5483160" y="4612320"/>
                <a:ext cx="910080" cy="17280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40" name="CustomShape 9"/>
              <p:cNvSpPr/>
              <p:nvPr/>
            </p:nvSpPr>
            <p:spPr>
              <a:xfrm flipV="1">
                <a:off x="5483160" y="4367880"/>
                <a:ext cx="907560" cy="476280"/>
              </a:xfrm>
              <a:prstGeom prst="ellipse">
                <a:avLst/>
              </a:prstGeom>
              <a:solidFill>
                <a:srgbClr val="BFBFBF"/>
              </a:solidFill>
              <a:ln w="6480">
                <a:solidFill>
                  <a:schemeClr val="tx1"/>
                </a:solidFill>
                <a:round/>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sp>
          <p:sp>
            <p:nvSpPr>
              <p:cNvPr id="841" name="CustomShape 10"/>
              <p:cNvSpPr/>
              <p:nvPr/>
            </p:nvSpPr>
            <p:spPr>
              <a:xfrm>
                <a:off x="5716440" y="4512960"/>
                <a:ext cx="440280" cy="2397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42" name="CustomShape 11"/>
              <p:cNvSpPr/>
              <p:nvPr/>
            </p:nvSpPr>
            <p:spPr>
              <a:xfrm>
                <a:off x="5670360" y="4453560"/>
                <a:ext cx="533160" cy="1656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w="9360">
                <a:noFill/>
              </a:ln>
              <a:effectLst>
                <a:outerShdw dist="23040" dir="5400000" rotWithShape="0">
                  <a:srgbClr val="000000">
                    <a:alpha val="35000"/>
                  </a:srgbClr>
                </a:outerShdw>
              </a:effectLst>
            </p:spPr>
            <p:style>
              <a:lnRef idx="0">
                <a:scrgbClr r="0" g="0" b="0"/>
              </a:lnRef>
              <a:fillRef idx="0">
                <a:scrgbClr r="0" g="0" b="0"/>
              </a:fillRef>
              <a:effectRef idx="0">
                <a:scrgbClr r="0" g="0" b="0"/>
              </a:effectRef>
              <a:fontRef idx="minor"/>
            </p:style>
          </p:sp>
          <p:sp>
            <p:nvSpPr>
              <p:cNvPr id="843" name="CustomShape 12"/>
              <p:cNvSpPr/>
              <p:nvPr/>
            </p:nvSpPr>
            <p:spPr>
              <a:xfrm>
                <a:off x="6021720" y="4594320"/>
                <a:ext cx="194760" cy="14400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w="9360">
                <a:noFill/>
              </a:ln>
              <a:effectLst>
                <a:outerShdw dist="23040" dir="5400000" rotWithShape="0">
                  <a:srgbClr val="000000">
                    <a:alpha val="35000"/>
                  </a:srgbClr>
                </a:outerShdw>
              </a:effectLst>
            </p:spPr>
            <p:style>
              <a:lnRef idx="0">
                <a:scrgbClr r="0" g="0" b="0"/>
              </a:lnRef>
              <a:fillRef idx="0">
                <a:scrgbClr r="0" g="0" b="0"/>
              </a:fillRef>
              <a:effectRef idx="0">
                <a:scrgbClr r="0" g="0" b="0"/>
              </a:effectRef>
              <a:fontRef idx="minor"/>
            </p:style>
          </p:sp>
          <p:sp>
            <p:nvSpPr>
              <p:cNvPr id="844" name="CustomShape 13"/>
              <p:cNvSpPr/>
              <p:nvPr/>
            </p:nvSpPr>
            <p:spPr>
              <a:xfrm>
                <a:off x="5659560" y="4597920"/>
                <a:ext cx="192240" cy="14400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rgbClr val="262699"/>
              </a:solidFill>
              <a:ln w="9360">
                <a:noFill/>
              </a:ln>
              <a:effectLst>
                <a:outerShdw dist="23040" dir="5400000" rotWithShape="0">
                  <a:srgbClr val="000000">
                    <a:alpha val="35000"/>
                  </a:srgbClr>
                </a:outerShdw>
              </a:effectLst>
            </p:spPr>
            <p:style>
              <a:lnRef idx="0">
                <a:scrgbClr r="0" g="0" b="0"/>
              </a:lnRef>
              <a:fillRef idx="0">
                <a:scrgbClr r="0" g="0" b="0"/>
              </a:fillRef>
              <a:effectRef idx="0">
                <a:scrgbClr r="0" g="0" b="0"/>
              </a:effectRef>
              <a:fontRef idx="minor"/>
            </p:style>
          </p:sp>
          <p:sp>
            <p:nvSpPr>
              <p:cNvPr id="845" name="Line 14"/>
              <p:cNvSpPr/>
              <p:nvPr/>
            </p:nvSpPr>
            <p:spPr>
              <a:xfrm flipH="1" flipV="1">
                <a:off x="5482800" y="4608360"/>
                <a:ext cx="2520" cy="183960"/>
              </a:xfrm>
              <a:prstGeom prst="line">
                <a:avLst/>
              </a:prstGeom>
              <a:ln w="6480">
                <a:solidFill>
                  <a:schemeClr val="tx1"/>
                </a:solidFill>
                <a:round/>
              </a:ln>
            </p:spPr>
            <p:style>
              <a:lnRef idx="0">
                <a:scrgbClr r="0" g="0" b="0"/>
              </a:lnRef>
              <a:fillRef idx="0">
                <a:scrgbClr r="0" g="0" b="0"/>
              </a:fillRef>
              <a:effectRef idx="0">
                <a:scrgbClr r="0" g="0" b="0"/>
              </a:effectRef>
              <a:fontRef idx="minor"/>
            </p:style>
          </p:sp>
          <p:sp>
            <p:nvSpPr>
              <p:cNvPr id="846" name="Line 15"/>
              <p:cNvSpPr/>
              <p:nvPr/>
            </p:nvSpPr>
            <p:spPr>
              <a:xfrm flipH="1" flipV="1">
                <a:off x="6390720" y="4604760"/>
                <a:ext cx="2520" cy="183960"/>
              </a:xfrm>
              <a:prstGeom prst="line">
                <a:avLst/>
              </a:prstGeom>
              <a:ln w="6480">
                <a:solidFill>
                  <a:schemeClr val="tx1"/>
                </a:solidFill>
                <a:round/>
              </a:ln>
            </p:spPr>
            <p:style>
              <a:lnRef idx="0">
                <a:scrgbClr r="0" g="0" b="0"/>
              </a:lnRef>
              <a:fillRef idx="0">
                <a:scrgbClr r="0" g="0" b="0"/>
              </a:fillRef>
              <a:effectRef idx="0">
                <a:scrgbClr r="0" g="0" b="0"/>
              </a:effectRef>
              <a:fontRef idx="minor"/>
            </p:style>
          </p:sp>
        </p:grpSp>
        <p:sp>
          <p:nvSpPr>
            <p:cNvPr id="847" name="Line 16"/>
            <p:cNvSpPr/>
            <p:nvPr/>
          </p:nvSpPr>
          <p:spPr>
            <a:xfrm>
              <a:off x="6284880" y="4896360"/>
              <a:ext cx="609480" cy="267480"/>
            </a:xfrm>
            <a:prstGeom prst="line">
              <a:avLst/>
            </a:prstGeom>
            <a:ln w="25560">
              <a:solidFill>
                <a:srgbClr val="8E8EE4"/>
              </a:solidFill>
              <a:round/>
            </a:ln>
          </p:spPr>
          <p:style>
            <a:lnRef idx="0">
              <a:scrgbClr r="0" g="0" b="0"/>
            </a:lnRef>
            <a:fillRef idx="0">
              <a:scrgbClr r="0" g="0" b="0"/>
            </a:fillRef>
            <a:effectRef idx="0">
              <a:scrgbClr r="0" g="0" b="0"/>
            </a:effectRef>
            <a:fontRef idx="minor"/>
          </p:style>
        </p:sp>
        <p:sp>
          <p:nvSpPr>
            <p:cNvPr id="848" name="Line 17"/>
            <p:cNvSpPr/>
            <p:nvPr/>
          </p:nvSpPr>
          <p:spPr>
            <a:xfrm flipV="1">
              <a:off x="6345360" y="4272840"/>
              <a:ext cx="747720" cy="229320"/>
            </a:xfrm>
            <a:prstGeom prst="line">
              <a:avLst/>
            </a:prstGeom>
            <a:ln w="25560">
              <a:solidFill>
                <a:srgbClr val="8E8EE4"/>
              </a:solidFill>
              <a:round/>
            </a:ln>
          </p:spPr>
          <p:style>
            <a:lnRef idx="0">
              <a:scrgbClr r="0" g="0" b="0"/>
            </a:lnRef>
            <a:fillRef idx="0">
              <a:scrgbClr r="0" g="0" b="0"/>
            </a:fillRef>
            <a:effectRef idx="0">
              <a:scrgbClr r="0" g="0" b="0"/>
            </a:effectRef>
            <a:fontRef idx="minor"/>
          </p:style>
        </p:sp>
      </p:grpSp>
      <p:sp>
        <p:nvSpPr>
          <p:cNvPr id="849" name="CustomShape 18"/>
          <p:cNvSpPr/>
          <p:nvPr/>
        </p:nvSpPr>
        <p:spPr>
          <a:xfrm>
            <a:off x="423000" y="5476320"/>
            <a:ext cx="6552720" cy="1187640"/>
          </a:xfrm>
          <a:prstGeom prst="rect">
            <a:avLst/>
          </a:prstGeom>
          <a:gradFill rotWithShape="0">
            <a:gsLst>
              <a:gs pos="0">
                <a:srgbClr val="E0FFF4"/>
              </a:gs>
              <a:gs pos="100000">
                <a:srgbClr val="B2FFE3"/>
              </a:gs>
            </a:gsLst>
            <a:lin ang="5400000"/>
          </a:gradFill>
          <a:ln w="9360">
            <a:solidFill>
              <a:srgbClr val="00CC98"/>
            </a:solidFill>
            <a:miter/>
          </a:ln>
          <a:effectLst>
            <a:outerShdw dist="20160" dir="5400000" rotWithShape="0">
              <a:srgbClr val="808080">
                <a:alpha val="38000"/>
              </a:srgbClr>
            </a:outerShdw>
          </a:effectLst>
        </p:spPr>
        <p:style>
          <a:lnRef idx="0">
            <a:scrgbClr r="0" g="0" b="0"/>
          </a:lnRef>
          <a:fillRef idx="0">
            <a:scrgbClr r="0" g="0" b="0"/>
          </a:fillRef>
          <a:effectRef idx="0">
            <a:scrgbClr r="0" g="0" b="0"/>
          </a:effectRef>
          <a:fontRef idx="minor"/>
        </p:style>
        <p:txBody>
          <a:bodyPr lIns="90000" tIns="45000" rIns="90000" bIns="45000">
            <a:spAutoFit/>
          </a:bodyPr>
          <a:lstStyle/>
          <a:p>
            <a:pPr marL="457200" indent="-456840">
              <a:lnSpc>
                <a:spcPct val="100000"/>
              </a:lnSpc>
              <a:buClr>
                <a:srgbClr val="000000"/>
              </a:buClr>
              <a:buFont typeface="StarSymbol"/>
              <a:buAutoNum type="arabicPeriod"/>
            </a:pPr>
            <a:r>
              <a:rPr lang="en-US" sz="2400" b="0" strike="noStrike" spc="-1">
                <a:solidFill>
                  <a:srgbClr val="000000"/>
                </a:solidFill>
                <a:latin typeface="Calibri"/>
                <a:ea typeface="ヒラギノ角ゴ Pro W3"/>
              </a:rPr>
              <a:t>src=1.2.*.*, dest=3.4.5.* </a:t>
            </a:r>
            <a:r>
              <a:rPr lang="en-US" sz="2400" b="0" strike="noStrike" spc="-1">
                <a:solidFill>
                  <a:srgbClr val="000000"/>
                </a:solidFill>
                <a:latin typeface="Wingdings"/>
                <a:ea typeface="ヒラギノ角ゴ Pro W3"/>
              </a:rPr>
              <a:t></a:t>
            </a:r>
            <a:r>
              <a:rPr lang="en-US" sz="2400" b="0" strike="noStrike" spc="-1">
                <a:solidFill>
                  <a:srgbClr val="000000"/>
                </a:solidFill>
                <a:latin typeface="Calibri"/>
                <a:ea typeface="ヒラギノ角ゴ Pro W3"/>
              </a:rPr>
              <a:t> drop                        </a:t>
            </a:r>
            <a:endParaRPr lang="nl-NL" sz="2400" b="0" strike="noStrike" spc="-1">
              <a:latin typeface="Calibri"/>
            </a:endParaRPr>
          </a:p>
          <a:p>
            <a:pPr marL="457200" indent="-456840">
              <a:lnSpc>
                <a:spcPct val="100000"/>
              </a:lnSpc>
              <a:buClr>
                <a:srgbClr val="000000"/>
              </a:buClr>
              <a:buFont typeface="StarSymbol"/>
              <a:buAutoNum type="arabicPeriod"/>
            </a:pPr>
            <a:r>
              <a:rPr lang="en-US" sz="2400" b="0" strike="noStrike" spc="-1">
                <a:solidFill>
                  <a:srgbClr val="000000"/>
                </a:solidFill>
                <a:latin typeface="Calibri"/>
                <a:ea typeface="ヒラギノ角ゴ Pro W3"/>
              </a:rPr>
              <a:t>src = *.*.*.*, dest=3.4.*.* </a:t>
            </a:r>
            <a:r>
              <a:rPr lang="en-US" sz="2400" b="0" strike="noStrike" spc="-1">
                <a:solidFill>
                  <a:srgbClr val="000000"/>
                </a:solidFill>
                <a:latin typeface="Wingdings"/>
                <a:ea typeface="ヒラギノ角ゴ Pro W3"/>
              </a:rPr>
              <a:t></a:t>
            </a:r>
            <a:r>
              <a:rPr lang="en-US" sz="2400" b="0" strike="noStrike" spc="-1">
                <a:solidFill>
                  <a:srgbClr val="000000"/>
                </a:solidFill>
                <a:latin typeface="Calibri"/>
                <a:ea typeface="ヒラギノ角ゴ Pro W3"/>
              </a:rPr>
              <a:t> forward(2)</a:t>
            </a:r>
            <a:endParaRPr lang="nl-NL" sz="2400" b="0" strike="noStrike" spc="-1">
              <a:latin typeface="Calibri"/>
            </a:endParaRPr>
          </a:p>
          <a:p>
            <a:pPr marL="457200" indent="-456840">
              <a:lnSpc>
                <a:spcPct val="100000"/>
              </a:lnSpc>
              <a:tabLst>
                <a:tab pos="0" algn="l"/>
              </a:tabLst>
            </a:pPr>
            <a:r>
              <a:rPr lang="en-US" sz="2400" b="0" strike="noStrike" spc="-1">
                <a:solidFill>
                  <a:srgbClr val="000000"/>
                </a:solidFill>
                <a:latin typeface="Calibri"/>
                <a:ea typeface="ヒラギノ角ゴ Pro W3"/>
              </a:rPr>
              <a:t>3.  src=10.1.2.3, dest=*.*.*.* </a:t>
            </a:r>
            <a:r>
              <a:rPr lang="en-US" sz="2400" b="0" strike="noStrike" spc="-1">
                <a:solidFill>
                  <a:srgbClr val="000000"/>
                </a:solidFill>
                <a:latin typeface="Wingdings"/>
                <a:ea typeface="ヒラギノ角ゴ Pro W3"/>
              </a:rPr>
              <a:t></a:t>
            </a:r>
            <a:r>
              <a:rPr lang="en-US" sz="2400" b="0" strike="noStrike" spc="-1">
                <a:solidFill>
                  <a:srgbClr val="000000"/>
                </a:solidFill>
                <a:latin typeface="Calibri"/>
                <a:ea typeface="ヒラギノ角ゴ Pro W3"/>
              </a:rPr>
              <a:t> send to controller</a:t>
            </a:r>
            <a:endParaRPr lang="nl-NL" sz="2400" b="0" strike="noStrike" spc="-1">
              <a:latin typeface="Calibri"/>
            </a:endParaRPr>
          </a:p>
        </p:txBody>
      </p:sp>
      <p:sp>
        <p:nvSpPr>
          <p:cNvPr id="850" name="CustomShape 19"/>
          <p:cNvSpPr/>
          <p:nvPr/>
        </p:nvSpPr>
        <p:spPr>
          <a:xfrm>
            <a:off x="5693760" y="5488200"/>
            <a:ext cx="12952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 : wildcard</a:t>
            </a:r>
            <a:endParaRPr lang="nl-NL" sz="1800" b="0" strike="noStrike" spc="-1">
              <a:latin typeface="Calibri"/>
            </a:endParaRPr>
          </a:p>
        </p:txBody>
      </p:sp>
      <p:sp>
        <p:nvSpPr>
          <p:cNvPr id="851" name="CustomShape 20"/>
          <p:cNvSpPr/>
          <p:nvPr/>
        </p:nvSpPr>
        <p:spPr>
          <a:xfrm>
            <a:off x="431640" y="4251240"/>
            <a:ext cx="4424400" cy="1095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200" b="0" i="1" strike="noStrike" spc="-1">
                <a:solidFill>
                  <a:srgbClr val="000000"/>
                </a:solidFill>
                <a:latin typeface="Arial"/>
                <a:ea typeface="ＭＳ Ｐゴシック"/>
              </a:rPr>
              <a:t>Flow table in a router (computed and distributed by controller) define router’s match+action rules</a:t>
            </a:r>
            <a:endParaRPr lang="nl-NL" sz="2200" b="0" strike="noStrike" spc="-1">
              <a:latin typeface="Calibri"/>
            </a:endParaRPr>
          </a:p>
        </p:txBody>
      </p:sp>
      <p:sp>
        <p:nvSpPr>
          <p:cNvPr id="852" name="TextShape 21"/>
          <p:cNvSpPr txBox="1"/>
          <p:nvPr/>
        </p:nvSpPr>
        <p:spPr>
          <a:xfrm>
            <a:off x="8255160" y="6124680"/>
            <a:ext cx="626760" cy="364680"/>
          </a:xfrm>
          <a:prstGeom prst="rect">
            <a:avLst/>
          </a:prstGeom>
          <a:noFill/>
          <a:ln>
            <a:noFill/>
          </a:ln>
        </p:spPr>
        <p:txBody>
          <a:bodyPr anchor="ctr">
            <a:noAutofit/>
          </a:bodyPr>
          <a:lstStyle/>
          <a:p>
            <a:pPr algn="r">
              <a:lnSpc>
                <a:spcPct val="100000"/>
              </a:lnSpc>
            </a:pPr>
            <a:fld id="{1C368D3B-E80F-4C39-8D53-F35665AA07B0}" type="slidenum">
              <a:rPr lang="nl-NL" sz="1000" b="0" strike="noStrike" spc="-1">
                <a:solidFill>
                  <a:srgbClr val="FFFFFF"/>
                </a:solidFill>
                <a:latin typeface="Arial"/>
                <a:ea typeface="ＭＳ Ｐゴシック"/>
              </a:rPr>
              <a:t>20</a:t>
            </a:fld>
            <a:endParaRPr lang="nl-NL" sz="1000" b="0" strike="noStrike" spc="-1">
              <a:latin typeface="Calibri"/>
            </a:endParaRPr>
          </a:p>
        </p:txBody>
      </p:sp>
      <p:sp>
        <p:nvSpPr>
          <p:cNvPr id="853" name="CustomShape 22"/>
          <p:cNvSpPr/>
          <p:nvPr/>
        </p:nvSpPr>
        <p:spPr>
          <a:xfrm>
            <a:off x="7024320" y="640152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3</a:t>
            </a:r>
            <a:endParaRPr lang="nl-NL" sz="1400" b="0" strike="noStrike" spc="-1">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CustomShape 1"/>
          <p:cNvSpPr/>
          <p:nvPr/>
        </p:nvSpPr>
        <p:spPr>
          <a:xfrm>
            <a:off x="11160" y="920160"/>
            <a:ext cx="4620240" cy="36648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nchor="ctr">
            <a:spAutoFit/>
          </a:bodyPr>
          <a:lstStyle/>
          <a:p>
            <a:pPr>
              <a:lnSpc>
                <a:spcPct val="100000"/>
              </a:lnSpc>
            </a:pPr>
            <a:r>
              <a:rPr lang="en-US" sz="2400" b="0" strike="noStrike" spc="-1">
                <a:solidFill>
                  <a:srgbClr val="000090"/>
                </a:solidFill>
                <a:latin typeface="Gill Sans MT"/>
                <a:ea typeface="ＭＳ Ｐゴシック"/>
              </a:rPr>
              <a:t>Destination-based forwarding:</a:t>
            </a:r>
            <a:endParaRPr lang="nl-NL" sz="2400" b="0" strike="noStrike" spc="-1">
              <a:latin typeface="Calibri"/>
            </a:endParaRPr>
          </a:p>
        </p:txBody>
      </p:sp>
      <p:sp>
        <p:nvSpPr>
          <p:cNvPr id="855" name="CustomShape 2"/>
          <p:cNvSpPr/>
          <p:nvPr/>
        </p:nvSpPr>
        <p:spPr>
          <a:xfrm>
            <a:off x="477720" y="203796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grpSp>
        <p:nvGrpSpPr>
          <p:cNvPr id="856" name="Group 3"/>
          <p:cNvGrpSpPr/>
          <p:nvPr/>
        </p:nvGrpSpPr>
        <p:grpSpPr>
          <a:xfrm>
            <a:off x="479160" y="1369800"/>
            <a:ext cx="7482960" cy="571320"/>
            <a:chOff x="479160" y="1369800"/>
            <a:chExt cx="7482960" cy="571320"/>
          </a:xfrm>
        </p:grpSpPr>
        <p:sp>
          <p:nvSpPr>
            <p:cNvPr id="857" name="CustomShape 4"/>
            <p:cNvSpPr/>
            <p:nvPr/>
          </p:nvSpPr>
          <p:spPr>
            <a:xfrm>
              <a:off x="479160" y="1386360"/>
              <a:ext cx="66060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58" name="CustomShape 5"/>
            <p:cNvSpPr/>
            <p:nvPr/>
          </p:nvSpPr>
          <p:spPr>
            <a:xfrm>
              <a:off x="482400" y="136980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Switch</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Port</a:t>
              </a:r>
              <a:endParaRPr lang="nl-NL" sz="1700" b="0" strike="noStrike" spc="-1">
                <a:latin typeface="Calibri"/>
              </a:endParaRPr>
            </a:p>
          </p:txBody>
        </p:sp>
        <p:sp>
          <p:nvSpPr>
            <p:cNvPr id="859" name="CustomShape 6"/>
            <p:cNvSpPr/>
            <p:nvPr/>
          </p:nvSpPr>
          <p:spPr>
            <a:xfrm>
              <a:off x="114012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60" name="CustomShape 7"/>
            <p:cNvSpPr/>
            <p:nvPr/>
          </p:nvSpPr>
          <p:spPr>
            <a:xfrm>
              <a:off x="1135440" y="136980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MAC</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src</a:t>
              </a:r>
              <a:endParaRPr lang="nl-NL" sz="1700" b="0" strike="noStrike" spc="-1">
                <a:latin typeface="Calibri"/>
              </a:endParaRPr>
            </a:p>
          </p:txBody>
        </p:sp>
        <p:sp>
          <p:nvSpPr>
            <p:cNvPr id="861" name="CustomShape 8"/>
            <p:cNvSpPr/>
            <p:nvPr/>
          </p:nvSpPr>
          <p:spPr>
            <a:xfrm>
              <a:off x="180180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62" name="CustomShape 9"/>
            <p:cNvSpPr/>
            <p:nvPr/>
          </p:nvSpPr>
          <p:spPr>
            <a:xfrm>
              <a:off x="1832040" y="1369800"/>
              <a:ext cx="6325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MAC</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dst</a:t>
              </a:r>
              <a:endParaRPr lang="nl-NL" sz="1700" b="0" strike="noStrike" spc="-1">
                <a:latin typeface="Calibri"/>
              </a:endParaRPr>
            </a:p>
          </p:txBody>
        </p:sp>
        <p:sp>
          <p:nvSpPr>
            <p:cNvPr id="863" name="CustomShape 10"/>
            <p:cNvSpPr/>
            <p:nvPr/>
          </p:nvSpPr>
          <p:spPr>
            <a:xfrm>
              <a:off x="247176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64" name="CustomShape 11"/>
            <p:cNvSpPr/>
            <p:nvPr/>
          </p:nvSpPr>
          <p:spPr>
            <a:xfrm>
              <a:off x="2469600" y="1369800"/>
              <a:ext cx="65808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Eth</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type</a:t>
              </a:r>
              <a:endParaRPr lang="nl-NL" sz="1700" b="0" strike="noStrike" spc="-1">
                <a:latin typeface="Calibri"/>
              </a:endParaRPr>
            </a:p>
          </p:txBody>
        </p:sp>
        <p:sp>
          <p:nvSpPr>
            <p:cNvPr id="865" name="CustomShape 12"/>
            <p:cNvSpPr/>
            <p:nvPr/>
          </p:nvSpPr>
          <p:spPr>
            <a:xfrm>
              <a:off x="313380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66" name="CustomShape 13"/>
            <p:cNvSpPr/>
            <p:nvPr/>
          </p:nvSpPr>
          <p:spPr>
            <a:xfrm>
              <a:off x="3135960" y="1369800"/>
              <a:ext cx="65808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VLAN</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ID</a:t>
              </a:r>
              <a:endParaRPr lang="nl-NL" sz="1700" b="0" strike="noStrike" spc="-1">
                <a:latin typeface="Calibri"/>
              </a:endParaRPr>
            </a:p>
          </p:txBody>
        </p:sp>
        <p:sp>
          <p:nvSpPr>
            <p:cNvPr id="867" name="CustomShape 14"/>
            <p:cNvSpPr/>
            <p:nvPr/>
          </p:nvSpPr>
          <p:spPr>
            <a:xfrm>
              <a:off x="379548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68" name="CustomShape 15"/>
            <p:cNvSpPr/>
            <p:nvPr/>
          </p:nvSpPr>
          <p:spPr>
            <a:xfrm>
              <a:off x="3802320" y="136980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Src</a:t>
              </a:r>
              <a:endParaRPr lang="nl-NL" sz="1700" b="0" strike="noStrike" spc="-1">
                <a:latin typeface="Calibri"/>
              </a:endParaRPr>
            </a:p>
          </p:txBody>
        </p:sp>
        <p:sp>
          <p:nvSpPr>
            <p:cNvPr id="869" name="CustomShape 16"/>
            <p:cNvSpPr/>
            <p:nvPr/>
          </p:nvSpPr>
          <p:spPr>
            <a:xfrm>
              <a:off x="446544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70" name="CustomShape 17"/>
            <p:cNvSpPr/>
            <p:nvPr/>
          </p:nvSpPr>
          <p:spPr>
            <a:xfrm>
              <a:off x="4460760" y="1369800"/>
              <a:ext cx="666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Dst</a:t>
              </a:r>
              <a:endParaRPr lang="nl-NL" sz="1700" b="0" strike="noStrike" spc="-1">
                <a:latin typeface="Calibri"/>
              </a:endParaRPr>
            </a:p>
          </p:txBody>
        </p:sp>
        <p:sp>
          <p:nvSpPr>
            <p:cNvPr id="871" name="CustomShape 18"/>
            <p:cNvSpPr/>
            <p:nvPr/>
          </p:nvSpPr>
          <p:spPr>
            <a:xfrm>
              <a:off x="5127480" y="1386360"/>
              <a:ext cx="66060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72" name="CustomShape 19"/>
            <p:cNvSpPr/>
            <p:nvPr/>
          </p:nvSpPr>
          <p:spPr>
            <a:xfrm>
              <a:off x="5128560" y="1369800"/>
              <a:ext cx="6505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Prot</a:t>
              </a:r>
              <a:endParaRPr lang="nl-NL" sz="1700" b="0" strike="noStrike" spc="-1">
                <a:latin typeface="Calibri"/>
              </a:endParaRPr>
            </a:p>
          </p:txBody>
        </p:sp>
        <p:sp>
          <p:nvSpPr>
            <p:cNvPr id="873" name="CustomShape 20"/>
            <p:cNvSpPr/>
            <p:nvPr/>
          </p:nvSpPr>
          <p:spPr>
            <a:xfrm>
              <a:off x="578808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74" name="CustomShape 21"/>
            <p:cNvSpPr/>
            <p:nvPr/>
          </p:nvSpPr>
          <p:spPr>
            <a:xfrm>
              <a:off x="5792760" y="1369800"/>
              <a:ext cx="6649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TCP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sport</a:t>
              </a:r>
              <a:endParaRPr lang="nl-NL" sz="1700" b="0" strike="noStrike" spc="-1">
                <a:latin typeface="Calibri"/>
              </a:endParaRPr>
            </a:p>
          </p:txBody>
        </p:sp>
        <p:sp>
          <p:nvSpPr>
            <p:cNvPr id="875" name="CustomShape 22"/>
            <p:cNvSpPr/>
            <p:nvPr/>
          </p:nvSpPr>
          <p:spPr>
            <a:xfrm>
              <a:off x="6458040" y="13863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76" name="CustomShape 23"/>
            <p:cNvSpPr/>
            <p:nvPr/>
          </p:nvSpPr>
          <p:spPr>
            <a:xfrm>
              <a:off x="6452280" y="1369800"/>
              <a:ext cx="666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TCP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dport</a:t>
              </a:r>
              <a:endParaRPr lang="nl-NL" sz="1700" b="0" strike="noStrike" spc="-1">
                <a:latin typeface="Calibri"/>
              </a:endParaRPr>
            </a:p>
          </p:txBody>
        </p:sp>
        <p:sp>
          <p:nvSpPr>
            <p:cNvPr id="877" name="CustomShape 24"/>
            <p:cNvSpPr/>
            <p:nvPr/>
          </p:nvSpPr>
          <p:spPr>
            <a:xfrm>
              <a:off x="7127640" y="1383120"/>
              <a:ext cx="834480" cy="544320"/>
            </a:xfrm>
            <a:prstGeom prst="rect">
              <a:avLst/>
            </a:prstGeom>
            <a:solidFill>
              <a:srgbClr val="CBE97B"/>
            </a:solidFill>
            <a:ln w="12600">
              <a:solidFill>
                <a:srgbClr val="697D3A"/>
              </a:solidFill>
              <a:miter/>
            </a:ln>
          </p:spPr>
          <p:style>
            <a:lnRef idx="0">
              <a:scrgbClr r="0" g="0" b="0"/>
            </a:lnRef>
            <a:fillRef idx="0">
              <a:scrgbClr r="0" g="0" b="0"/>
            </a:fillRef>
            <a:effectRef idx="0">
              <a:scrgbClr r="0" g="0" b="0"/>
            </a:effectRef>
            <a:fontRef idx="minor"/>
          </p:style>
        </p:sp>
        <p:sp>
          <p:nvSpPr>
            <p:cNvPr id="878" name="CustomShape 25"/>
            <p:cNvSpPr/>
            <p:nvPr/>
          </p:nvSpPr>
          <p:spPr>
            <a:xfrm>
              <a:off x="7118640" y="1493640"/>
              <a:ext cx="842400" cy="321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Action</a:t>
              </a:r>
              <a:endParaRPr lang="nl-NL" sz="1700" b="0" strike="noStrike" spc="-1">
                <a:latin typeface="Calibri"/>
              </a:endParaRPr>
            </a:p>
          </p:txBody>
        </p:sp>
      </p:grpSp>
      <p:sp>
        <p:nvSpPr>
          <p:cNvPr id="879" name="CustomShape 26"/>
          <p:cNvSpPr/>
          <p:nvPr/>
        </p:nvSpPr>
        <p:spPr>
          <a:xfrm>
            <a:off x="1137960" y="203796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0" name="CustomShape 27"/>
          <p:cNvSpPr/>
          <p:nvPr/>
        </p:nvSpPr>
        <p:spPr>
          <a:xfrm>
            <a:off x="1566720" y="2037960"/>
            <a:ext cx="11332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1" name="CustomShape 28"/>
          <p:cNvSpPr/>
          <p:nvPr/>
        </p:nvSpPr>
        <p:spPr>
          <a:xfrm>
            <a:off x="2458800" y="2037960"/>
            <a:ext cx="6616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2" name="CustomShape 29"/>
          <p:cNvSpPr/>
          <p:nvPr/>
        </p:nvSpPr>
        <p:spPr>
          <a:xfrm>
            <a:off x="3120840" y="203796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3" name="CustomShape 30"/>
          <p:cNvSpPr/>
          <p:nvPr/>
        </p:nvSpPr>
        <p:spPr>
          <a:xfrm>
            <a:off x="3781080" y="203796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4" name="CustomShape 31"/>
          <p:cNvSpPr/>
          <p:nvPr/>
        </p:nvSpPr>
        <p:spPr>
          <a:xfrm>
            <a:off x="4441680" y="200160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400" b="0" strike="noStrike" spc="-1">
                <a:solidFill>
                  <a:srgbClr val="000000"/>
                </a:solidFill>
                <a:latin typeface="Calibri"/>
                <a:ea typeface="ＭＳ Ｐゴシック"/>
              </a:rPr>
              <a:t>51.6.0.8</a:t>
            </a:r>
            <a:endParaRPr lang="nl-NL" sz="1400" b="0" strike="noStrike" spc="-1">
              <a:latin typeface="Calibri"/>
            </a:endParaRPr>
          </a:p>
        </p:txBody>
      </p:sp>
      <p:sp>
        <p:nvSpPr>
          <p:cNvPr id="885" name="CustomShape 32"/>
          <p:cNvSpPr/>
          <p:nvPr/>
        </p:nvSpPr>
        <p:spPr>
          <a:xfrm>
            <a:off x="5111640" y="203796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6" name="CustomShape 33"/>
          <p:cNvSpPr/>
          <p:nvPr/>
        </p:nvSpPr>
        <p:spPr>
          <a:xfrm>
            <a:off x="5771880" y="2037960"/>
            <a:ext cx="6616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7" name="CustomShape 34"/>
          <p:cNvSpPr/>
          <p:nvPr/>
        </p:nvSpPr>
        <p:spPr>
          <a:xfrm>
            <a:off x="6433920" y="203796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888" name="CustomShape 35"/>
          <p:cNvSpPr/>
          <p:nvPr/>
        </p:nvSpPr>
        <p:spPr>
          <a:xfrm>
            <a:off x="7192800" y="203796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port6</a:t>
            </a:r>
            <a:endParaRPr lang="nl-NL" sz="1700" b="0" strike="noStrike" spc="-1">
              <a:latin typeface="Calibri"/>
            </a:endParaRPr>
          </a:p>
        </p:txBody>
      </p:sp>
      <p:pic>
        <p:nvPicPr>
          <p:cNvPr id="889" name="Picture 12" descr="underline_base"/>
          <p:cNvPicPr/>
          <p:nvPr/>
        </p:nvPicPr>
        <p:blipFill>
          <a:blip r:embed="rId3"/>
          <a:stretch/>
        </p:blipFill>
        <p:spPr>
          <a:xfrm>
            <a:off x="4941720" y="860760"/>
            <a:ext cx="2354040" cy="242640"/>
          </a:xfrm>
          <a:prstGeom prst="rect">
            <a:avLst/>
          </a:prstGeom>
          <a:ln>
            <a:noFill/>
          </a:ln>
        </p:spPr>
      </p:pic>
      <p:sp>
        <p:nvSpPr>
          <p:cNvPr id="890" name="CustomShape 36"/>
          <p:cNvSpPr/>
          <p:nvPr/>
        </p:nvSpPr>
        <p:spPr>
          <a:xfrm>
            <a:off x="5002200" y="14400"/>
            <a:ext cx="2811240" cy="11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3600" b="0" strike="noStrike" spc="-1">
                <a:solidFill>
                  <a:srgbClr val="000099"/>
                </a:solidFill>
                <a:latin typeface="Gill Sans MT"/>
                <a:ea typeface="ＭＳ Ｐゴシック"/>
              </a:rPr>
              <a:t>Examples</a:t>
            </a:r>
            <a:endParaRPr lang="nl-NL" sz="3600" b="0" strike="noStrike" spc="-1">
              <a:latin typeface="Calibri"/>
            </a:endParaRPr>
          </a:p>
        </p:txBody>
      </p:sp>
      <p:sp>
        <p:nvSpPr>
          <p:cNvPr id="891" name="CustomShape 37"/>
          <p:cNvSpPr/>
          <p:nvPr/>
        </p:nvSpPr>
        <p:spPr>
          <a:xfrm>
            <a:off x="-491760" y="2194920"/>
            <a:ext cx="8681760" cy="609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spAutoFit/>
          </a:bodyPr>
          <a:lstStyle/>
          <a:p>
            <a:pPr algn="r">
              <a:lnSpc>
                <a:spcPct val="100000"/>
              </a:lnSpc>
            </a:pPr>
            <a:r>
              <a:rPr lang="en-US" sz="2000" b="0" i="1" strike="noStrike" spc="-1">
                <a:solidFill>
                  <a:srgbClr val="000000"/>
                </a:solidFill>
                <a:latin typeface="Gill Sans MT"/>
                <a:ea typeface="ＭＳ Ｐゴシック"/>
              </a:rPr>
              <a:t>IP datagrams destined to IP 51.6.0.8 should be forwarded to router output port </a:t>
            </a:r>
            <a:r>
              <a:rPr lang="en-US" sz="2000" b="0" strike="noStrike" spc="-1">
                <a:solidFill>
                  <a:srgbClr val="000000"/>
                </a:solidFill>
                <a:latin typeface="Gill Sans MT"/>
                <a:ea typeface="ＭＳ Ｐゴシック"/>
              </a:rPr>
              <a:t>6 </a:t>
            </a:r>
            <a:endParaRPr lang="nl-NL" sz="2000" b="0" strike="noStrike" spc="-1">
              <a:latin typeface="Calibri"/>
            </a:endParaRPr>
          </a:p>
        </p:txBody>
      </p:sp>
      <p:sp>
        <p:nvSpPr>
          <p:cNvPr id="892" name="CustomShape 38"/>
          <p:cNvSpPr/>
          <p:nvPr/>
        </p:nvSpPr>
        <p:spPr>
          <a:xfrm>
            <a:off x="43776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grpSp>
        <p:nvGrpSpPr>
          <p:cNvPr id="893" name="Group 39"/>
          <p:cNvGrpSpPr/>
          <p:nvPr/>
        </p:nvGrpSpPr>
        <p:grpSpPr>
          <a:xfrm>
            <a:off x="439560" y="3292200"/>
            <a:ext cx="7482960" cy="571320"/>
            <a:chOff x="439560" y="3292200"/>
            <a:chExt cx="7482960" cy="571320"/>
          </a:xfrm>
        </p:grpSpPr>
        <p:sp>
          <p:nvSpPr>
            <p:cNvPr id="894" name="CustomShape 40"/>
            <p:cNvSpPr/>
            <p:nvPr/>
          </p:nvSpPr>
          <p:spPr>
            <a:xfrm>
              <a:off x="439560" y="3308760"/>
              <a:ext cx="66060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95" name="CustomShape 41"/>
            <p:cNvSpPr/>
            <p:nvPr/>
          </p:nvSpPr>
          <p:spPr>
            <a:xfrm>
              <a:off x="442800" y="329220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Switch</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Port</a:t>
              </a:r>
              <a:endParaRPr lang="nl-NL" sz="1700" b="0" strike="noStrike" spc="-1">
                <a:latin typeface="Calibri"/>
              </a:endParaRPr>
            </a:p>
          </p:txBody>
        </p:sp>
        <p:sp>
          <p:nvSpPr>
            <p:cNvPr id="896" name="CustomShape 42"/>
            <p:cNvSpPr/>
            <p:nvPr/>
          </p:nvSpPr>
          <p:spPr>
            <a:xfrm>
              <a:off x="110016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97" name="CustomShape 43"/>
            <p:cNvSpPr/>
            <p:nvPr/>
          </p:nvSpPr>
          <p:spPr>
            <a:xfrm>
              <a:off x="1095840" y="329220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MAC</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src</a:t>
              </a:r>
              <a:endParaRPr lang="nl-NL" sz="1700" b="0" strike="noStrike" spc="-1">
                <a:latin typeface="Calibri"/>
              </a:endParaRPr>
            </a:p>
          </p:txBody>
        </p:sp>
        <p:sp>
          <p:nvSpPr>
            <p:cNvPr id="898" name="CustomShape 44"/>
            <p:cNvSpPr/>
            <p:nvPr/>
          </p:nvSpPr>
          <p:spPr>
            <a:xfrm>
              <a:off x="176220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899" name="CustomShape 45"/>
            <p:cNvSpPr/>
            <p:nvPr/>
          </p:nvSpPr>
          <p:spPr>
            <a:xfrm>
              <a:off x="1792440" y="3292200"/>
              <a:ext cx="6325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MAC</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dst</a:t>
              </a:r>
              <a:endParaRPr lang="nl-NL" sz="1700" b="0" strike="noStrike" spc="-1">
                <a:latin typeface="Calibri"/>
              </a:endParaRPr>
            </a:p>
          </p:txBody>
        </p:sp>
        <p:sp>
          <p:nvSpPr>
            <p:cNvPr id="900" name="CustomShape 46"/>
            <p:cNvSpPr/>
            <p:nvPr/>
          </p:nvSpPr>
          <p:spPr>
            <a:xfrm>
              <a:off x="243216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01" name="CustomShape 47"/>
            <p:cNvSpPr/>
            <p:nvPr/>
          </p:nvSpPr>
          <p:spPr>
            <a:xfrm>
              <a:off x="2429640" y="3292200"/>
              <a:ext cx="65808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Eth</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type</a:t>
              </a:r>
              <a:endParaRPr lang="nl-NL" sz="1700" b="0" strike="noStrike" spc="-1">
                <a:latin typeface="Calibri"/>
              </a:endParaRPr>
            </a:p>
          </p:txBody>
        </p:sp>
        <p:sp>
          <p:nvSpPr>
            <p:cNvPr id="902" name="CustomShape 48"/>
            <p:cNvSpPr/>
            <p:nvPr/>
          </p:nvSpPr>
          <p:spPr>
            <a:xfrm>
              <a:off x="309384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03" name="CustomShape 49"/>
            <p:cNvSpPr/>
            <p:nvPr/>
          </p:nvSpPr>
          <p:spPr>
            <a:xfrm>
              <a:off x="3096360" y="3292200"/>
              <a:ext cx="65808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VLAN</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ID</a:t>
              </a:r>
              <a:endParaRPr lang="nl-NL" sz="1700" b="0" strike="noStrike" spc="-1">
                <a:latin typeface="Calibri"/>
              </a:endParaRPr>
            </a:p>
          </p:txBody>
        </p:sp>
        <p:sp>
          <p:nvSpPr>
            <p:cNvPr id="904" name="CustomShape 50"/>
            <p:cNvSpPr/>
            <p:nvPr/>
          </p:nvSpPr>
          <p:spPr>
            <a:xfrm>
              <a:off x="375588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05" name="CustomShape 51"/>
            <p:cNvSpPr/>
            <p:nvPr/>
          </p:nvSpPr>
          <p:spPr>
            <a:xfrm>
              <a:off x="3762720" y="329220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Src</a:t>
              </a:r>
              <a:endParaRPr lang="nl-NL" sz="1700" b="0" strike="noStrike" spc="-1">
                <a:latin typeface="Calibri"/>
              </a:endParaRPr>
            </a:p>
          </p:txBody>
        </p:sp>
        <p:sp>
          <p:nvSpPr>
            <p:cNvPr id="906" name="CustomShape 52"/>
            <p:cNvSpPr/>
            <p:nvPr/>
          </p:nvSpPr>
          <p:spPr>
            <a:xfrm>
              <a:off x="442584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07" name="CustomShape 53"/>
            <p:cNvSpPr/>
            <p:nvPr/>
          </p:nvSpPr>
          <p:spPr>
            <a:xfrm>
              <a:off x="4421160" y="3292200"/>
              <a:ext cx="666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Dst</a:t>
              </a:r>
              <a:endParaRPr lang="nl-NL" sz="1700" b="0" strike="noStrike" spc="-1">
                <a:latin typeface="Calibri"/>
              </a:endParaRPr>
            </a:p>
          </p:txBody>
        </p:sp>
        <p:sp>
          <p:nvSpPr>
            <p:cNvPr id="908" name="CustomShape 54"/>
            <p:cNvSpPr/>
            <p:nvPr/>
          </p:nvSpPr>
          <p:spPr>
            <a:xfrm>
              <a:off x="5087520" y="3308760"/>
              <a:ext cx="66060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09" name="CustomShape 55"/>
            <p:cNvSpPr/>
            <p:nvPr/>
          </p:nvSpPr>
          <p:spPr>
            <a:xfrm>
              <a:off x="5088600" y="3292200"/>
              <a:ext cx="6505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Prot</a:t>
              </a:r>
              <a:endParaRPr lang="nl-NL" sz="1700" b="0" strike="noStrike" spc="-1">
                <a:latin typeface="Calibri"/>
              </a:endParaRPr>
            </a:p>
          </p:txBody>
        </p:sp>
        <p:sp>
          <p:nvSpPr>
            <p:cNvPr id="910" name="CustomShape 56"/>
            <p:cNvSpPr/>
            <p:nvPr/>
          </p:nvSpPr>
          <p:spPr>
            <a:xfrm>
              <a:off x="574848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11" name="CustomShape 57"/>
            <p:cNvSpPr/>
            <p:nvPr/>
          </p:nvSpPr>
          <p:spPr>
            <a:xfrm>
              <a:off x="5752800" y="3292200"/>
              <a:ext cx="6649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TCP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sport</a:t>
              </a:r>
              <a:endParaRPr lang="nl-NL" sz="1700" b="0" strike="noStrike" spc="-1">
                <a:latin typeface="Calibri"/>
              </a:endParaRPr>
            </a:p>
          </p:txBody>
        </p:sp>
        <p:sp>
          <p:nvSpPr>
            <p:cNvPr id="912" name="CustomShape 58"/>
            <p:cNvSpPr/>
            <p:nvPr/>
          </p:nvSpPr>
          <p:spPr>
            <a:xfrm>
              <a:off x="6418080" y="330876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13" name="CustomShape 59"/>
            <p:cNvSpPr/>
            <p:nvPr/>
          </p:nvSpPr>
          <p:spPr>
            <a:xfrm>
              <a:off x="6412680" y="3292200"/>
              <a:ext cx="666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TCP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dport</a:t>
              </a:r>
              <a:endParaRPr lang="nl-NL" sz="1700" b="0" strike="noStrike" spc="-1">
                <a:latin typeface="Calibri"/>
              </a:endParaRPr>
            </a:p>
          </p:txBody>
        </p:sp>
        <p:sp>
          <p:nvSpPr>
            <p:cNvPr id="914" name="CustomShape 60"/>
            <p:cNvSpPr/>
            <p:nvPr/>
          </p:nvSpPr>
          <p:spPr>
            <a:xfrm>
              <a:off x="7088040" y="3305520"/>
              <a:ext cx="834480" cy="544320"/>
            </a:xfrm>
            <a:prstGeom prst="rect">
              <a:avLst/>
            </a:prstGeom>
            <a:solidFill>
              <a:srgbClr val="CBE97B"/>
            </a:solidFill>
            <a:ln w="12600">
              <a:solidFill>
                <a:srgbClr val="697D3A"/>
              </a:solidFill>
              <a:miter/>
            </a:ln>
          </p:spPr>
          <p:style>
            <a:lnRef idx="0">
              <a:scrgbClr r="0" g="0" b="0"/>
            </a:lnRef>
            <a:fillRef idx="0">
              <a:scrgbClr r="0" g="0" b="0"/>
            </a:fillRef>
            <a:effectRef idx="0">
              <a:scrgbClr r="0" g="0" b="0"/>
            </a:effectRef>
            <a:fontRef idx="minor"/>
          </p:style>
        </p:sp>
        <p:sp>
          <p:nvSpPr>
            <p:cNvPr id="915" name="CustomShape 61"/>
            <p:cNvSpPr/>
            <p:nvPr/>
          </p:nvSpPr>
          <p:spPr>
            <a:xfrm>
              <a:off x="7079040" y="3416040"/>
              <a:ext cx="842400" cy="321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Forward</a:t>
              </a:r>
              <a:endParaRPr lang="nl-NL" sz="1700" b="0" strike="noStrike" spc="-1">
                <a:latin typeface="Calibri"/>
              </a:endParaRPr>
            </a:p>
          </p:txBody>
        </p:sp>
      </p:grpSp>
      <p:sp>
        <p:nvSpPr>
          <p:cNvPr id="916" name="CustomShape 62"/>
          <p:cNvSpPr/>
          <p:nvPr/>
        </p:nvSpPr>
        <p:spPr>
          <a:xfrm>
            <a:off x="109836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17" name="CustomShape 63"/>
          <p:cNvSpPr/>
          <p:nvPr/>
        </p:nvSpPr>
        <p:spPr>
          <a:xfrm>
            <a:off x="1526760" y="3958920"/>
            <a:ext cx="11332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18" name="CustomShape 64"/>
          <p:cNvSpPr/>
          <p:nvPr/>
        </p:nvSpPr>
        <p:spPr>
          <a:xfrm>
            <a:off x="2419200" y="3958920"/>
            <a:ext cx="6616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19" name="CustomShape 65"/>
          <p:cNvSpPr/>
          <p:nvPr/>
        </p:nvSpPr>
        <p:spPr>
          <a:xfrm>
            <a:off x="308124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20" name="CustomShape 66"/>
          <p:cNvSpPr/>
          <p:nvPr/>
        </p:nvSpPr>
        <p:spPr>
          <a:xfrm>
            <a:off x="374148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21" name="CustomShape 67"/>
          <p:cNvSpPr/>
          <p:nvPr/>
        </p:nvSpPr>
        <p:spPr>
          <a:xfrm>
            <a:off x="440172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22" name="CustomShape 68"/>
          <p:cNvSpPr/>
          <p:nvPr/>
        </p:nvSpPr>
        <p:spPr>
          <a:xfrm>
            <a:off x="507168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23" name="CustomShape 69"/>
          <p:cNvSpPr/>
          <p:nvPr/>
        </p:nvSpPr>
        <p:spPr>
          <a:xfrm>
            <a:off x="5732280" y="3958920"/>
            <a:ext cx="6616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24" name="CustomShape 70"/>
          <p:cNvSpPr/>
          <p:nvPr/>
        </p:nvSpPr>
        <p:spPr>
          <a:xfrm>
            <a:off x="639432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22</a:t>
            </a:r>
            <a:endParaRPr lang="nl-NL" sz="1700" b="0" strike="noStrike" spc="-1">
              <a:latin typeface="Calibri"/>
            </a:endParaRPr>
          </a:p>
        </p:txBody>
      </p:sp>
      <p:sp>
        <p:nvSpPr>
          <p:cNvPr id="925" name="CustomShape 71"/>
          <p:cNvSpPr/>
          <p:nvPr/>
        </p:nvSpPr>
        <p:spPr>
          <a:xfrm>
            <a:off x="7152840" y="3958920"/>
            <a:ext cx="659880" cy="3218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drop</a:t>
            </a:r>
            <a:endParaRPr lang="nl-NL" sz="1700" b="0" strike="noStrike" spc="-1">
              <a:latin typeface="Calibri"/>
            </a:endParaRPr>
          </a:p>
        </p:txBody>
      </p:sp>
      <p:sp>
        <p:nvSpPr>
          <p:cNvPr id="926" name="CustomShape 72"/>
          <p:cNvSpPr/>
          <p:nvPr/>
        </p:nvSpPr>
        <p:spPr>
          <a:xfrm>
            <a:off x="298080" y="2796840"/>
            <a:ext cx="1253880" cy="36648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nchor="ctr">
            <a:spAutoFit/>
          </a:bodyPr>
          <a:lstStyle/>
          <a:p>
            <a:pPr>
              <a:lnSpc>
                <a:spcPct val="100000"/>
              </a:lnSpc>
            </a:pPr>
            <a:r>
              <a:rPr lang="en-US" sz="2400" b="0" strike="noStrike" spc="-1">
                <a:solidFill>
                  <a:srgbClr val="000090"/>
                </a:solidFill>
                <a:latin typeface="Gill Sans MT"/>
                <a:ea typeface="ＭＳ Ｐゴシック"/>
              </a:rPr>
              <a:t>Firewall:</a:t>
            </a:r>
            <a:endParaRPr lang="nl-NL" sz="2400" b="0" strike="noStrike" spc="-1">
              <a:latin typeface="Calibri"/>
            </a:endParaRPr>
          </a:p>
        </p:txBody>
      </p:sp>
      <p:sp>
        <p:nvSpPr>
          <p:cNvPr id="927" name="CustomShape 73"/>
          <p:cNvSpPr/>
          <p:nvPr/>
        </p:nvSpPr>
        <p:spPr>
          <a:xfrm>
            <a:off x="1509480" y="4128840"/>
            <a:ext cx="6438600" cy="609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spAutoFit/>
          </a:bodyPr>
          <a:lstStyle/>
          <a:p>
            <a:pPr algn="r">
              <a:lnSpc>
                <a:spcPct val="100000"/>
              </a:lnSpc>
            </a:pPr>
            <a:r>
              <a:rPr lang="en-US" sz="2000" b="0" i="1" strike="noStrike" spc="-1">
                <a:solidFill>
                  <a:srgbClr val="000000"/>
                </a:solidFill>
                <a:latin typeface="Gill Sans MT"/>
                <a:ea typeface="ＭＳ Ｐゴシック"/>
              </a:rPr>
              <a:t>do not forward (block) all datagrams destined to TCP  port 22</a:t>
            </a:r>
            <a:endParaRPr lang="nl-NL" sz="2000" b="0" strike="noStrike" spc="-1">
              <a:latin typeface="Calibri"/>
            </a:endParaRPr>
          </a:p>
        </p:txBody>
      </p:sp>
      <p:sp>
        <p:nvSpPr>
          <p:cNvPr id="928" name="CustomShape 74"/>
          <p:cNvSpPr/>
          <p:nvPr/>
        </p:nvSpPr>
        <p:spPr>
          <a:xfrm>
            <a:off x="461520" y="4594320"/>
            <a:ext cx="5708160" cy="730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spAutoFit/>
          </a:bodyPr>
          <a:lstStyle/>
          <a:p>
            <a:pPr>
              <a:lnSpc>
                <a:spcPct val="100000"/>
              </a:lnSpc>
            </a:pPr>
            <a:r>
              <a:rPr lang="en-US" sz="2400" b="0" strike="noStrike" spc="-1">
                <a:solidFill>
                  <a:srgbClr val="000090"/>
                </a:solidFill>
                <a:latin typeface="Gill Sans MT"/>
                <a:ea typeface="ＭＳ Ｐゴシック"/>
              </a:rPr>
              <a:t>Destination-based layer 2 (switch) forwarding:</a:t>
            </a:r>
            <a:endParaRPr lang="nl-NL" sz="2400" b="0" strike="noStrike" spc="-1">
              <a:latin typeface="Calibri"/>
            </a:endParaRPr>
          </a:p>
        </p:txBody>
      </p:sp>
      <p:sp>
        <p:nvSpPr>
          <p:cNvPr id="929" name="CustomShape 75"/>
          <p:cNvSpPr/>
          <p:nvPr/>
        </p:nvSpPr>
        <p:spPr>
          <a:xfrm>
            <a:off x="477720" y="589428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grpSp>
        <p:nvGrpSpPr>
          <p:cNvPr id="930" name="Group 76"/>
          <p:cNvGrpSpPr/>
          <p:nvPr/>
        </p:nvGrpSpPr>
        <p:grpSpPr>
          <a:xfrm>
            <a:off x="479160" y="5226120"/>
            <a:ext cx="7482960" cy="571320"/>
            <a:chOff x="479160" y="5226120"/>
            <a:chExt cx="7482960" cy="571320"/>
          </a:xfrm>
        </p:grpSpPr>
        <p:sp>
          <p:nvSpPr>
            <p:cNvPr id="931" name="CustomShape 77"/>
            <p:cNvSpPr/>
            <p:nvPr/>
          </p:nvSpPr>
          <p:spPr>
            <a:xfrm>
              <a:off x="479160" y="5242680"/>
              <a:ext cx="66060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32" name="CustomShape 78"/>
            <p:cNvSpPr/>
            <p:nvPr/>
          </p:nvSpPr>
          <p:spPr>
            <a:xfrm>
              <a:off x="482400" y="522612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Switch</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Port</a:t>
              </a:r>
              <a:endParaRPr lang="nl-NL" sz="1700" b="0" strike="noStrike" spc="-1">
                <a:latin typeface="Calibri"/>
              </a:endParaRPr>
            </a:p>
          </p:txBody>
        </p:sp>
        <p:sp>
          <p:nvSpPr>
            <p:cNvPr id="933" name="CustomShape 79"/>
            <p:cNvSpPr/>
            <p:nvPr/>
          </p:nvSpPr>
          <p:spPr>
            <a:xfrm>
              <a:off x="114012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34" name="CustomShape 80"/>
            <p:cNvSpPr/>
            <p:nvPr/>
          </p:nvSpPr>
          <p:spPr>
            <a:xfrm>
              <a:off x="1135440" y="522612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MAC</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src</a:t>
              </a:r>
              <a:endParaRPr lang="nl-NL" sz="1700" b="0" strike="noStrike" spc="-1">
                <a:latin typeface="Calibri"/>
              </a:endParaRPr>
            </a:p>
          </p:txBody>
        </p:sp>
        <p:sp>
          <p:nvSpPr>
            <p:cNvPr id="935" name="CustomShape 81"/>
            <p:cNvSpPr/>
            <p:nvPr/>
          </p:nvSpPr>
          <p:spPr>
            <a:xfrm>
              <a:off x="180180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36" name="CustomShape 82"/>
            <p:cNvSpPr/>
            <p:nvPr/>
          </p:nvSpPr>
          <p:spPr>
            <a:xfrm>
              <a:off x="1832040" y="5226120"/>
              <a:ext cx="6325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MAC</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dst</a:t>
              </a:r>
              <a:endParaRPr lang="nl-NL" sz="1700" b="0" strike="noStrike" spc="-1">
                <a:latin typeface="Calibri"/>
              </a:endParaRPr>
            </a:p>
          </p:txBody>
        </p:sp>
        <p:sp>
          <p:nvSpPr>
            <p:cNvPr id="937" name="CustomShape 83"/>
            <p:cNvSpPr/>
            <p:nvPr/>
          </p:nvSpPr>
          <p:spPr>
            <a:xfrm>
              <a:off x="247176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38" name="CustomShape 84"/>
            <p:cNvSpPr/>
            <p:nvPr/>
          </p:nvSpPr>
          <p:spPr>
            <a:xfrm>
              <a:off x="2469600" y="5226120"/>
              <a:ext cx="65808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Eth</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type</a:t>
              </a:r>
              <a:endParaRPr lang="nl-NL" sz="1700" b="0" strike="noStrike" spc="-1">
                <a:latin typeface="Calibri"/>
              </a:endParaRPr>
            </a:p>
          </p:txBody>
        </p:sp>
        <p:sp>
          <p:nvSpPr>
            <p:cNvPr id="939" name="CustomShape 85"/>
            <p:cNvSpPr/>
            <p:nvPr/>
          </p:nvSpPr>
          <p:spPr>
            <a:xfrm>
              <a:off x="313380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40" name="CustomShape 86"/>
            <p:cNvSpPr/>
            <p:nvPr/>
          </p:nvSpPr>
          <p:spPr>
            <a:xfrm>
              <a:off x="3135960" y="5226120"/>
              <a:ext cx="65808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VLAN</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ID</a:t>
              </a:r>
              <a:endParaRPr lang="nl-NL" sz="1700" b="0" strike="noStrike" spc="-1">
                <a:latin typeface="Calibri"/>
              </a:endParaRPr>
            </a:p>
          </p:txBody>
        </p:sp>
        <p:sp>
          <p:nvSpPr>
            <p:cNvPr id="941" name="CustomShape 87"/>
            <p:cNvSpPr/>
            <p:nvPr/>
          </p:nvSpPr>
          <p:spPr>
            <a:xfrm>
              <a:off x="379548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42" name="CustomShape 88"/>
            <p:cNvSpPr/>
            <p:nvPr/>
          </p:nvSpPr>
          <p:spPr>
            <a:xfrm>
              <a:off x="3802320" y="5226120"/>
              <a:ext cx="657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Src</a:t>
              </a:r>
              <a:endParaRPr lang="nl-NL" sz="1700" b="0" strike="noStrike" spc="-1">
                <a:latin typeface="Calibri"/>
              </a:endParaRPr>
            </a:p>
          </p:txBody>
        </p:sp>
        <p:sp>
          <p:nvSpPr>
            <p:cNvPr id="943" name="CustomShape 89"/>
            <p:cNvSpPr/>
            <p:nvPr/>
          </p:nvSpPr>
          <p:spPr>
            <a:xfrm>
              <a:off x="446544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44" name="CustomShape 90"/>
            <p:cNvSpPr/>
            <p:nvPr/>
          </p:nvSpPr>
          <p:spPr>
            <a:xfrm>
              <a:off x="4460760" y="5226120"/>
              <a:ext cx="666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Dst</a:t>
              </a:r>
              <a:endParaRPr lang="nl-NL" sz="1700" b="0" strike="noStrike" spc="-1">
                <a:latin typeface="Calibri"/>
              </a:endParaRPr>
            </a:p>
          </p:txBody>
        </p:sp>
        <p:sp>
          <p:nvSpPr>
            <p:cNvPr id="945" name="CustomShape 91"/>
            <p:cNvSpPr/>
            <p:nvPr/>
          </p:nvSpPr>
          <p:spPr>
            <a:xfrm>
              <a:off x="5127480" y="5242680"/>
              <a:ext cx="66060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46" name="CustomShape 92"/>
            <p:cNvSpPr/>
            <p:nvPr/>
          </p:nvSpPr>
          <p:spPr>
            <a:xfrm>
              <a:off x="5128560" y="5226120"/>
              <a:ext cx="6505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IP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Prot</a:t>
              </a:r>
              <a:endParaRPr lang="nl-NL" sz="1700" b="0" strike="noStrike" spc="-1">
                <a:latin typeface="Calibri"/>
              </a:endParaRPr>
            </a:p>
          </p:txBody>
        </p:sp>
        <p:sp>
          <p:nvSpPr>
            <p:cNvPr id="947" name="CustomShape 93"/>
            <p:cNvSpPr/>
            <p:nvPr/>
          </p:nvSpPr>
          <p:spPr>
            <a:xfrm>
              <a:off x="578808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48" name="CustomShape 94"/>
            <p:cNvSpPr/>
            <p:nvPr/>
          </p:nvSpPr>
          <p:spPr>
            <a:xfrm>
              <a:off x="5792760" y="5226120"/>
              <a:ext cx="66492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TCP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sport</a:t>
              </a:r>
              <a:endParaRPr lang="nl-NL" sz="1700" b="0" strike="noStrike" spc="-1">
                <a:latin typeface="Calibri"/>
              </a:endParaRPr>
            </a:p>
          </p:txBody>
        </p:sp>
        <p:sp>
          <p:nvSpPr>
            <p:cNvPr id="949" name="CustomShape 95"/>
            <p:cNvSpPr/>
            <p:nvPr/>
          </p:nvSpPr>
          <p:spPr>
            <a:xfrm>
              <a:off x="6458040" y="5242680"/>
              <a:ext cx="661680" cy="535320"/>
            </a:xfrm>
            <a:prstGeom prst="rect">
              <a:avLst/>
            </a:prstGeom>
            <a:solidFill>
              <a:srgbClr val="BBE0E3"/>
            </a:solidFill>
            <a:ln w="12600">
              <a:solidFill>
                <a:schemeClr val="tx1"/>
              </a:solidFill>
              <a:miter/>
            </a:ln>
          </p:spPr>
          <p:style>
            <a:lnRef idx="0">
              <a:scrgbClr r="0" g="0" b="0"/>
            </a:lnRef>
            <a:fillRef idx="0">
              <a:scrgbClr r="0" g="0" b="0"/>
            </a:fillRef>
            <a:effectRef idx="0">
              <a:scrgbClr r="0" g="0" b="0"/>
            </a:effectRef>
            <a:fontRef idx="minor"/>
          </p:style>
        </p:sp>
        <p:sp>
          <p:nvSpPr>
            <p:cNvPr id="950" name="CustomShape 96"/>
            <p:cNvSpPr/>
            <p:nvPr/>
          </p:nvSpPr>
          <p:spPr>
            <a:xfrm>
              <a:off x="6452280" y="5226120"/>
              <a:ext cx="666000" cy="571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TCP</a:t>
              </a:r>
              <a:endParaRPr lang="nl-NL" sz="1700" b="0" strike="noStrike" spc="-1">
                <a:latin typeface="Calibri"/>
              </a:endParaRPr>
            </a:p>
            <a:p>
              <a:pPr>
                <a:lnSpc>
                  <a:spcPct val="100000"/>
                </a:lnSpc>
              </a:pPr>
              <a:r>
                <a:rPr lang="en-US" sz="1700" b="0" strike="noStrike" spc="-1">
                  <a:solidFill>
                    <a:srgbClr val="000000"/>
                  </a:solidFill>
                  <a:latin typeface="Calibri"/>
                  <a:ea typeface="ＭＳ Ｐゴシック"/>
                </a:rPr>
                <a:t>dport</a:t>
              </a:r>
              <a:endParaRPr lang="nl-NL" sz="1700" b="0" strike="noStrike" spc="-1">
                <a:latin typeface="Calibri"/>
              </a:endParaRPr>
            </a:p>
          </p:txBody>
        </p:sp>
        <p:sp>
          <p:nvSpPr>
            <p:cNvPr id="951" name="CustomShape 97"/>
            <p:cNvSpPr/>
            <p:nvPr/>
          </p:nvSpPr>
          <p:spPr>
            <a:xfrm>
              <a:off x="7127640" y="5239440"/>
              <a:ext cx="834480" cy="544320"/>
            </a:xfrm>
            <a:prstGeom prst="rect">
              <a:avLst/>
            </a:prstGeom>
            <a:solidFill>
              <a:srgbClr val="CBE97B"/>
            </a:solidFill>
            <a:ln w="12600">
              <a:solidFill>
                <a:srgbClr val="697D3A"/>
              </a:solidFill>
              <a:miter/>
            </a:ln>
          </p:spPr>
          <p:style>
            <a:lnRef idx="0">
              <a:scrgbClr r="0" g="0" b="0"/>
            </a:lnRef>
            <a:fillRef idx="0">
              <a:scrgbClr r="0" g="0" b="0"/>
            </a:fillRef>
            <a:effectRef idx="0">
              <a:scrgbClr r="0" g="0" b="0"/>
            </a:effectRef>
            <a:fontRef idx="minor"/>
          </p:style>
        </p:sp>
        <p:sp>
          <p:nvSpPr>
            <p:cNvPr id="952" name="CustomShape 98"/>
            <p:cNvSpPr/>
            <p:nvPr/>
          </p:nvSpPr>
          <p:spPr>
            <a:xfrm>
              <a:off x="7118640" y="5349960"/>
              <a:ext cx="842400" cy="321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Action</a:t>
              </a:r>
              <a:endParaRPr lang="nl-NL" sz="1700" b="0" strike="noStrike" spc="-1">
                <a:latin typeface="Calibri"/>
              </a:endParaRPr>
            </a:p>
          </p:txBody>
        </p:sp>
      </p:grpSp>
      <p:sp>
        <p:nvSpPr>
          <p:cNvPr id="953" name="CustomShape 99"/>
          <p:cNvSpPr/>
          <p:nvPr/>
        </p:nvSpPr>
        <p:spPr>
          <a:xfrm>
            <a:off x="1800000" y="5894280"/>
            <a:ext cx="11332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54" name="CustomShape 100"/>
          <p:cNvSpPr/>
          <p:nvPr/>
        </p:nvSpPr>
        <p:spPr>
          <a:xfrm>
            <a:off x="2458800" y="5894280"/>
            <a:ext cx="6616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55" name="CustomShape 101"/>
          <p:cNvSpPr/>
          <p:nvPr/>
        </p:nvSpPr>
        <p:spPr>
          <a:xfrm>
            <a:off x="3120840" y="589428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56" name="CustomShape 102"/>
          <p:cNvSpPr/>
          <p:nvPr/>
        </p:nvSpPr>
        <p:spPr>
          <a:xfrm>
            <a:off x="3781080" y="589428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57" name="CustomShape 103"/>
          <p:cNvSpPr/>
          <p:nvPr/>
        </p:nvSpPr>
        <p:spPr>
          <a:xfrm>
            <a:off x="4441680" y="589428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58" name="CustomShape 104"/>
          <p:cNvSpPr/>
          <p:nvPr/>
        </p:nvSpPr>
        <p:spPr>
          <a:xfrm>
            <a:off x="5111640" y="589428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59" name="CustomShape 105"/>
          <p:cNvSpPr/>
          <p:nvPr/>
        </p:nvSpPr>
        <p:spPr>
          <a:xfrm>
            <a:off x="5771880" y="5894280"/>
            <a:ext cx="6616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60" name="CustomShape 106"/>
          <p:cNvSpPr/>
          <p:nvPr/>
        </p:nvSpPr>
        <p:spPr>
          <a:xfrm>
            <a:off x="6433920" y="589428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a:t>
            </a:r>
            <a:endParaRPr lang="nl-NL" sz="1700" b="0" strike="noStrike" spc="-1">
              <a:latin typeface="Calibri"/>
            </a:endParaRPr>
          </a:p>
        </p:txBody>
      </p:sp>
      <p:sp>
        <p:nvSpPr>
          <p:cNvPr id="961" name="CustomShape 107"/>
          <p:cNvSpPr/>
          <p:nvPr/>
        </p:nvSpPr>
        <p:spPr>
          <a:xfrm>
            <a:off x="7192800" y="5894280"/>
            <a:ext cx="659880" cy="320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700" b="0" strike="noStrike" spc="-1">
                <a:solidFill>
                  <a:srgbClr val="000000"/>
                </a:solidFill>
                <a:latin typeface="Calibri"/>
                <a:ea typeface="ＭＳ Ｐゴシック"/>
              </a:rPr>
              <a:t>port3</a:t>
            </a:r>
            <a:endParaRPr lang="nl-NL" sz="1700" b="0" strike="noStrike" spc="-1">
              <a:latin typeface="Calibri"/>
            </a:endParaRPr>
          </a:p>
        </p:txBody>
      </p:sp>
      <p:sp>
        <p:nvSpPr>
          <p:cNvPr id="962" name="CustomShape 108"/>
          <p:cNvSpPr/>
          <p:nvPr/>
        </p:nvSpPr>
        <p:spPr>
          <a:xfrm>
            <a:off x="161640" y="6123240"/>
            <a:ext cx="8039160" cy="609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spAutoFit/>
          </a:bodyPr>
          <a:lstStyle/>
          <a:p>
            <a:pPr algn="r">
              <a:lnSpc>
                <a:spcPct val="100000"/>
              </a:lnSpc>
            </a:pPr>
            <a:r>
              <a:rPr lang="en-US" sz="2000" b="0" i="1" strike="noStrike" spc="-1">
                <a:solidFill>
                  <a:srgbClr val="000000"/>
                </a:solidFill>
                <a:latin typeface="Gill Sans MT"/>
                <a:ea typeface="ＭＳ Ｐゴシック"/>
              </a:rPr>
              <a:t>layer 2 frames from MAC 22:A7:23:11:E1:02 should be forwarded to output port </a:t>
            </a:r>
            <a:r>
              <a:rPr lang="en-US" sz="2000" b="0" strike="noStrike" spc="-1">
                <a:solidFill>
                  <a:srgbClr val="000000"/>
                </a:solidFill>
                <a:latin typeface="Gill Sans MT"/>
                <a:ea typeface="ＭＳ Ｐゴシック"/>
              </a:rPr>
              <a:t>3 </a:t>
            </a:r>
            <a:endParaRPr lang="nl-NL" sz="2000" b="0" strike="noStrike" spc="-1">
              <a:latin typeface="Calibri"/>
            </a:endParaRPr>
          </a:p>
        </p:txBody>
      </p:sp>
      <p:sp>
        <p:nvSpPr>
          <p:cNvPr id="963" name="CustomShape 109"/>
          <p:cNvSpPr/>
          <p:nvPr/>
        </p:nvSpPr>
        <p:spPr>
          <a:xfrm>
            <a:off x="1112400" y="5879880"/>
            <a:ext cx="658440" cy="310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100" b="0" strike="noStrike" spc="-1">
                <a:solidFill>
                  <a:srgbClr val="000000"/>
                </a:solidFill>
                <a:latin typeface="Calibri"/>
                <a:ea typeface="ＭＳ Ｐゴシック"/>
              </a:rPr>
              <a:t>22:A7:23:</a:t>
            </a:r>
            <a:endParaRPr lang="nl-NL" sz="1100" b="0" strike="noStrike" spc="-1">
              <a:latin typeface="Calibri"/>
            </a:endParaRPr>
          </a:p>
          <a:p>
            <a:pPr>
              <a:lnSpc>
                <a:spcPct val="100000"/>
              </a:lnSpc>
            </a:pPr>
            <a:r>
              <a:rPr lang="en-US" sz="1100" b="0" strike="noStrike" spc="-1">
                <a:solidFill>
                  <a:srgbClr val="000000"/>
                </a:solidFill>
                <a:latin typeface="Calibri"/>
                <a:ea typeface="ＭＳ Ｐゴシック"/>
              </a:rPr>
              <a:t>11:E1:02</a:t>
            </a:r>
            <a:endParaRPr lang="nl-NL" sz="1100" b="0" strike="noStrike" spc="-1">
              <a:latin typeface="Calibri"/>
            </a:endParaRPr>
          </a:p>
        </p:txBody>
      </p:sp>
      <p:sp>
        <p:nvSpPr>
          <p:cNvPr id="964" name="TextShape 110"/>
          <p:cNvSpPr txBox="1"/>
          <p:nvPr/>
        </p:nvSpPr>
        <p:spPr>
          <a:xfrm>
            <a:off x="8255160" y="6124680"/>
            <a:ext cx="626760" cy="364680"/>
          </a:xfrm>
          <a:prstGeom prst="rect">
            <a:avLst/>
          </a:prstGeom>
          <a:noFill/>
          <a:ln>
            <a:noFill/>
          </a:ln>
        </p:spPr>
        <p:txBody>
          <a:bodyPr anchor="ctr">
            <a:noAutofit/>
          </a:bodyPr>
          <a:lstStyle/>
          <a:p>
            <a:pPr algn="r">
              <a:lnSpc>
                <a:spcPct val="100000"/>
              </a:lnSpc>
            </a:pPr>
            <a:fld id="{B2C63B7F-EFF3-4818-8AB9-A95ED28294AC}" type="slidenum">
              <a:rPr lang="nl-NL" sz="1000" b="0" strike="noStrike" spc="-1">
                <a:solidFill>
                  <a:srgbClr val="FFFFFF"/>
                </a:solidFill>
                <a:latin typeface="Arial"/>
                <a:ea typeface="ＭＳ Ｐゴシック"/>
              </a:rPr>
              <a:t>21</a:t>
            </a:fld>
            <a:endParaRPr lang="nl-NL" sz="1000" b="0" strike="noStrike" spc="-1">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5" name="Picture 12" descr="underline_base"/>
          <p:cNvPicPr/>
          <p:nvPr/>
        </p:nvPicPr>
        <p:blipFill>
          <a:blip r:embed="rId2"/>
          <a:stretch/>
        </p:blipFill>
        <p:spPr>
          <a:xfrm>
            <a:off x="3565440" y="808200"/>
            <a:ext cx="3930480" cy="144000"/>
          </a:xfrm>
          <a:prstGeom prst="rect">
            <a:avLst/>
          </a:prstGeom>
          <a:ln>
            <a:noFill/>
          </a:ln>
        </p:spPr>
      </p:pic>
      <p:sp>
        <p:nvSpPr>
          <p:cNvPr id="966" name="TextShape 1"/>
          <p:cNvSpPr txBox="1"/>
          <p:nvPr/>
        </p:nvSpPr>
        <p:spPr>
          <a:xfrm>
            <a:off x="3656880" y="-19800"/>
            <a:ext cx="7772040" cy="1142640"/>
          </a:xfrm>
          <a:prstGeom prst="rect">
            <a:avLst/>
          </a:prstGeom>
          <a:noFill/>
          <a:ln>
            <a:noFill/>
          </a:ln>
        </p:spPr>
        <p:txBody>
          <a:bodyPr anchor="ctr">
            <a:noAutofit/>
          </a:bodyPr>
          <a:lstStyle/>
          <a:p>
            <a:pPr>
              <a:lnSpc>
                <a:spcPct val="100000"/>
              </a:lnSpc>
            </a:pPr>
            <a:r>
              <a:rPr lang="en-US" sz="3200" b="0" strike="noStrike" spc="-1">
                <a:solidFill>
                  <a:srgbClr val="25167A"/>
                </a:solidFill>
                <a:latin typeface="Calibri"/>
                <a:ea typeface="ＭＳ Ｐゴシック"/>
              </a:rPr>
              <a:t>Openflow abstraction</a:t>
            </a:r>
            <a:endParaRPr lang="nl-NL" sz="3200" b="0" strike="noStrike" spc="-1">
              <a:solidFill>
                <a:srgbClr val="000000"/>
              </a:solidFill>
              <a:latin typeface="Arial"/>
            </a:endParaRPr>
          </a:p>
        </p:txBody>
      </p:sp>
      <p:sp>
        <p:nvSpPr>
          <p:cNvPr id="967" name="TextShape 2"/>
          <p:cNvSpPr txBox="1"/>
          <p:nvPr/>
        </p:nvSpPr>
        <p:spPr>
          <a:xfrm>
            <a:off x="533520" y="1854360"/>
            <a:ext cx="3809520" cy="4647960"/>
          </a:xfrm>
          <a:prstGeom prst="rect">
            <a:avLst/>
          </a:prstGeom>
          <a:noFill/>
          <a:ln>
            <a:noFill/>
          </a:ln>
        </p:spPr>
        <p:txBody>
          <a:bodyPr>
            <a:noAutofit/>
          </a:bodyPr>
          <a:lstStyle/>
          <a:p>
            <a:pPr marL="343080" indent="-342720">
              <a:lnSpc>
                <a:spcPct val="100000"/>
              </a:lnSpc>
              <a:buClr>
                <a:srgbClr val="000090"/>
              </a:buClr>
              <a:buFont typeface="Wingdings" charset="2"/>
              <a:buChar char=""/>
            </a:pPr>
            <a:r>
              <a:rPr lang="en-US" sz="2800" b="0" strike="noStrike" spc="-1">
                <a:solidFill>
                  <a:srgbClr val="000000"/>
                </a:solidFill>
                <a:latin typeface="Calibri"/>
              </a:rPr>
              <a:t>Router</a:t>
            </a:r>
            <a:endParaRPr lang="nl-NL" sz="2800" b="0" strike="noStrike" spc="-1">
              <a:solidFill>
                <a:srgbClr val="000000"/>
              </a:solidFill>
              <a:latin typeface="Arial"/>
            </a:endParaRPr>
          </a:p>
          <a:p>
            <a:pPr marL="677880" lvl="1" indent="-215640">
              <a:lnSpc>
                <a:spcPct val="100000"/>
              </a:lnSpc>
              <a:buClr>
                <a:srgbClr val="000090"/>
              </a:buClr>
              <a:buSzPct val="101000"/>
              <a:buFont typeface="Arial"/>
              <a:buChar char="•"/>
            </a:pPr>
            <a:r>
              <a:rPr lang="en-US" sz="2800" b="0" i="1" strike="noStrike" spc="-1">
                <a:solidFill>
                  <a:srgbClr val="000090"/>
                </a:solidFill>
                <a:latin typeface="Calibri"/>
              </a:rPr>
              <a:t>match: </a:t>
            </a:r>
            <a:r>
              <a:rPr lang="en-US" sz="2800" b="0" strike="noStrike" spc="-1">
                <a:solidFill>
                  <a:srgbClr val="000000"/>
                </a:solidFill>
                <a:latin typeface="Calibri"/>
              </a:rPr>
              <a:t>longest destination IP prefix</a:t>
            </a:r>
            <a:endParaRPr lang="nl-NL" sz="2800" b="0" strike="noStrike" spc="-1">
              <a:solidFill>
                <a:srgbClr val="000000"/>
              </a:solidFill>
              <a:latin typeface="Arial"/>
            </a:endParaRPr>
          </a:p>
          <a:p>
            <a:pPr marL="677880" lvl="1" indent="-215640">
              <a:lnSpc>
                <a:spcPct val="100000"/>
              </a:lnSpc>
              <a:buClr>
                <a:srgbClr val="000090"/>
              </a:buClr>
              <a:buSzPct val="101000"/>
              <a:buFont typeface="Arial"/>
              <a:buChar char="•"/>
            </a:pPr>
            <a:r>
              <a:rPr lang="en-US" sz="2800" b="0" i="1" strike="noStrike" spc="-1">
                <a:solidFill>
                  <a:srgbClr val="000090"/>
                </a:solidFill>
                <a:latin typeface="Calibri"/>
              </a:rPr>
              <a:t>action: </a:t>
            </a:r>
            <a:r>
              <a:rPr lang="en-US" sz="2800" b="0" strike="noStrike" spc="-1">
                <a:solidFill>
                  <a:srgbClr val="000000"/>
                </a:solidFill>
                <a:latin typeface="Calibri"/>
              </a:rPr>
              <a:t>forward out a link</a:t>
            </a:r>
            <a:endParaRPr lang="nl-NL" sz="2800" b="0" strike="noStrike" spc="-1">
              <a:solidFill>
                <a:srgbClr val="000000"/>
              </a:solidFill>
              <a:latin typeface="Arial"/>
            </a:endParaRPr>
          </a:p>
          <a:p>
            <a:pPr marL="338040" indent="-337680">
              <a:lnSpc>
                <a:spcPct val="100000"/>
              </a:lnSpc>
              <a:buClr>
                <a:srgbClr val="000090"/>
              </a:buClr>
              <a:buFont typeface="Wingdings" charset="2"/>
              <a:buChar char=""/>
            </a:pPr>
            <a:r>
              <a:rPr lang="en-US" sz="2800" b="0" strike="noStrike" spc="-1">
                <a:solidFill>
                  <a:srgbClr val="000000"/>
                </a:solidFill>
                <a:latin typeface="Calibri"/>
              </a:rPr>
              <a:t>Switch</a:t>
            </a:r>
            <a:endParaRPr lang="nl-NL" sz="2800" b="0" strike="noStrike" spc="-1">
              <a:solidFill>
                <a:srgbClr val="000000"/>
              </a:solidFill>
              <a:latin typeface="Arial"/>
            </a:endParaRPr>
          </a:p>
          <a:p>
            <a:pPr marL="677880" lvl="1" indent="-215640">
              <a:lnSpc>
                <a:spcPct val="100000"/>
              </a:lnSpc>
              <a:buClr>
                <a:srgbClr val="000090"/>
              </a:buClr>
              <a:buFont typeface="Arial"/>
              <a:buChar char="•"/>
            </a:pPr>
            <a:r>
              <a:rPr lang="en-US" sz="2800" b="0" i="1" strike="noStrike" spc="-1">
                <a:solidFill>
                  <a:srgbClr val="000090"/>
                </a:solidFill>
                <a:latin typeface="Calibri"/>
              </a:rPr>
              <a:t>match: </a:t>
            </a:r>
            <a:r>
              <a:rPr lang="en-US" sz="2800" b="0" strike="noStrike" spc="-1">
                <a:solidFill>
                  <a:srgbClr val="000000"/>
                </a:solidFill>
                <a:latin typeface="Calibri"/>
              </a:rPr>
              <a:t>destination MAC address</a:t>
            </a:r>
            <a:endParaRPr lang="nl-NL" sz="2800" b="0" strike="noStrike" spc="-1">
              <a:solidFill>
                <a:srgbClr val="000000"/>
              </a:solidFill>
              <a:latin typeface="Arial"/>
            </a:endParaRPr>
          </a:p>
          <a:p>
            <a:pPr marL="677880" lvl="1" indent="-215640">
              <a:lnSpc>
                <a:spcPct val="100000"/>
              </a:lnSpc>
              <a:buClr>
                <a:srgbClr val="000090"/>
              </a:buClr>
              <a:buFont typeface="Arial"/>
              <a:buChar char="•"/>
            </a:pPr>
            <a:r>
              <a:rPr lang="en-US" sz="2800" b="0" i="1" strike="noStrike" spc="-1">
                <a:solidFill>
                  <a:srgbClr val="000090"/>
                </a:solidFill>
                <a:latin typeface="Calibri"/>
              </a:rPr>
              <a:t>action: </a:t>
            </a:r>
            <a:r>
              <a:rPr lang="en-US" sz="2800" b="0" strike="noStrike" spc="-1">
                <a:solidFill>
                  <a:srgbClr val="000000"/>
                </a:solidFill>
                <a:latin typeface="Calibri"/>
              </a:rPr>
              <a:t>forward or flood</a:t>
            </a:r>
            <a:endParaRPr lang="nl-NL" sz="2800" b="0" strike="noStrike" spc="-1">
              <a:solidFill>
                <a:srgbClr val="000000"/>
              </a:solidFill>
              <a:latin typeface="Arial"/>
            </a:endParaRPr>
          </a:p>
        </p:txBody>
      </p:sp>
      <p:sp>
        <p:nvSpPr>
          <p:cNvPr id="968" name="TextShape 3"/>
          <p:cNvSpPr txBox="1"/>
          <p:nvPr/>
        </p:nvSpPr>
        <p:spPr>
          <a:xfrm>
            <a:off x="4495680" y="1874880"/>
            <a:ext cx="3809520" cy="4647960"/>
          </a:xfrm>
          <a:prstGeom prst="rect">
            <a:avLst/>
          </a:prstGeom>
          <a:noFill/>
          <a:ln>
            <a:noFill/>
          </a:ln>
        </p:spPr>
        <p:txBody>
          <a:bodyPr>
            <a:noAutofit/>
          </a:bodyPr>
          <a:lstStyle/>
          <a:p>
            <a:pPr marL="297000" indent="-296640">
              <a:lnSpc>
                <a:spcPct val="100000"/>
              </a:lnSpc>
              <a:buClr>
                <a:srgbClr val="000090"/>
              </a:buClr>
              <a:buFont typeface="Wingdings" charset="2"/>
              <a:buChar char=""/>
            </a:pPr>
            <a:r>
              <a:rPr lang="en-US" sz="2800" b="0" strike="noStrike" spc="-1">
                <a:solidFill>
                  <a:srgbClr val="000000"/>
                </a:solidFill>
                <a:latin typeface="Calibri"/>
              </a:rPr>
              <a:t>Firewall</a:t>
            </a:r>
            <a:endParaRPr lang="nl-NL" sz="2800" b="0" strike="noStrike" spc="-1">
              <a:solidFill>
                <a:srgbClr val="000000"/>
              </a:solidFill>
              <a:latin typeface="Arial"/>
            </a:endParaRPr>
          </a:p>
          <a:p>
            <a:pPr marL="507960" lvl="1" indent="-218880">
              <a:lnSpc>
                <a:spcPct val="100000"/>
              </a:lnSpc>
              <a:buClr>
                <a:srgbClr val="000090"/>
              </a:buClr>
              <a:buFont typeface="Arial"/>
              <a:buChar char="•"/>
            </a:pPr>
            <a:r>
              <a:rPr lang="en-US" sz="2800" b="0" i="1" strike="noStrike" spc="-1">
                <a:solidFill>
                  <a:srgbClr val="000090"/>
                </a:solidFill>
                <a:latin typeface="Calibri"/>
              </a:rPr>
              <a:t>match</a:t>
            </a:r>
            <a:r>
              <a:rPr lang="en-US" sz="2800" b="0" strike="noStrike" spc="-1">
                <a:solidFill>
                  <a:srgbClr val="000000"/>
                </a:solidFill>
                <a:latin typeface="Calibri"/>
              </a:rPr>
              <a:t>: IP addresses and TCP/UDP port numbers</a:t>
            </a:r>
            <a:endParaRPr lang="nl-NL" sz="2800" b="0" strike="noStrike" spc="-1">
              <a:solidFill>
                <a:srgbClr val="000000"/>
              </a:solidFill>
              <a:latin typeface="Arial"/>
            </a:endParaRPr>
          </a:p>
          <a:p>
            <a:pPr marL="507960" lvl="1" indent="-218880">
              <a:lnSpc>
                <a:spcPct val="100000"/>
              </a:lnSpc>
              <a:buClr>
                <a:srgbClr val="000090"/>
              </a:buClr>
              <a:buFont typeface="Arial"/>
              <a:buChar char="•"/>
            </a:pPr>
            <a:r>
              <a:rPr lang="en-US" sz="2800" b="0" i="1" strike="noStrike" spc="-1">
                <a:solidFill>
                  <a:srgbClr val="000090"/>
                </a:solidFill>
                <a:latin typeface="Calibri"/>
              </a:rPr>
              <a:t>action: </a:t>
            </a:r>
            <a:r>
              <a:rPr lang="en-US" sz="2800" b="0" strike="noStrike" spc="-1">
                <a:solidFill>
                  <a:srgbClr val="000000"/>
                </a:solidFill>
                <a:latin typeface="Calibri"/>
              </a:rPr>
              <a:t>permit or deny </a:t>
            </a:r>
            <a:endParaRPr lang="nl-NL" sz="2800" b="0" strike="noStrike" spc="-1">
              <a:solidFill>
                <a:srgbClr val="000000"/>
              </a:solidFill>
              <a:latin typeface="Arial"/>
            </a:endParaRPr>
          </a:p>
          <a:p>
            <a:pPr marL="297000" indent="-296640">
              <a:lnSpc>
                <a:spcPct val="100000"/>
              </a:lnSpc>
              <a:buClr>
                <a:srgbClr val="000090"/>
              </a:buClr>
              <a:buFont typeface="Wingdings" charset="2"/>
              <a:buChar char=""/>
            </a:pPr>
            <a:r>
              <a:rPr lang="en-US" sz="2800" b="0" strike="noStrike" spc="-1">
                <a:solidFill>
                  <a:srgbClr val="000000"/>
                </a:solidFill>
                <a:latin typeface="Calibri"/>
              </a:rPr>
              <a:t>NAT</a:t>
            </a:r>
            <a:endParaRPr lang="nl-NL" sz="2800" b="0" strike="noStrike" spc="-1">
              <a:solidFill>
                <a:srgbClr val="000000"/>
              </a:solidFill>
              <a:latin typeface="Arial"/>
            </a:endParaRPr>
          </a:p>
          <a:p>
            <a:pPr marL="519120" lvl="1" indent="-229680">
              <a:lnSpc>
                <a:spcPct val="100000"/>
              </a:lnSpc>
              <a:buClr>
                <a:srgbClr val="000090"/>
              </a:buClr>
              <a:buFont typeface="Arial"/>
              <a:buChar char="•"/>
            </a:pPr>
            <a:r>
              <a:rPr lang="en-US" sz="2800" b="0" i="1" strike="noStrike" spc="-1">
                <a:solidFill>
                  <a:srgbClr val="000090"/>
                </a:solidFill>
                <a:latin typeface="Calibri"/>
              </a:rPr>
              <a:t>match: </a:t>
            </a:r>
            <a:r>
              <a:rPr lang="en-US" sz="2800" b="0" strike="noStrike" spc="-1">
                <a:solidFill>
                  <a:srgbClr val="000000"/>
                </a:solidFill>
                <a:latin typeface="Calibri"/>
              </a:rPr>
              <a:t>IP address and port</a:t>
            </a:r>
            <a:endParaRPr lang="nl-NL" sz="2800" b="0" strike="noStrike" spc="-1">
              <a:solidFill>
                <a:srgbClr val="000000"/>
              </a:solidFill>
              <a:latin typeface="Arial"/>
            </a:endParaRPr>
          </a:p>
          <a:p>
            <a:pPr marL="519120" lvl="1" indent="-229680">
              <a:lnSpc>
                <a:spcPct val="100000"/>
              </a:lnSpc>
              <a:buClr>
                <a:srgbClr val="000090"/>
              </a:buClr>
              <a:buFont typeface="Arial"/>
              <a:buChar char="•"/>
            </a:pPr>
            <a:r>
              <a:rPr lang="en-US" sz="2800" b="0" i="1" strike="noStrike" spc="-1">
                <a:solidFill>
                  <a:srgbClr val="000090"/>
                </a:solidFill>
                <a:latin typeface="Calibri"/>
              </a:rPr>
              <a:t>action: </a:t>
            </a:r>
            <a:r>
              <a:rPr lang="en-US" sz="2800" b="0" strike="noStrike" spc="-1">
                <a:solidFill>
                  <a:srgbClr val="000000"/>
                </a:solidFill>
                <a:latin typeface="Calibri"/>
              </a:rPr>
              <a:t>rewrite address and port</a:t>
            </a:r>
            <a:endParaRPr lang="nl-NL" sz="2800" b="0" strike="noStrike" spc="-1">
              <a:solidFill>
                <a:srgbClr val="000000"/>
              </a:solidFill>
              <a:latin typeface="Arial"/>
            </a:endParaRPr>
          </a:p>
        </p:txBody>
      </p:sp>
      <p:sp>
        <p:nvSpPr>
          <p:cNvPr id="969" name="CustomShape 4"/>
          <p:cNvSpPr/>
          <p:nvPr/>
        </p:nvSpPr>
        <p:spPr>
          <a:xfrm>
            <a:off x="587160" y="1214280"/>
            <a:ext cx="742788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marL="457200" indent="-456840">
              <a:lnSpc>
                <a:spcPct val="100000"/>
              </a:lnSpc>
              <a:buClr>
                <a:srgbClr val="000090"/>
              </a:buClr>
              <a:buFont typeface="Wingdings" charset="2"/>
              <a:buChar char=""/>
            </a:pPr>
            <a:r>
              <a:rPr lang="en-US" sz="2800" b="0" i="1" strike="noStrike" spc="-1">
                <a:solidFill>
                  <a:srgbClr val="CC0000"/>
                </a:solidFill>
                <a:latin typeface="Calibri"/>
                <a:ea typeface="ＭＳ Ｐゴシック"/>
              </a:rPr>
              <a:t>match+action: </a:t>
            </a:r>
            <a:r>
              <a:rPr lang="en-US" sz="2800" b="0" strike="noStrike" spc="-1">
                <a:solidFill>
                  <a:srgbClr val="000000"/>
                </a:solidFill>
                <a:latin typeface="Calibri"/>
                <a:ea typeface="ＭＳ Ｐゴシック"/>
              </a:rPr>
              <a:t>unifies different kinds of devices</a:t>
            </a:r>
            <a:endParaRPr lang="nl-NL" sz="2800" b="0" strike="noStrike" spc="-1">
              <a:latin typeface="Calibri"/>
            </a:endParaRPr>
          </a:p>
        </p:txBody>
      </p:sp>
      <p:sp>
        <p:nvSpPr>
          <p:cNvPr id="970" name="TextShape 5"/>
          <p:cNvSpPr txBox="1"/>
          <p:nvPr/>
        </p:nvSpPr>
        <p:spPr>
          <a:xfrm>
            <a:off x="8255160" y="6124680"/>
            <a:ext cx="626760" cy="364680"/>
          </a:xfrm>
          <a:prstGeom prst="rect">
            <a:avLst/>
          </a:prstGeom>
          <a:noFill/>
          <a:ln>
            <a:noFill/>
          </a:ln>
        </p:spPr>
        <p:txBody>
          <a:bodyPr anchor="ctr">
            <a:noAutofit/>
          </a:bodyPr>
          <a:lstStyle/>
          <a:p>
            <a:pPr algn="r">
              <a:lnSpc>
                <a:spcPct val="100000"/>
              </a:lnSpc>
            </a:pPr>
            <a:fld id="{F76BA8FF-AFDE-4535-B9C3-355793A62D1D}" type="slidenum">
              <a:rPr lang="nl-NL" sz="1000" b="0" strike="noStrike" spc="-1">
                <a:solidFill>
                  <a:srgbClr val="FFFFFF"/>
                </a:solidFill>
                <a:latin typeface="Arial"/>
                <a:ea typeface="ＭＳ Ｐゴシック"/>
              </a:rPr>
              <a:t>22</a:t>
            </a:fld>
            <a:endParaRPr lang="nl-NL" sz="10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967">
                                            <p:txEl>
                                              <p:pRg st="0" end="0"/>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967">
                                            <p:txEl>
                                              <p:pRg st="1" end="1"/>
                                            </p:txEl>
                                          </p:spTgt>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967">
                                            <p:txEl>
                                              <p:pRg st="2" end="2"/>
                                            </p:txEl>
                                          </p:spTgt>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1" presetClass="entr" fill="hold" nodeType="clickEffect">
                                  <p:stCondLst>
                                    <p:cond delay="0"/>
                                  </p:stCondLst>
                                  <p:childTnLst>
                                    <p:set>
                                      <p:cBhvr>
                                        <p:cTn id="14" dur="1" fill="hold">
                                          <p:stCondLst>
                                            <p:cond delay="0"/>
                                          </p:stCondLst>
                                        </p:cTn>
                                        <p:tgtEl>
                                          <p:spTgt spid="967">
                                            <p:txEl>
                                              <p:pRg st="3" end="3"/>
                                            </p:txEl>
                                          </p:spTgt>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967">
                                            <p:txEl>
                                              <p:pRg st="4" end="4"/>
                                            </p:txEl>
                                          </p:spTgt>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967">
                                            <p:txEl>
                                              <p:pRg st="5" end="5"/>
                                            </p:txEl>
                                          </p:spTgt>
                                        </p:tgtEl>
                                        <p:attrNameLst>
                                          <p:attrName>style.visibility</p:attrName>
                                        </p:attrNameLst>
                                      </p:cBhvr>
                                      <p:to>
                                        <p:strVal val="visible"/>
                                      </p:to>
                                    </p:set>
                                  </p:childTnLst>
                                </p:cTn>
                              </p:par>
                            </p:childTnLst>
                          </p:cTn>
                        </p:par>
                      </p:childTnLst>
                    </p:cTn>
                  </p:par>
                  <p:par>
                    <p:cTn id="19" fill="hold" nodeType="clickEffect">
                      <p:stCondLst>
                        <p:cond delay="indefinite"/>
                      </p:stCondLst>
                      <p:childTnLst>
                        <p:par>
                          <p:cTn id="20" fill="hold" nodeType="withEffect">
                            <p:stCondLst>
                              <p:cond delay="0"/>
                            </p:stCondLst>
                            <p:childTnLst>
                              <p:par>
                                <p:cTn id="21" presetID="1" presetClass="entr" fill="hold" nodeType="clickEffect">
                                  <p:stCondLst>
                                    <p:cond delay="0"/>
                                  </p:stCondLst>
                                  <p:childTnLst>
                                    <p:set>
                                      <p:cBhvr>
                                        <p:cTn id="22" dur="1" fill="hold">
                                          <p:stCondLst>
                                            <p:cond delay="0"/>
                                          </p:stCondLst>
                                        </p:cTn>
                                        <p:tgtEl>
                                          <p:spTgt spid="968">
                                            <p:txEl>
                                              <p:pRg st="0" end="0"/>
                                            </p:txEl>
                                          </p:spTgt>
                                        </p:tgtEl>
                                        <p:attrNameLst>
                                          <p:attrName>style.visibility</p:attrName>
                                        </p:attrNameLst>
                                      </p:cBhvr>
                                      <p:to>
                                        <p:strVal val="visible"/>
                                      </p:to>
                                    </p:set>
                                  </p:childTnLst>
                                </p:cTn>
                              </p:par>
                              <p:par>
                                <p:cTn id="23" presetID="1" presetClass="entr" fill="hold" nodeType="withEffect">
                                  <p:stCondLst>
                                    <p:cond delay="0"/>
                                  </p:stCondLst>
                                  <p:childTnLst>
                                    <p:set>
                                      <p:cBhvr>
                                        <p:cTn id="24" dur="1" fill="hold">
                                          <p:stCondLst>
                                            <p:cond delay="0"/>
                                          </p:stCondLst>
                                        </p:cTn>
                                        <p:tgtEl>
                                          <p:spTgt spid="968">
                                            <p:txEl>
                                              <p:pRg st="1" end="1"/>
                                            </p:txEl>
                                          </p:spTgt>
                                        </p:tgtEl>
                                        <p:attrNameLst>
                                          <p:attrName>style.visibility</p:attrName>
                                        </p:attrNameLst>
                                      </p:cBhvr>
                                      <p:to>
                                        <p:strVal val="visible"/>
                                      </p:to>
                                    </p:set>
                                  </p:childTnLst>
                                </p:cTn>
                              </p:par>
                              <p:par>
                                <p:cTn id="25" presetID="1" presetClass="entr" fill="hold" nodeType="withEffect">
                                  <p:stCondLst>
                                    <p:cond delay="0"/>
                                  </p:stCondLst>
                                  <p:childTnLst>
                                    <p:set>
                                      <p:cBhvr>
                                        <p:cTn id="26" dur="1" fill="hold">
                                          <p:stCondLst>
                                            <p:cond delay="0"/>
                                          </p:stCondLst>
                                        </p:cTn>
                                        <p:tgtEl>
                                          <p:spTgt spid="968">
                                            <p:txEl>
                                              <p:pRg st="2" end="2"/>
                                            </p:txEl>
                                          </p:spTgt>
                                        </p:tgtEl>
                                        <p:attrNameLst>
                                          <p:attrName>style.visibility</p:attrName>
                                        </p:attrNameLst>
                                      </p:cBhvr>
                                      <p:to>
                                        <p:strVal val="visible"/>
                                      </p:to>
                                    </p:set>
                                  </p:childTnLst>
                                </p:cTn>
                              </p:par>
                            </p:childTnLst>
                          </p:cTn>
                        </p:par>
                      </p:childTnLst>
                    </p:cTn>
                  </p:par>
                  <p:par>
                    <p:cTn id="27" fill="hold" nodeType="clickEffect">
                      <p:stCondLst>
                        <p:cond delay="indefinite"/>
                      </p:stCondLst>
                      <p:childTnLst>
                        <p:par>
                          <p:cTn id="28" fill="hold" nodeType="withEffect">
                            <p:stCondLst>
                              <p:cond delay="0"/>
                            </p:stCondLst>
                            <p:childTnLst>
                              <p:par>
                                <p:cTn id="29" presetID="1" presetClass="entr" fill="hold" nodeType="clickEffect">
                                  <p:stCondLst>
                                    <p:cond delay="0"/>
                                  </p:stCondLst>
                                  <p:childTnLst>
                                    <p:set>
                                      <p:cBhvr>
                                        <p:cTn id="30" dur="1" fill="hold">
                                          <p:stCondLst>
                                            <p:cond delay="0"/>
                                          </p:stCondLst>
                                        </p:cTn>
                                        <p:tgtEl>
                                          <p:spTgt spid="968">
                                            <p:txEl>
                                              <p:pRg st="3" end="3"/>
                                            </p:txEl>
                                          </p:spTgt>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968">
                                            <p:txEl>
                                              <p:pRg st="4" end="4"/>
                                            </p:txEl>
                                          </p:spTgt>
                                        </p:tgtEl>
                                        <p:attrNameLst>
                                          <p:attrName>style.visibility</p:attrName>
                                        </p:attrNameLst>
                                      </p:cBhvr>
                                      <p:to>
                                        <p:strVal val="visible"/>
                                      </p:to>
                                    </p:set>
                                  </p:childTnLst>
                                </p:cTn>
                              </p:par>
                              <p:par>
                                <p:cTn id="33" presetID="1" presetClass="entr" fill="hold" nodeType="withEffect">
                                  <p:stCondLst>
                                    <p:cond delay="0"/>
                                  </p:stCondLst>
                                  <p:childTnLst>
                                    <p:set>
                                      <p:cBhvr>
                                        <p:cTn id="34" dur="1" fill="hold">
                                          <p:stCondLst>
                                            <p:cond delay="0"/>
                                          </p:stCondLst>
                                        </p:cTn>
                                        <p:tgtEl>
                                          <p:spTgt spid="9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 name="CustomShape 1"/>
          <p:cNvSpPr/>
          <p:nvPr/>
        </p:nvSpPr>
        <p:spPr>
          <a:xfrm>
            <a:off x="3341880" y="336960"/>
            <a:ext cx="602712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600" b="0" strike="noStrike" spc="-1">
                <a:solidFill>
                  <a:srgbClr val="000099"/>
                </a:solidFill>
                <a:latin typeface="Gill Sans MT"/>
                <a:ea typeface="ＭＳ Ｐゴシック"/>
              </a:rPr>
              <a:t>SDN: data plane switches</a:t>
            </a:r>
            <a:endParaRPr lang="nl-NL" sz="3600" b="0" strike="noStrike" spc="-1">
              <a:latin typeface="Calibri"/>
            </a:endParaRPr>
          </a:p>
        </p:txBody>
      </p:sp>
      <p:pic>
        <p:nvPicPr>
          <p:cNvPr id="976" name="Picture 5" descr="underline_base"/>
          <p:cNvPicPr/>
          <p:nvPr/>
        </p:nvPicPr>
        <p:blipFill>
          <a:blip r:embed="rId2"/>
          <a:stretch/>
        </p:blipFill>
        <p:spPr>
          <a:xfrm>
            <a:off x="3905640" y="849240"/>
            <a:ext cx="4958280" cy="182520"/>
          </a:xfrm>
          <a:prstGeom prst="rect">
            <a:avLst/>
          </a:prstGeom>
          <a:ln>
            <a:noFill/>
          </a:ln>
        </p:spPr>
      </p:pic>
      <p:sp>
        <p:nvSpPr>
          <p:cNvPr id="977" name="TextShape 2"/>
          <p:cNvSpPr txBox="1"/>
          <p:nvPr/>
        </p:nvSpPr>
        <p:spPr>
          <a:xfrm>
            <a:off x="294840" y="1256400"/>
            <a:ext cx="4570920" cy="5010480"/>
          </a:xfrm>
          <a:prstGeom prst="rect">
            <a:avLst/>
          </a:prstGeom>
          <a:noFill/>
          <a:ln>
            <a:noFill/>
          </a:ln>
        </p:spPr>
        <p:txBody>
          <a:bodyPr>
            <a:noAutofit/>
          </a:bodyPr>
          <a:lstStyle/>
          <a:p>
            <a:pPr>
              <a:lnSpc>
                <a:spcPct val="100000"/>
              </a:lnSpc>
              <a:spcBef>
                <a:spcPts val="400"/>
              </a:spcBef>
              <a:tabLst>
                <a:tab pos="0" algn="l"/>
              </a:tabLst>
            </a:pPr>
            <a:r>
              <a:rPr lang="en-US" sz="2000" b="0" i="1" strike="noStrike" spc="-1">
                <a:solidFill>
                  <a:srgbClr val="CC0000"/>
                </a:solidFill>
                <a:latin typeface="Arial"/>
              </a:rPr>
              <a:t>Data plane switches</a:t>
            </a:r>
            <a:endParaRPr lang="nl-NL" sz="2000" b="0" strike="noStrike" spc="-1">
              <a:solidFill>
                <a:srgbClr val="000000"/>
              </a:solidFill>
              <a:latin typeface="Arial"/>
            </a:endParaRPr>
          </a:p>
          <a:p>
            <a:pPr marL="343080" indent="-342720">
              <a:lnSpc>
                <a:spcPct val="100000"/>
              </a:lnSpc>
              <a:spcBef>
                <a:spcPts val="479"/>
              </a:spcBef>
              <a:tabLst>
                <a:tab pos="0" algn="l"/>
              </a:tabLst>
            </a:pPr>
            <a:r>
              <a:rPr lang="en-US" sz="2400" b="0" strike="noStrike" spc="-1">
                <a:solidFill>
                  <a:srgbClr val="000000"/>
                </a:solidFill>
                <a:latin typeface="Arial"/>
              </a:rPr>
              <a:t>fast, simple, commodity switches implementing generalized data-plane forwarding in hardware</a:t>
            </a:r>
            <a:endParaRPr lang="nl-NL" sz="2400" b="0" strike="noStrike" spc="-1">
              <a:solidFill>
                <a:srgbClr val="000000"/>
              </a:solidFill>
              <a:latin typeface="Arial"/>
            </a:endParaRPr>
          </a:p>
          <a:p>
            <a:pPr marL="343080" indent="-342720">
              <a:lnSpc>
                <a:spcPct val="100000"/>
              </a:lnSpc>
              <a:spcBef>
                <a:spcPts val="479"/>
              </a:spcBef>
              <a:tabLst>
                <a:tab pos="0" algn="l"/>
              </a:tabLst>
            </a:pPr>
            <a:r>
              <a:rPr lang="en-US" sz="2400" b="0" strike="noStrike" spc="-1">
                <a:solidFill>
                  <a:srgbClr val="000000"/>
                </a:solidFill>
                <a:latin typeface="Arial"/>
              </a:rPr>
              <a:t>switch flow table computed, installed by controller</a:t>
            </a:r>
            <a:endParaRPr lang="nl-NL" sz="2400" b="0" strike="noStrike" spc="-1">
              <a:solidFill>
                <a:srgbClr val="000000"/>
              </a:solidFill>
              <a:latin typeface="Arial"/>
            </a:endParaRPr>
          </a:p>
          <a:p>
            <a:pPr marL="343080" indent="-342720">
              <a:lnSpc>
                <a:spcPct val="100000"/>
              </a:lnSpc>
              <a:spcBef>
                <a:spcPts val="479"/>
              </a:spcBef>
              <a:tabLst>
                <a:tab pos="0" algn="l"/>
              </a:tabLst>
            </a:pPr>
            <a:r>
              <a:rPr lang="en-US" sz="2400" b="0" strike="noStrike" spc="-1">
                <a:solidFill>
                  <a:srgbClr val="000000"/>
                </a:solidFill>
                <a:latin typeface="Arial"/>
              </a:rPr>
              <a:t>API for table-based switch control (e.g., OpenFlow)</a:t>
            </a:r>
            <a:endParaRPr lang="nl-NL" sz="2400" b="0" strike="noStrike" spc="-1">
              <a:solidFill>
                <a:srgbClr val="000000"/>
              </a:solidFill>
              <a:latin typeface="Arial"/>
            </a:endParaRPr>
          </a:p>
          <a:p>
            <a:pPr marL="628560" lvl="1" indent="-285480">
              <a:lnSpc>
                <a:spcPct val="100000"/>
              </a:lnSpc>
              <a:spcBef>
                <a:spcPts val="400"/>
              </a:spcBef>
              <a:buClr>
                <a:srgbClr val="000000"/>
              </a:buClr>
              <a:buFont typeface="Arial"/>
              <a:buChar char="•"/>
              <a:tabLst>
                <a:tab pos="0" algn="l"/>
              </a:tabLst>
            </a:pPr>
            <a:r>
              <a:rPr lang="en-US" sz="2000" b="0" strike="noStrike" spc="-1">
                <a:solidFill>
                  <a:srgbClr val="000000"/>
                </a:solidFill>
                <a:latin typeface="Arial"/>
              </a:rPr>
              <a:t>defines what is controllable and what is not</a:t>
            </a:r>
            <a:endParaRPr lang="nl-NL" sz="2000" b="0" strike="noStrike" spc="-1">
              <a:solidFill>
                <a:srgbClr val="000000"/>
              </a:solidFill>
              <a:latin typeface="Arial"/>
            </a:endParaRPr>
          </a:p>
          <a:p>
            <a:pPr marL="343080" indent="-342720">
              <a:lnSpc>
                <a:spcPct val="100000"/>
              </a:lnSpc>
              <a:spcBef>
                <a:spcPts val="479"/>
              </a:spcBef>
              <a:tabLst>
                <a:tab pos="0" algn="l"/>
              </a:tabLst>
            </a:pPr>
            <a:r>
              <a:rPr lang="en-US" sz="2400" b="0" strike="noStrike" spc="-1">
                <a:solidFill>
                  <a:srgbClr val="000000"/>
                </a:solidFill>
                <a:latin typeface="Arial"/>
              </a:rPr>
              <a:t>protocol for communicating with controller (e.g., OpenFlow)</a:t>
            </a:r>
            <a:endParaRPr lang="nl-NL" sz="2400" b="0" strike="noStrike" spc="-1">
              <a:solidFill>
                <a:srgbClr val="000000"/>
              </a:solidFill>
              <a:latin typeface="Arial"/>
            </a:endParaRPr>
          </a:p>
          <a:p>
            <a:pPr marL="343080" indent="-342720">
              <a:lnSpc>
                <a:spcPct val="100000"/>
              </a:lnSpc>
              <a:spcBef>
                <a:spcPts val="400"/>
              </a:spcBef>
              <a:tabLst>
                <a:tab pos="0" algn="l"/>
              </a:tabLst>
            </a:pPr>
            <a:endParaRPr lang="nl-NL" sz="2400" b="0" strike="noStrike" spc="-1">
              <a:solidFill>
                <a:srgbClr val="000000"/>
              </a:solidFill>
              <a:latin typeface="Arial"/>
            </a:endParaRPr>
          </a:p>
        </p:txBody>
      </p:sp>
      <p:grpSp>
        <p:nvGrpSpPr>
          <p:cNvPr id="978" name="Group 3"/>
          <p:cNvGrpSpPr/>
          <p:nvPr/>
        </p:nvGrpSpPr>
        <p:grpSpPr>
          <a:xfrm>
            <a:off x="4990320" y="1414440"/>
            <a:ext cx="4033440" cy="5161320"/>
            <a:chOff x="4990320" y="1414440"/>
            <a:chExt cx="4033440" cy="5161320"/>
          </a:xfrm>
        </p:grpSpPr>
        <p:sp>
          <p:nvSpPr>
            <p:cNvPr id="979" name="CustomShape 4"/>
            <p:cNvSpPr/>
            <p:nvPr/>
          </p:nvSpPr>
          <p:spPr>
            <a:xfrm>
              <a:off x="8353800" y="5440680"/>
              <a:ext cx="615600" cy="46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463"/>
                </a:lnSpc>
              </a:pPr>
              <a:r>
                <a:rPr lang="en-US" sz="1400" b="0" strike="noStrike" spc="-1">
                  <a:solidFill>
                    <a:srgbClr val="000000"/>
                  </a:solidFill>
                  <a:latin typeface="Arial"/>
                  <a:ea typeface="ＭＳ Ｐゴシック"/>
                </a:rPr>
                <a:t>data</a:t>
              </a:r>
              <a:endParaRPr lang="nl-NL" sz="1400" b="0" strike="noStrike" spc="-1">
                <a:latin typeface="Calibri"/>
              </a:endParaRPr>
            </a:p>
            <a:p>
              <a:pPr algn="ctr">
                <a:lnSpc>
                  <a:spcPts val="1463"/>
                </a:lnSpc>
              </a:pPr>
              <a:r>
                <a:rPr lang="en-US" sz="1400" b="0" strike="noStrike" spc="-1">
                  <a:solidFill>
                    <a:srgbClr val="000000"/>
                  </a:solidFill>
                  <a:latin typeface="Arial"/>
                  <a:ea typeface="ＭＳ Ｐゴシック"/>
                </a:rPr>
                <a:t>plane</a:t>
              </a:r>
              <a:endParaRPr lang="nl-NL" sz="1400" b="0" strike="noStrike" spc="-1">
                <a:latin typeface="Calibri"/>
              </a:endParaRPr>
            </a:p>
          </p:txBody>
        </p:sp>
        <p:sp>
          <p:nvSpPr>
            <p:cNvPr id="980" name="CustomShape 5"/>
            <p:cNvSpPr/>
            <p:nvPr/>
          </p:nvSpPr>
          <p:spPr>
            <a:xfrm>
              <a:off x="8307720" y="2978280"/>
              <a:ext cx="716040" cy="46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463"/>
                </a:lnSpc>
              </a:pPr>
              <a:r>
                <a:rPr lang="en-US" sz="1400" b="0" strike="noStrike" spc="-1">
                  <a:solidFill>
                    <a:srgbClr val="000000"/>
                  </a:solidFill>
                  <a:latin typeface="Arial"/>
                  <a:ea typeface="ＭＳ Ｐゴシック"/>
                </a:rPr>
                <a:t>control</a:t>
              </a:r>
              <a:endParaRPr lang="nl-NL" sz="1400" b="0" strike="noStrike" spc="-1">
                <a:latin typeface="Calibri"/>
              </a:endParaRPr>
            </a:p>
            <a:p>
              <a:pPr algn="ctr">
                <a:lnSpc>
                  <a:spcPts val="1463"/>
                </a:lnSpc>
              </a:pPr>
              <a:r>
                <a:rPr lang="en-US" sz="1400" b="0" strike="noStrike" spc="-1">
                  <a:solidFill>
                    <a:srgbClr val="000000"/>
                  </a:solidFill>
                  <a:latin typeface="Arial"/>
                  <a:ea typeface="ＭＳ Ｐゴシック"/>
                </a:rPr>
                <a:t>plane</a:t>
              </a:r>
              <a:endParaRPr lang="nl-NL" sz="1400" b="0" strike="noStrike" spc="-1">
                <a:latin typeface="Calibri"/>
              </a:endParaRPr>
            </a:p>
          </p:txBody>
        </p:sp>
        <p:sp>
          <p:nvSpPr>
            <p:cNvPr id="981" name="Line 6"/>
            <p:cNvSpPr/>
            <p:nvPr/>
          </p:nvSpPr>
          <p:spPr>
            <a:xfrm flipV="1">
              <a:off x="5272560" y="5033520"/>
              <a:ext cx="2791800" cy="14040"/>
            </a:xfrm>
            <a:prstGeom prst="line">
              <a:avLst/>
            </a:prstGeom>
            <a:ln>
              <a:solidFill>
                <a:schemeClr val="tx1"/>
              </a:solidFill>
              <a:prstDash val="dash"/>
              <a:round/>
            </a:ln>
          </p:spPr>
          <p:style>
            <a:lnRef idx="2">
              <a:schemeClr val="accent1"/>
            </a:lnRef>
            <a:fillRef idx="0">
              <a:schemeClr val="accent1"/>
            </a:fillRef>
            <a:effectRef idx="1">
              <a:schemeClr val="accent1"/>
            </a:effectRef>
            <a:fontRef idx="minor"/>
          </p:style>
        </p:sp>
        <p:sp>
          <p:nvSpPr>
            <p:cNvPr id="982" name="Line 7"/>
            <p:cNvSpPr/>
            <p:nvPr/>
          </p:nvSpPr>
          <p:spPr>
            <a:xfrm flipV="1">
              <a:off x="5192280" y="3213000"/>
              <a:ext cx="3041280" cy="18720"/>
            </a:xfrm>
            <a:prstGeom prst="line">
              <a:avLst/>
            </a:prstGeom>
            <a:ln>
              <a:solidFill>
                <a:schemeClr val="tx1"/>
              </a:solidFill>
              <a:prstDash val="dash"/>
              <a:round/>
            </a:ln>
          </p:spPr>
          <p:style>
            <a:lnRef idx="2">
              <a:schemeClr val="accent1"/>
            </a:lnRef>
            <a:fillRef idx="0">
              <a:schemeClr val="accent1"/>
            </a:fillRef>
            <a:effectRef idx="1">
              <a:schemeClr val="accent1"/>
            </a:effectRef>
            <a:fontRef idx="minor"/>
          </p:style>
        </p:sp>
        <p:grpSp>
          <p:nvGrpSpPr>
            <p:cNvPr id="983" name="Group 8"/>
            <p:cNvGrpSpPr/>
            <p:nvPr/>
          </p:nvGrpSpPr>
          <p:grpSpPr>
            <a:xfrm>
              <a:off x="5164560" y="5329800"/>
              <a:ext cx="2979000" cy="973440"/>
              <a:chOff x="5164560" y="5329800"/>
              <a:chExt cx="2979000" cy="973440"/>
            </a:xfrm>
          </p:grpSpPr>
          <p:sp>
            <p:nvSpPr>
              <p:cNvPr id="984" name="CustomShape 9"/>
              <p:cNvSpPr/>
              <p:nvPr/>
            </p:nvSpPr>
            <p:spPr>
              <a:xfrm>
                <a:off x="5164560" y="5329800"/>
                <a:ext cx="2979000" cy="973440"/>
              </a:xfrm>
              <a:custGeom>
                <a:avLst/>
                <a:gdLst/>
                <a:ahLst/>
                <a:cxnLst/>
                <a:rect l="l" t="t"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985" name="Line 10"/>
              <p:cNvSpPr/>
              <p:nvPr/>
            </p:nvSpPr>
            <p:spPr>
              <a:xfrm flipV="1">
                <a:off x="5660640" y="5486040"/>
                <a:ext cx="973440" cy="1364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986" name="Line 11"/>
              <p:cNvSpPr/>
              <p:nvPr/>
            </p:nvSpPr>
            <p:spPr>
              <a:xfrm>
                <a:off x="5578200" y="5680080"/>
                <a:ext cx="167112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987" name="Line 12"/>
              <p:cNvSpPr/>
              <p:nvPr/>
            </p:nvSpPr>
            <p:spPr>
              <a:xfrm>
                <a:off x="5587560" y="5788440"/>
                <a:ext cx="528480" cy="28620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988" name="Line 13"/>
              <p:cNvSpPr/>
              <p:nvPr/>
            </p:nvSpPr>
            <p:spPr>
              <a:xfrm flipV="1">
                <a:off x="6340320" y="5989320"/>
                <a:ext cx="923040" cy="8532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989" name="Line 14"/>
              <p:cNvSpPr/>
              <p:nvPr/>
            </p:nvSpPr>
            <p:spPr>
              <a:xfrm>
                <a:off x="6828840" y="5520600"/>
                <a:ext cx="782280" cy="1281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990" name="Line 15"/>
              <p:cNvSpPr/>
              <p:nvPr/>
            </p:nvSpPr>
            <p:spPr>
              <a:xfrm flipV="1">
                <a:off x="6299280" y="5680080"/>
                <a:ext cx="132480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991" name="Line 16"/>
              <p:cNvSpPr/>
              <p:nvPr/>
            </p:nvSpPr>
            <p:spPr>
              <a:xfrm flipV="1">
                <a:off x="7281000" y="5709600"/>
                <a:ext cx="435600" cy="27972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992" name="Line 17"/>
              <p:cNvSpPr/>
              <p:nvPr/>
            </p:nvSpPr>
            <p:spPr>
              <a:xfrm>
                <a:off x="6647040" y="5486040"/>
                <a:ext cx="602280" cy="4161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grpSp>
            <p:nvGrpSpPr>
              <p:cNvPr id="993" name="Group 18"/>
              <p:cNvGrpSpPr/>
              <p:nvPr/>
            </p:nvGrpSpPr>
            <p:grpSpPr>
              <a:xfrm>
                <a:off x="7579080" y="5531400"/>
                <a:ext cx="435600" cy="250560"/>
                <a:chOff x="7579080" y="5531400"/>
                <a:chExt cx="435600" cy="250560"/>
              </a:xfrm>
            </p:grpSpPr>
            <p:sp>
              <p:nvSpPr>
                <p:cNvPr id="994" name="CustomShape 19"/>
                <p:cNvSpPr/>
                <p:nvPr/>
              </p:nvSpPr>
              <p:spPr>
                <a:xfrm flipV="1">
                  <a:off x="7580520" y="559908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95" name="CustomShape 20"/>
                <p:cNvSpPr/>
                <p:nvPr/>
              </p:nvSpPr>
              <p:spPr>
                <a:xfrm>
                  <a:off x="7579080" y="562500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96" name="CustomShape 21"/>
                <p:cNvSpPr/>
                <p:nvPr/>
              </p:nvSpPr>
              <p:spPr>
                <a:xfrm flipV="1">
                  <a:off x="7579080" y="553140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97" name="CustomShape 22"/>
                <p:cNvSpPr/>
                <p:nvPr/>
              </p:nvSpPr>
              <p:spPr>
                <a:xfrm>
                  <a:off x="7690320" y="558684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98" name="CustomShape 23"/>
                <p:cNvSpPr/>
                <p:nvPr/>
              </p:nvSpPr>
              <p:spPr>
                <a:xfrm>
                  <a:off x="7668360" y="556380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99" name="CustomShape 24"/>
                <p:cNvSpPr/>
                <p:nvPr/>
              </p:nvSpPr>
              <p:spPr>
                <a:xfrm>
                  <a:off x="7836120" y="561816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0" name="CustomShape 25"/>
                <p:cNvSpPr/>
                <p:nvPr/>
              </p:nvSpPr>
              <p:spPr>
                <a:xfrm>
                  <a:off x="7663680" y="561960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1" name="Line 26"/>
                <p:cNvSpPr/>
                <p:nvPr/>
              </p:nvSpPr>
              <p:spPr>
                <a:xfrm flipH="1" flipV="1">
                  <a:off x="7579080" y="562356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002" name="Line 27"/>
                <p:cNvSpPr/>
                <p:nvPr/>
              </p:nvSpPr>
              <p:spPr>
                <a:xfrm flipH="1" flipV="1">
                  <a:off x="8013240" y="562212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003" name="Group 28"/>
              <p:cNvGrpSpPr/>
              <p:nvPr/>
            </p:nvGrpSpPr>
            <p:grpSpPr>
              <a:xfrm>
                <a:off x="6483240" y="5384160"/>
                <a:ext cx="435960" cy="250560"/>
                <a:chOff x="6483240" y="5384160"/>
                <a:chExt cx="435960" cy="250560"/>
              </a:xfrm>
            </p:grpSpPr>
            <p:sp>
              <p:nvSpPr>
                <p:cNvPr id="1004" name="CustomShape 29"/>
                <p:cNvSpPr/>
                <p:nvPr/>
              </p:nvSpPr>
              <p:spPr>
                <a:xfrm flipV="1">
                  <a:off x="6484680" y="545184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5" name="CustomShape 30"/>
                <p:cNvSpPr/>
                <p:nvPr/>
              </p:nvSpPr>
              <p:spPr>
                <a:xfrm>
                  <a:off x="6483600" y="547776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6" name="CustomShape 31"/>
                <p:cNvSpPr/>
                <p:nvPr/>
              </p:nvSpPr>
              <p:spPr>
                <a:xfrm flipV="1">
                  <a:off x="6483600" y="53841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7" name="CustomShape 32"/>
                <p:cNvSpPr/>
                <p:nvPr/>
              </p:nvSpPr>
              <p:spPr>
                <a:xfrm>
                  <a:off x="6594840" y="543960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8" name="CustomShape 33"/>
                <p:cNvSpPr/>
                <p:nvPr/>
              </p:nvSpPr>
              <p:spPr>
                <a:xfrm>
                  <a:off x="6572880" y="541656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09" name="CustomShape 34"/>
                <p:cNvSpPr/>
                <p:nvPr/>
              </p:nvSpPr>
              <p:spPr>
                <a:xfrm>
                  <a:off x="6740640" y="547092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0" name="CustomShape 35"/>
                <p:cNvSpPr/>
                <p:nvPr/>
              </p:nvSpPr>
              <p:spPr>
                <a:xfrm>
                  <a:off x="6567840" y="547236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1" name="Line 36"/>
                <p:cNvSpPr/>
                <p:nvPr/>
              </p:nvSpPr>
              <p:spPr>
                <a:xfrm flipH="1" flipV="1">
                  <a:off x="6483240" y="547632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012" name="Line 37"/>
                <p:cNvSpPr/>
                <p:nvPr/>
              </p:nvSpPr>
              <p:spPr>
                <a:xfrm flipH="1" flipV="1">
                  <a:off x="6917760" y="547488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013" name="Group 38"/>
              <p:cNvGrpSpPr/>
              <p:nvPr/>
            </p:nvGrpSpPr>
            <p:grpSpPr>
              <a:xfrm>
                <a:off x="5353920" y="5584680"/>
                <a:ext cx="435600" cy="250920"/>
                <a:chOff x="5353920" y="5584680"/>
                <a:chExt cx="435600" cy="250920"/>
              </a:xfrm>
            </p:grpSpPr>
            <p:sp>
              <p:nvSpPr>
                <p:cNvPr id="1014" name="CustomShape 39"/>
                <p:cNvSpPr/>
                <p:nvPr/>
              </p:nvSpPr>
              <p:spPr>
                <a:xfrm flipV="1">
                  <a:off x="5355000" y="565272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5" name="CustomShape 40"/>
                <p:cNvSpPr/>
                <p:nvPr/>
              </p:nvSpPr>
              <p:spPr>
                <a:xfrm>
                  <a:off x="5353920" y="567864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6" name="CustomShape 41"/>
                <p:cNvSpPr/>
                <p:nvPr/>
              </p:nvSpPr>
              <p:spPr>
                <a:xfrm flipV="1">
                  <a:off x="5353920" y="558468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7" name="CustomShape 42"/>
                <p:cNvSpPr/>
                <p:nvPr/>
              </p:nvSpPr>
              <p:spPr>
                <a:xfrm>
                  <a:off x="5465160" y="564048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8" name="CustomShape 43"/>
                <p:cNvSpPr/>
                <p:nvPr/>
              </p:nvSpPr>
              <p:spPr>
                <a:xfrm>
                  <a:off x="5443200" y="561744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9" name="CustomShape 44"/>
                <p:cNvSpPr/>
                <p:nvPr/>
              </p:nvSpPr>
              <p:spPr>
                <a:xfrm>
                  <a:off x="5610960" y="567180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0" name="CustomShape 45"/>
                <p:cNvSpPr/>
                <p:nvPr/>
              </p:nvSpPr>
              <p:spPr>
                <a:xfrm>
                  <a:off x="5438520" y="567324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1" name="Line 46"/>
                <p:cNvSpPr/>
                <p:nvPr/>
              </p:nvSpPr>
              <p:spPr>
                <a:xfrm flipH="1" flipV="1">
                  <a:off x="5353920" y="567720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022" name="Line 47"/>
                <p:cNvSpPr/>
                <p:nvPr/>
              </p:nvSpPr>
              <p:spPr>
                <a:xfrm flipH="1" flipV="1">
                  <a:off x="5788080" y="567576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023" name="Group 48"/>
              <p:cNvGrpSpPr/>
              <p:nvPr/>
            </p:nvGrpSpPr>
            <p:grpSpPr>
              <a:xfrm>
                <a:off x="7068960" y="5860800"/>
                <a:ext cx="435600" cy="250920"/>
                <a:chOff x="7068960" y="5860800"/>
                <a:chExt cx="435600" cy="250920"/>
              </a:xfrm>
            </p:grpSpPr>
            <p:sp>
              <p:nvSpPr>
                <p:cNvPr id="1024" name="CustomShape 49"/>
                <p:cNvSpPr/>
                <p:nvPr/>
              </p:nvSpPr>
              <p:spPr>
                <a:xfrm flipV="1">
                  <a:off x="7070040" y="592884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5" name="CustomShape 50"/>
                <p:cNvSpPr/>
                <p:nvPr/>
              </p:nvSpPr>
              <p:spPr>
                <a:xfrm>
                  <a:off x="7068960" y="595440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6" name="CustomShape 51"/>
                <p:cNvSpPr/>
                <p:nvPr/>
              </p:nvSpPr>
              <p:spPr>
                <a:xfrm flipV="1">
                  <a:off x="7068960" y="586080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7" name="CustomShape 52"/>
                <p:cNvSpPr/>
                <p:nvPr/>
              </p:nvSpPr>
              <p:spPr>
                <a:xfrm>
                  <a:off x="7180200" y="591660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8" name="CustomShape 53"/>
                <p:cNvSpPr/>
                <p:nvPr/>
              </p:nvSpPr>
              <p:spPr>
                <a:xfrm>
                  <a:off x="7158240" y="589320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9" name="CustomShape 54"/>
                <p:cNvSpPr/>
                <p:nvPr/>
              </p:nvSpPr>
              <p:spPr>
                <a:xfrm>
                  <a:off x="7326000" y="594756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0" name="CustomShape 55"/>
                <p:cNvSpPr/>
                <p:nvPr/>
              </p:nvSpPr>
              <p:spPr>
                <a:xfrm>
                  <a:off x="7153560" y="594900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1" name="Line 56"/>
                <p:cNvSpPr/>
                <p:nvPr/>
              </p:nvSpPr>
              <p:spPr>
                <a:xfrm flipH="1" flipV="1">
                  <a:off x="7068960" y="595296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032" name="Line 57"/>
                <p:cNvSpPr/>
                <p:nvPr/>
              </p:nvSpPr>
              <p:spPr>
                <a:xfrm flipH="1" flipV="1">
                  <a:off x="7503120" y="5951520"/>
                  <a:ext cx="144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033" name="Group 58"/>
              <p:cNvGrpSpPr/>
              <p:nvPr/>
            </p:nvGrpSpPr>
            <p:grpSpPr>
              <a:xfrm>
                <a:off x="5986800" y="5956560"/>
                <a:ext cx="435600" cy="250920"/>
                <a:chOff x="5986800" y="5956560"/>
                <a:chExt cx="435600" cy="250920"/>
              </a:xfrm>
            </p:grpSpPr>
            <p:sp>
              <p:nvSpPr>
                <p:cNvPr id="1034" name="CustomShape 59"/>
                <p:cNvSpPr/>
                <p:nvPr/>
              </p:nvSpPr>
              <p:spPr>
                <a:xfrm flipV="1">
                  <a:off x="5988240" y="602460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5" name="CustomShape 60"/>
                <p:cNvSpPr/>
                <p:nvPr/>
              </p:nvSpPr>
              <p:spPr>
                <a:xfrm>
                  <a:off x="5987160" y="605052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6" name="CustomShape 61"/>
                <p:cNvSpPr/>
                <p:nvPr/>
              </p:nvSpPr>
              <p:spPr>
                <a:xfrm flipV="1">
                  <a:off x="5987160" y="59565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7" name="CustomShape 62"/>
                <p:cNvSpPr/>
                <p:nvPr/>
              </p:nvSpPr>
              <p:spPr>
                <a:xfrm>
                  <a:off x="6098400" y="601236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8" name="CustomShape 63"/>
                <p:cNvSpPr/>
                <p:nvPr/>
              </p:nvSpPr>
              <p:spPr>
                <a:xfrm>
                  <a:off x="6076440" y="598932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9" name="CustomShape 64"/>
                <p:cNvSpPr/>
                <p:nvPr/>
              </p:nvSpPr>
              <p:spPr>
                <a:xfrm>
                  <a:off x="6243840" y="604368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40" name="CustomShape 65"/>
                <p:cNvSpPr/>
                <p:nvPr/>
              </p:nvSpPr>
              <p:spPr>
                <a:xfrm>
                  <a:off x="6071400" y="604512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41" name="Line 66"/>
                <p:cNvSpPr/>
                <p:nvPr/>
              </p:nvSpPr>
              <p:spPr>
                <a:xfrm flipH="1" flipV="1">
                  <a:off x="5986800" y="6048720"/>
                  <a:ext cx="108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042" name="Line 67"/>
                <p:cNvSpPr/>
                <p:nvPr/>
              </p:nvSpPr>
              <p:spPr>
                <a:xfrm flipH="1" flipV="1">
                  <a:off x="6421320" y="604764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grpSp>
          <p:nvGrpSpPr>
            <p:cNvPr id="1043" name="Group 68"/>
            <p:cNvGrpSpPr/>
            <p:nvPr/>
          </p:nvGrpSpPr>
          <p:grpSpPr>
            <a:xfrm>
              <a:off x="4990320" y="3550680"/>
              <a:ext cx="3116160" cy="1053360"/>
              <a:chOff x="4990320" y="3550680"/>
              <a:chExt cx="3116160" cy="1053360"/>
            </a:xfrm>
          </p:grpSpPr>
          <p:sp>
            <p:nvSpPr>
              <p:cNvPr id="1044" name="CustomShape 69"/>
              <p:cNvSpPr/>
              <p:nvPr/>
            </p:nvSpPr>
            <p:spPr>
              <a:xfrm>
                <a:off x="5418720" y="3586680"/>
                <a:ext cx="2687760" cy="1017360"/>
              </a:xfrm>
              <a:prstGeom prst="rect">
                <a:avLst/>
              </a:prstGeom>
              <a:solidFill>
                <a:schemeClr val="accent6">
                  <a:lumMod val="20000"/>
                  <a:lumOff val="80000"/>
                </a:schemeClr>
              </a:solidFill>
              <a:ln w="324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45" name="CustomShape 70"/>
              <p:cNvSpPr/>
              <p:nvPr/>
            </p:nvSpPr>
            <p:spPr>
              <a:xfrm>
                <a:off x="5218200" y="3550680"/>
                <a:ext cx="213480" cy="1027800"/>
              </a:xfrm>
              <a:custGeom>
                <a:avLst/>
                <a:gdLst/>
                <a:ahLst/>
                <a:cxnLst/>
                <a:rect l="l" t="t" r="r" b="b"/>
                <a:pathLst>
                  <a:path w="215301" h="1027869">
                    <a:moveTo>
                      <a:pt x="15446" y="745656"/>
                    </a:moveTo>
                    <a:lnTo>
                      <a:pt x="209366" y="0"/>
                    </a:lnTo>
                    <a:cubicBezTo>
                      <a:pt x="211344" y="342623"/>
                      <a:pt x="213323" y="685246"/>
                      <a:pt x="215301" y="1027869"/>
                    </a:cubicBezTo>
                    <a:cubicBezTo>
                      <a:pt x="115469" y="960083"/>
                      <a:pt x="99918" y="931665"/>
                      <a:pt x="87" y="888484"/>
                    </a:cubicBezTo>
                    <a:cubicBezTo>
                      <a:pt x="-1403" y="675204"/>
                      <a:pt x="16936" y="958936"/>
                      <a:pt x="15446" y="745656"/>
                    </a:cubicBezTo>
                    <a:close/>
                  </a:path>
                </a:pathLst>
              </a:custGeom>
              <a:gradFill rotWithShape="0">
                <a:gsLst>
                  <a:gs pos="0">
                    <a:srgbClr val="F2F2F2"/>
                  </a:gs>
                  <a:gs pos="100000">
                    <a:srgbClr val="FDEADA"/>
                  </a:gs>
                </a:gsLst>
                <a:lin ang="0"/>
              </a:gra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grpSp>
            <p:nvGrpSpPr>
              <p:cNvPr id="1046" name="Group 71"/>
              <p:cNvGrpSpPr/>
              <p:nvPr/>
            </p:nvGrpSpPr>
            <p:grpSpPr>
              <a:xfrm>
                <a:off x="4990320" y="4025160"/>
                <a:ext cx="251280" cy="563760"/>
                <a:chOff x="4990320" y="4025160"/>
                <a:chExt cx="251280" cy="563760"/>
              </a:xfrm>
            </p:grpSpPr>
            <p:sp>
              <p:nvSpPr>
                <p:cNvPr id="1047" name="CustomShape 72"/>
                <p:cNvSpPr/>
                <p:nvPr/>
              </p:nvSpPr>
              <p:spPr>
                <a:xfrm>
                  <a:off x="5189400" y="4025880"/>
                  <a:ext cx="49680" cy="53784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1048" name="CustomShape 73"/>
                <p:cNvSpPr/>
                <p:nvPr/>
              </p:nvSpPr>
              <p:spPr>
                <a:xfrm>
                  <a:off x="5002560" y="4025160"/>
                  <a:ext cx="184320" cy="53748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049" name="CustomShape 74"/>
                <p:cNvSpPr/>
                <p:nvPr/>
              </p:nvSpPr>
              <p:spPr>
                <a:xfrm>
                  <a:off x="5198760" y="4058280"/>
                  <a:ext cx="29520" cy="49752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1050" name="CustomShape 75"/>
                <p:cNvSpPr/>
                <p:nvPr/>
              </p:nvSpPr>
              <p:spPr>
                <a:xfrm>
                  <a:off x="5192280" y="4310280"/>
                  <a:ext cx="46080" cy="4428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051" name="CustomShape 76"/>
                <p:cNvSpPr/>
                <p:nvPr/>
              </p:nvSpPr>
              <p:spPr>
                <a:xfrm>
                  <a:off x="5002560" y="408672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052" name="Group 77"/>
                <p:cNvGrpSpPr/>
                <p:nvPr/>
              </p:nvGrpSpPr>
              <p:grpSpPr>
                <a:xfrm>
                  <a:off x="5097600" y="4080960"/>
                  <a:ext cx="101520" cy="34920"/>
                  <a:chOff x="5097600" y="4080960"/>
                  <a:chExt cx="101520" cy="34920"/>
                </a:xfrm>
              </p:grpSpPr>
              <p:sp>
                <p:nvSpPr>
                  <p:cNvPr id="1053" name="CustomShape 78"/>
                  <p:cNvSpPr/>
                  <p:nvPr/>
                </p:nvSpPr>
                <p:spPr>
                  <a:xfrm>
                    <a:off x="5097600" y="4080960"/>
                    <a:ext cx="101520" cy="349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054" name="CustomShape 79"/>
                  <p:cNvSpPr/>
                  <p:nvPr/>
                </p:nvSpPr>
                <p:spPr>
                  <a:xfrm>
                    <a:off x="5099400" y="4084560"/>
                    <a:ext cx="98280" cy="2772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055" name="CustomShape 80"/>
                <p:cNvSpPr/>
                <p:nvPr/>
              </p:nvSpPr>
              <p:spPr>
                <a:xfrm>
                  <a:off x="5004360" y="416484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056" name="Group 81"/>
                <p:cNvGrpSpPr/>
                <p:nvPr/>
              </p:nvGrpSpPr>
              <p:grpSpPr>
                <a:xfrm>
                  <a:off x="5097600" y="4157280"/>
                  <a:ext cx="101520" cy="31320"/>
                  <a:chOff x="5097600" y="4157280"/>
                  <a:chExt cx="101520" cy="31320"/>
                </a:xfrm>
              </p:grpSpPr>
              <p:sp>
                <p:nvSpPr>
                  <p:cNvPr id="1057" name="CustomShape 82"/>
                  <p:cNvSpPr/>
                  <p:nvPr/>
                </p:nvSpPr>
                <p:spPr>
                  <a:xfrm>
                    <a:off x="5097600" y="415728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058" name="CustomShape 83"/>
                  <p:cNvSpPr/>
                  <p:nvPr/>
                </p:nvSpPr>
                <p:spPr>
                  <a:xfrm>
                    <a:off x="5099400" y="4161240"/>
                    <a:ext cx="9828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059" name="CustomShape 84"/>
                <p:cNvSpPr/>
                <p:nvPr/>
              </p:nvSpPr>
              <p:spPr>
                <a:xfrm>
                  <a:off x="5004360" y="424296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1060" name="CustomShape 85"/>
                <p:cNvSpPr/>
                <p:nvPr/>
              </p:nvSpPr>
              <p:spPr>
                <a:xfrm>
                  <a:off x="5006160" y="431388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061" name="Group 86"/>
                <p:cNvGrpSpPr/>
                <p:nvPr/>
              </p:nvGrpSpPr>
              <p:grpSpPr>
                <a:xfrm>
                  <a:off x="5095800" y="4311720"/>
                  <a:ext cx="101520" cy="31320"/>
                  <a:chOff x="5095800" y="4311720"/>
                  <a:chExt cx="101520" cy="31320"/>
                </a:xfrm>
              </p:grpSpPr>
              <p:sp>
                <p:nvSpPr>
                  <p:cNvPr id="1062" name="CustomShape 87"/>
                  <p:cNvSpPr/>
                  <p:nvPr/>
                </p:nvSpPr>
                <p:spPr>
                  <a:xfrm>
                    <a:off x="5095800" y="431172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063" name="CustomShape 88"/>
                  <p:cNvSpPr/>
                  <p:nvPr/>
                </p:nvSpPr>
                <p:spPr>
                  <a:xfrm>
                    <a:off x="5097600" y="4311720"/>
                    <a:ext cx="98280" cy="273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064" name="CustomShape 89"/>
                <p:cNvSpPr/>
                <p:nvPr/>
              </p:nvSpPr>
              <p:spPr>
                <a:xfrm>
                  <a:off x="5193000" y="4242960"/>
                  <a:ext cx="46080" cy="4392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065" name="Group 90"/>
                <p:cNvGrpSpPr/>
                <p:nvPr/>
              </p:nvGrpSpPr>
              <p:grpSpPr>
                <a:xfrm>
                  <a:off x="5095800" y="4237200"/>
                  <a:ext cx="103320" cy="31320"/>
                  <a:chOff x="5095800" y="4237200"/>
                  <a:chExt cx="103320" cy="31320"/>
                </a:xfrm>
              </p:grpSpPr>
              <p:sp>
                <p:nvSpPr>
                  <p:cNvPr id="1066" name="CustomShape 91"/>
                  <p:cNvSpPr/>
                  <p:nvPr/>
                </p:nvSpPr>
                <p:spPr>
                  <a:xfrm>
                    <a:off x="5095800" y="4237200"/>
                    <a:ext cx="1033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067" name="CustomShape 92"/>
                  <p:cNvSpPr/>
                  <p:nvPr/>
                </p:nvSpPr>
                <p:spPr>
                  <a:xfrm>
                    <a:off x="5097600" y="4241160"/>
                    <a:ext cx="10152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068" name="CustomShape 93"/>
                <p:cNvSpPr/>
                <p:nvPr/>
              </p:nvSpPr>
              <p:spPr>
                <a:xfrm>
                  <a:off x="5185440" y="4025160"/>
                  <a:ext cx="11880" cy="53748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1069" name="CustomShape 94"/>
                <p:cNvSpPr/>
                <p:nvPr/>
              </p:nvSpPr>
              <p:spPr>
                <a:xfrm>
                  <a:off x="5196960" y="4161240"/>
                  <a:ext cx="41400" cy="4968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070" name="CustomShape 95"/>
                <p:cNvSpPr/>
                <p:nvPr/>
              </p:nvSpPr>
              <p:spPr>
                <a:xfrm>
                  <a:off x="5197680" y="4084200"/>
                  <a:ext cx="42840" cy="5616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071" name="CustomShape 96"/>
                <p:cNvSpPr/>
                <p:nvPr/>
              </p:nvSpPr>
              <p:spPr>
                <a:xfrm>
                  <a:off x="5232960" y="4538880"/>
                  <a:ext cx="8640" cy="2196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1072" name="CustomShape 97"/>
                <p:cNvSpPr/>
                <p:nvPr/>
              </p:nvSpPr>
              <p:spPr>
                <a:xfrm>
                  <a:off x="5195520" y="4539600"/>
                  <a:ext cx="42840" cy="4680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1073" name="CustomShape 98"/>
                <p:cNvSpPr/>
                <p:nvPr/>
              </p:nvSpPr>
              <p:spPr>
                <a:xfrm>
                  <a:off x="4990320" y="4554000"/>
                  <a:ext cx="210600" cy="3492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1074" name="CustomShape 99"/>
                <p:cNvSpPr/>
                <p:nvPr/>
              </p:nvSpPr>
              <p:spPr>
                <a:xfrm>
                  <a:off x="5002560" y="4563000"/>
                  <a:ext cx="187920" cy="1836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1075" name="CustomShape 100"/>
                <p:cNvSpPr/>
                <p:nvPr/>
              </p:nvSpPr>
              <p:spPr>
                <a:xfrm>
                  <a:off x="5020200" y="44848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076" name="CustomShape 101"/>
                <p:cNvSpPr/>
                <p:nvPr/>
              </p:nvSpPr>
              <p:spPr>
                <a:xfrm>
                  <a:off x="5051880" y="4484880"/>
                  <a:ext cx="27720" cy="3312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1077" name="CustomShape 102"/>
                <p:cNvSpPr/>
                <p:nvPr/>
              </p:nvSpPr>
              <p:spPr>
                <a:xfrm>
                  <a:off x="5081760" y="44848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078" name="CustomShape 103"/>
                <p:cNvSpPr/>
                <p:nvPr/>
              </p:nvSpPr>
              <p:spPr>
                <a:xfrm>
                  <a:off x="5153760" y="4356720"/>
                  <a:ext cx="13680" cy="17820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sp>
            <p:nvSpPr>
              <p:cNvPr id="1079" name="CustomShape 104"/>
              <p:cNvSpPr/>
              <p:nvPr/>
            </p:nvSpPr>
            <p:spPr>
              <a:xfrm>
                <a:off x="5392080" y="3763440"/>
                <a:ext cx="2628720" cy="608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Arial"/>
                    <a:ea typeface="ＭＳ Ｐゴシック"/>
                  </a:rPr>
                  <a:t>SDN Controller</a:t>
                </a: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(network operating system)</a:t>
                </a:r>
                <a:endParaRPr lang="nl-NL" sz="1600" b="0" strike="noStrike" spc="-1">
                  <a:latin typeface="Calibri"/>
                </a:endParaRPr>
              </a:p>
            </p:txBody>
          </p:sp>
        </p:grpSp>
        <p:sp>
          <p:nvSpPr>
            <p:cNvPr id="1080" name="CustomShape 105"/>
            <p:cNvSpPr/>
            <p:nvPr/>
          </p:nvSpPr>
          <p:spPr>
            <a:xfrm>
              <a:off x="6841080" y="1562040"/>
              <a:ext cx="58788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008000"/>
                  </a:solidFill>
                  <a:latin typeface="Arial"/>
                  <a:ea typeface="ＭＳ Ｐゴシック"/>
                </a:rPr>
                <a:t>…</a:t>
              </a:r>
              <a:endParaRPr lang="nl-NL" sz="3200" b="0" strike="noStrike" spc="-1">
                <a:latin typeface="Calibri"/>
              </a:endParaRPr>
            </a:p>
          </p:txBody>
        </p:sp>
        <p:grpSp>
          <p:nvGrpSpPr>
            <p:cNvPr id="1081" name="Group 106"/>
            <p:cNvGrpSpPr/>
            <p:nvPr/>
          </p:nvGrpSpPr>
          <p:grpSpPr>
            <a:xfrm>
              <a:off x="5166000" y="1781280"/>
              <a:ext cx="1023120" cy="589680"/>
              <a:chOff x="5166000" y="1781280"/>
              <a:chExt cx="1023120" cy="589680"/>
            </a:xfrm>
          </p:grpSpPr>
          <p:sp>
            <p:nvSpPr>
              <p:cNvPr id="1082" name="CustomShape 107"/>
              <p:cNvSpPr/>
              <p:nvPr/>
            </p:nvSpPr>
            <p:spPr>
              <a:xfrm>
                <a:off x="5166000" y="178128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83" name="CustomShape 108"/>
              <p:cNvSpPr/>
              <p:nvPr/>
            </p:nvSpPr>
            <p:spPr>
              <a:xfrm>
                <a:off x="5243040" y="1878480"/>
                <a:ext cx="8776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Arial"/>
                    <a:ea typeface="ＭＳ Ｐゴシック"/>
                  </a:rPr>
                  <a:t>routing</a:t>
                </a:r>
                <a:endParaRPr lang="nl-NL" sz="1800" b="0" strike="noStrike" spc="-1">
                  <a:latin typeface="Calibri"/>
                </a:endParaRPr>
              </a:p>
            </p:txBody>
          </p:sp>
        </p:grpSp>
        <p:grpSp>
          <p:nvGrpSpPr>
            <p:cNvPr id="1084" name="Group 109"/>
            <p:cNvGrpSpPr/>
            <p:nvPr/>
          </p:nvGrpSpPr>
          <p:grpSpPr>
            <a:xfrm>
              <a:off x="6000480" y="2302200"/>
              <a:ext cx="1023120" cy="589680"/>
              <a:chOff x="6000480" y="2302200"/>
              <a:chExt cx="1023120" cy="589680"/>
            </a:xfrm>
          </p:grpSpPr>
          <p:sp>
            <p:nvSpPr>
              <p:cNvPr id="1085" name="CustomShape 110"/>
              <p:cNvSpPr/>
              <p:nvPr/>
            </p:nvSpPr>
            <p:spPr>
              <a:xfrm>
                <a:off x="6000480" y="230220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86" name="CustomShape 111"/>
              <p:cNvSpPr/>
              <p:nvPr/>
            </p:nvSpPr>
            <p:spPr>
              <a:xfrm>
                <a:off x="6046200" y="2332080"/>
                <a:ext cx="95400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access </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control</a:t>
                </a:r>
                <a:endParaRPr lang="nl-NL" sz="1800" b="0" strike="noStrike" spc="-1">
                  <a:latin typeface="Calibri"/>
                </a:endParaRPr>
              </a:p>
            </p:txBody>
          </p:sp>
        </p:grpSp>
        <p:grpSp>
          <p:nvGrpSpPr>
            <p:cNvPr id="1087" name="Group 112"/>
            <p:cNvGrpSpPr/>
            <p:nvPr/>
          </p:nvGrpSpPr>
          <p:grpSpPr>
            <a:xfrm>
              <a:off x="7230960" y="2260800"/>
              <a:ext cx="1023120" cy="589680"/>
              <a:chOff x="7230960" y="2260800"/>
              <a:chExt cx="1023120" cy="589680"/>
            </a:xfrm>
          </p:grpSpPr>
          <p:sp>
            <p:nvSpPr>
              <p:cNvPr id="1088" name="CustomShape 113"/>
              <p:cNvSpPr/>
              <p:nvPr/>
            </p:nvSpPr>
            <p:spPr>
              <a:xfrm>
                <a:off x="7230960" y="226080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89" name="CustomShape 114"/>
              <p:cNvSpPr/>
              <p:nvPr/>
            </p:nvSpPr>
            <p:spPr>
              <a:xfrm>
                <a:off x="7264080" y="2290680"/>
                <a:ext cx="97812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load</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balance</a:t>
                </a:r>
                <a:endParaRPr lang="nl-NL" sz="1800" b="0" strike="noStrike" spc="-1">
                  <a:latin typeface="Calibri"/>
                </a:endParaRPr>
              </a:p>
            </p:txBody>
          </p:sp>
        </p:grpSp>
        <p:sp>
          <p:nvSpPr>
            <p:cNvPr id="1090" name="CustomShape 115"/>
            <p:cNvSpPr/>
            <p:nvPr/>
          </p:nvSpPr>
          <p:spPr>
            <a:xfrm flipV="1">
              <a:off x="8627400" y="1721880"/>
              <a:ext cx="360" cy="124848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091" name="CustomShape 116"/>
            <p:cNvSpPr/>
            <p:nvPr/>
          </p:nvSpPr>
          <p:spPr>
            <a:xfrm>
              <a:off x="8652600" y="3470040"/>
              <a:ext cx="360" cy="152424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092" name="CustomShape 117"/>
            <p:cNvSpPr/>
            <p:nvPr/>
          </p:nvSpPr>
          <p:spPr>
            <a:xfrm>
              <a:off x="8660880" y="5885640"/>
              <a:ext cx="360" cy="41436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093" name="CustomShape 118"/>
            <p:cNvSpPr/>
            <p:nvPr/>
          </p:nvSpPr>
          <p:spPr>
            <a:xfrm flipV="1">
              <a:off x="8653320" y="5049360"/>
              <a:ext cx="360" cy="41436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094" name="CustomShape 119"/>
            <p:cNvSpPr/>
            <p:nvPr/>
          </p:nvSpPr>
          <p:spPr>
            <a:xfrm>
              <a:off x="6650640" y="4739400"/>
              <a:ext cx="163548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southbound API</a:t>
              </a:r>
              <a:endParaRPr lang="nl-NL" sz="1400" b="0" strike="noStrike" spc="-1">
                <a:latin typeface="Calibri"/>
              </a:endParaRPr>
            </a:p>
          </p:txBody>
        </p:sp>
        <p:sp>
          <p:nvSpPr>
            <p:cNvPr id="1095" name="CustomShape 120"/>
            <p:cNvSpPr/>
            <p:nvPr/>
          </p:nvSpPr>
          <p:spPr>
            <a:xfrm>
              <a:off x="6646680" y="3221640"/>
              <a:ext cx="163548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northbound API</a:t>
              </a:r>
              <a:endParaRPr lang="nl-NL" sz="1400" b="0" strike="noStrike" spc="-1">
                <a:latin typeface="Calibri"/>
              </a:endParaRPr>
            </a:p>
          </p:txBody>
        </p:sp>
        <p:sp>
          <p:nvSpPr>
            <p:cNvPr id="1096" name="CustomShape 121"/>
            <p:cNvSpPr/>
            <p:nvPr/>
          </p:nvSpPr>
          <p:spPr>
            <a:xfrm>
              <a:off x="5507640" y="6299640"/>
              <a:ext cx="230220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SDN-controlled switches</a:t>
              </a:r>
              <a:endParaRPr lang="nl-NL" sz="1400" b="0" strike="noStrike" spc="-1">
                <a:latin typeface="Calibri"/>
              </a:endParaRPr>
            </a:p>
          </p:txBody>
        </p:sp>
        <p:sp>
          <p:nvSpPr>
            <p:cNvPr id="1097" name="CustomShape 122"/>
            <p:cNvSpPr/>
            <p:nvPr/>
          </p:nvSpPr>
          <p:spPr>
            <a:xfrm>
              <a:off x="5707800" y="1414440"/>
              <a:ext cx="2381400" cy="46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network-control applications</a:t>
              </a:r>
              <a:endParaRPr lang="nl-NL" sz="1400" b="0" strike="noStrike" spc="-1">
                <a:latin typeface="Calibri"/>
              </a:endParaRPr>
            </a:p>
          </p:txBody>
        </p:sp>
      </p:grpSp>
      <p:sp>
        <p:nvSpPr>
          <p:cNvPr id="1099" name="TextShape 124"/>
          <p:cNvSpPr txBox="1"/>
          <p:nvPr/>
        </p:nvSpPr>
        <p:spPr>
          <a:xfrm>
            <a:off x="8255160" y="6124680"/>
            <a:ext cx="626760" cy="364680"/>
          </a:xfrm>
          <a:prstGeom prst="rect">
            <a:avLst/>
          </a:prstGeom>
          <a:noFill/>
          <a:ln>
            <a:noFill/>
          </a:ln>
        </p:spPr>
        <p:txBody>
          <a:bodyPr anchor="ctr">
            <a:noAutofit/>
          </a:bodyPr>
          <a:lstStyle/>
          <a:p>
            <a:pPr algn="r">
              <a:lnSpc>
                <a:spcPct val="100000"/>
              </a:lnSpc>
            </a:pPr>
            <a:fld id="{41F1EC25-2214-469F-B256-C9B23F50EB70}" type="slidenum">
              <a:rPr lang="nl-NL" sz="1000" b="0" strike="noStrike" spc="-1">
                <a:solidFill>
                  <a:srgbClr val="FFFFFF"/>
                </a:solidFill>
                <a:latin typeface="Arial"/>
                <a:ea typeface="ＭＳ Ｐゴシック"/>
              </a:rPr>
              <a:t>23</a:t>
            </a:fld>
            <a:endParaRPr lang="nl-NL" sz="1000" b="0" strike="noStrike" spc="-1">
              <a:latin typeface="Calibri"/>
            </a:endParaRPr>
          </a:p>
        </p:txBody>
      </p:sp>
      <p:sp>
        <p:nvSpPr>
          <p:cNvPr id="1100" name="CustomShape 125"/>
          <p:cNvSpPr/>
          <p:nvPr/>
        </p:nvSpPr>
        <p:spPr>
          <a:xfrm>
            <a:off x="4688640" y="655848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4</a:t>
            </a:r>
            <a:endParaRPr lang="nl-NL" sz="1400" b="0" strike="noStrike" spc="-1">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 name="CustomShape 1"/>
          <p:cNvSpPr/>
          <p:nvPr/>
        </p:nvSpPr>
        <p:spPr>
          <a:xfrm>
            <a:off x="5229720" y="263160"/>
            <a:ext cx="348984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600" b="0" strike="noStrike" spc="-1">
                <a:solidFill>
                  <a:srgbClr val="000099"/>
                </a:solidFill>
                <a:latin typeface="Gill Sans MT"/>
                <a:ea typeface="ＭＳ Ｐゴシック"/>
              </a:rPr>
              <a:t>SDN controller</a:t>
            </a:r>
            <a:endParaRPr lang="nl-NL" sz="3600" b="0" strike="noStrike" spc="-1">
              <a:latin typeface="Calibri"/>
            </a:endParaRPr>
          </a:p>
        </p:txBody>
      </p:sp>
      <p:pic>
        <p:nvPicPr>
          <p:cNvPr id="1102" name="Picture 5" descr="underline_base"/>
          <p:cNvPicPr/>
          <p:nvPr/>
        </p:nvPicPr>
        <p:blipFill>
          <a:blip r:embed="rId2"/>
          <a:stretch/>
        </p:blipFill>
        <p:spPr>
          <a:xfrm>
            <a:off x="5418720" y="822240"/>
            <a:ext cx="3153240" cy="177120"/>
          </a:xfrm>
          <a:prstGeom prst="rect">
            <a:avLst/>
          </a:prstGeom>
          <a:ln>
            <a:noFill/>
          </a:ln>
        </p:spPr>
      </p:pic>
      <p:sp>
        <p:nvSpPr>
          <p:cNvPr id="1103" name="CustomShape 2"/>
          <p:cNvSpPr/>
          <p:nvPr/>
        </p:nvSpPr>
        <p:spPr>
          <a:xfrm>
            <a:off x="380160" y="1258200"/>
            <a:ext cx="4332960" cy="501048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85000"/>
              </a:lnSpc>
              <a:spcBef>
                <a:spcPts val="561"/>
              </a:spcBef>
              <a:tabLst>
                <a:tab pos="0" algn="l"/>
              </a:tabLst>
            </a:pPr>
            <a:r>
              <a:rPr lang="en-US" sz="2800" b="0" i="1" strike="noStrike" spc="-1">
                <a:solidFill>
                  <a:srgbClr val="CC0000"/>
                </a:solidFill>
                <a:latin typeface="Calibri"/>
                <a:ea typeface="ＭＳ Ｐゴシック"/>
              </a:rPr>
              <a:t>SDN controller (network OS): </a:t>
            </a:r>
            <a:endParaRPr lang="nl-NL" sz="2800" b="0" strike="noStrike" spc="-1">
              <a:latin typeface="Calibri"/>
            </a:endParaRPr>
          </a:p>
          <a:p>
            <a:pPr marL="343080" indent="-342720">
              <a:lnSpc>
                <a:spcPct val="85000"/>
              </a:lnSpc>
              <a:spcBef>
                <a:spcPts val="479"/>
              </a:spcBef>
              <a:buClr>
                <a:srgbClr val="000099"/>
              </a:buClr>
              <a:buFont typeface="Wingdings" charset="2"/>
              <a:buChar char=""/>
              <a:tabLst>
                <a:tab pos="0" algn="l"/>
              </a:tabLst>
            </a:pPr>
            <a:r>
              <a:rPr lang="en-US" sz="2400" b="0" strike="noStrike" spc="-1">
                <a:solidFill>
                  <a:srgbClr val="000000"/>
                </a:solidFill>
                <a:latin typeface="Calibri"/>
                <a:ea typeface="ＭＳ Ｐゴシック"/>
              </a:rPr>
              <a:t>maintain network state information</a:t>
            </a:r>
            <a:endParaRPr lang="nl-NL" sz="2400" b="0" strike="noStrike" spc="-1">
              <a:latin typeface="Calibri"/>
            </a:endParaRPr>
          </a:p>
          <a:p>
            <a:pPr marL="343080" indent="-342720">
              <a:lnSpc>
                <a:spcPct val="85000"/>
              </a:lnSpc>
              <a:spcBef>
                <a:spcPts val="479"/>
              </a:spcBef>
              <a:buClr>
                <a:srgbClr val="000099"/>
              </a:buClr>
              <a:buFont typeface="Wingdings" charset="2"/>
              <a:buChar char=""/>
              <a:tabLst>
                <a:tab pos="0" algn="l"/>
              </a:tabLst>
            </a:pPr>
            <a:r>
              <a:rPr lang="en-US" sz="2400" b="0" strike="noStrike" spc="-1">
                <a:solidFill>
                  <a:srgbClr val="000000"/>
                </a:solidFill>
                <a:latin typeface="Calibri"/>
                <a:ea typeface="ＭＳ Ｐゴシック"/>
              </a:rPr>
              <a:t>interacts with network control applications “above” via northbound API</a:t>
            </a:r>
            <a:endParaRPr lang="nl-NL" sz="2400" b="0" strike="noStrike" spc="-1">
              <a:latin typeface="Calibri"/>
            </a:endParaRPr>
          </a:p>
          <a:p>
            <a:pPr marL="343080" indent="-342720">
              <a:lnSpc>
                <a:spcPct val="85000"/>
              </a:lnSpc>
              <a:spcBef>
                <a:spcPts val="479"/>
              </a:spcBef>
              <a:buClr>
                <a:srgbClr val="000099"/>
              </a:buClr>
              <a:buFont typeface="Wingdings" charset="2"/>
              <a:buChar char=""/>
              <a:tabLst>
                <a:tab pos="0" algn="l"/>
              </a:tabLst>
            </a:pPr>
            <a:r>
              <a:rPr lang="en-US" sz="2400" b="0" strike="noStrike" spc="-1">
                <a:solidFill>
                  <a:srgbClr val="000000"/>
                </a:solidFill>
                <a:latin typeface="Calibri"/>
                <a:ea typeface="ＭＳ Ｐゴシック"/>
              </a:rPr>
              <a:t>interacts with network switches “below” via southbound API</a:t>
            </a:r>
            <a:endParaRPr lang="nl-NL" sz="2400" b="0" strike="noStrike" spc="-1">
              <a:latin typeface="Calibri"/>
            </a:endParaRPr>
          </a:p>
          <a:p>
            <a:pPr marL="343080" indent="-342720">
              <a:lnSpc>
                <a:spcPct val="85000"/>
              </a:lnSpc>
              <a:spcBef>
                <a:spcPts val="479"/>
              </a:spcBef>
              <a:buClr>
                <a:srgbClr val="000099"/>
              </a:buClr>
              <a:buFont typeface="Wingdings" charset="2"/>
              <a:buChar char=""/>
              <a:tabLst>
                <a:tab pos="0" algn="l"/>
              </a:tabLst>
            </a:pPr>
            <a:r>
              <a:rPr lang="en-US" sz="2400" b="0" strike="noStrike" spc="-1">
                <a:solidFill>
                  <a:srgbClr val="000000"/>
                </a:solidFill>
                <a:latin typeface="Calibri"/>
                <a:ea typeface="ＭＳ Ｐゴシック"/>
              </a:rPr>
              <a:t>implemented as distributed system for performance, scalability, fault-tolerance, robustness</a:t>
            </a:r>
            <a:endParaRPr lang="nl-NL" sz="2400" b="0" strike="noStrike" spc="-1">
              <a:latin typeface="Calibri"/>
            </a:endParaRPr>
          </a:p>
          <a:p>
            <a:pPr>
              <a:lnSpc>
                <a:spcPct val="85000"/>
              </a:lnSpc>
              <a:spcBef>
                <a:spcPts val="561"/>
              </a:spcBef>
              <a:tabLst>
                <a:tab pos="0" algn="l"/>
              </a:tabLst>
            </a:pPr>
            <a:endParaRPr lang="nl-NL" sz="2400" b="0" strike="noStrike" spc="-1">
              <a:latin typeface="Calibri"/>
            </a:endParaRPr>
          </a:p>
        </p:txBody>
      </p:sp>
      <p:sp>
        <p:nvSpPr>
          <p:cNvPr id="1104" name="CustomShape 3"/>
          <p:cNvSpPr/>
          <p:nvPr/>
        </p:nvSpPr>
        <p:spPr>
          <a:xfrm>
            <a:off x="8353800" y="5440680"/>
            <a:ext cx="615600" cy="46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463"/>
              </a:lnSpc>
            </a:pPr>
            <a:r>
              <a:rPr lang="en-US" sz="1400" b="0" strike="noStrike" spc="-1">
                <a:solidFill>
                  <a:srgbClr val="000000"/>
                </a:solidFill>
                <a:latin typeface="Arial"/>
                <a:ea typeface="ＭＳ Ｐゴシック"/>
              </a:rPr>
              <a:t>data</a:t>
            </a:r>
            <a:endParaRPr lang="nl-NL" sz="1400" b="0" strike="noStrike" spc="-1">
              <a:latin typeface="Calibri"/>
            </a:endParaRPr>
          </a:p>
          <a:p>
            <a:pPr algn="ctr">
              <a:lnSpc>
                <a:spcPts val="1463"/>
              </a:lnSpc>
            </a:pPr>
            <a:r>
              <a:rPr lang="en-US" sz="1400" b="0" strike="noStrike" spc="-1">
                <a:solidFill>
                  <a:srgbClr val="000000"/>
                </a:solidFill>
                <a:latin typeface="Arial"/>
                <a:ea typeface="ＭＳ Ｐゴシック"/>
              </a:rPr>
              <a:t>plane</a:t>
            </a:r>
            <a:endParaRPr lang="nl-NL" sz="1400" b="0" strike="noStrike" spc="-1">
              <a:latin typeface="Calibri"/>
            </a:endParaRPr>
          </a:p>
        </p:txBody>
      </p:sp>
      <p:sp>
        <p:nvSpPr>
          <p:cNvPr id="1105" name="CustomShape 4"/>
          <p:cNvSpPr/>
          <p:nvPr/>
        </p:nvSpPr>
        <p:spPr>
          <a:xfrm>
            <a:off x="8307720" y="2978280"/>
            <a:ext cx="716040" cy="46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463"/>
              </a:lnSpc>
            </a:pPr>
            <a:r>
              <a:rPr lang="en-US" sz="1400" b="0" strike="noStrike" spc="-1">
                <a:solidFill>
                  <a:srgbClr val="000000"/>
                </a:solidFill>
                <a:latin typeface="Arial"/>
                <a:ea typeface="ＭＳ Ｐゴシック"/>
              </a:rPr>
              <a:t>control</a:t>
            </a:r>
            <a:endParaRPr lang="nl-NL" sz="1400" b="0" strike="noStrike" spc="-1">
              <a:latin typeface="Calibri"/>
            </a:endParaRPr>
          </a:p>
          <a:p>
            <a:pPr algn="ctr">
              <a:lnSpc>
                <a:spcPts val="1463"/>
              </a:lnSpc>
            </a:pPr>
            <a:r>
              <a:rPr lang="en-US" sz="1400" b="0" strike="noStrike" spc="-1">
                <a:solidFill>
                  <a:srgbClr val="000000"/>
                </a:solidFill>
                <a:latin typeface="Arial"/>
                <a:ea typeface="ＭＳ Ｐゴシック"/>
              </a:rPr>
              <a:t>plane</a:t>
            </a:r>
            <a:endParaRPr lang="nl-NL" sz="1400" b="0" strike="noStrike" spc="-1">
              <a:latin typeface="Calibri"/>
            </a:endParaRPr>
          </a:p>
        </p:txBody>
      </p:sp>
      <p:sp>
        <p:nvSpPr>
          <p:cNvPr id="1106" name="Line 5"/>
          <p:cNvSpPr/>
          <p:nvPr/>
        </p:nvSpPr>
        <p:spPr>
          <a:xfrm flipV="1">
            <a:off x="5272560" y="5033520"/>
            <a:ext cx="2791800" cy="14040"/>
          </a:xfrm>
          <a:prstGeom prst="line">
            <a:avLst/>
          </a:prstGeom>
          <a:ln>
            <a:solidFill>
              <a:schemeClr val="tx1"/>
            </a:solidFill>
            <a:prstDash val="dash"/>
            <a:round/>
          </a:ln>
        </p:spPr>
        <p:style>
          <a:lnRef idx="2">
            <a:schemeClr val="accent1"/>
          </a:lnRef>
          <a:fillRef idx="0">
            <a:schemeClr val="accent1"/>
          </a:fillRef>
          <a:effectRef idx="1">
            <a:schemeClr val="accent1"/>
          </a:effectRef>
          <a:fontRef idx="minor"/>
        </p:style>
      </p:sp>
      <p:sp>
        <p:nvSpPr>
          <p:cNvPr id="1107" name="Line 6"/>
          <p:cNvSpPr/>
          <p:nvPr/>
        </p:nvSpPr>
        <p:spPr>
          <a:xfrm flipV="1">
            <a:off x="5192280" y="3213000"/>
            <a:ext cx="3041280" cy="18720"/>
          </a:xfrm>
          <a:prstGeom prst="line">
            <a:avLst/>
          </a:prstGeom>
          <a:ln>
            <a:solidFill>
              <a:schemeClr val="tx1"/>
            </a:solidFill>
            <a:prstDash val="dash"/>
            <a:round/>
          </a:ln>
        </p:spPr>
        <p:style>
          <a:lnRef idx="2">
            <a:schemeClr val="accent1"/>
          </a:lnRef>
          <a:fillRef idx="0">
            <a:schemeClr val="accent1"/>
          </a:fillRef>
          <a:effectRef idx="1">
            <a:schemeClr val="accent1"/>
          </a:effectRef>
          <a:fontRef idx="minor"/>
        </p:style>
      </p:sp>
      <p:grpSp>
        <p:nvGrpSpPr>
          <p:cNvPr id="1108" name="Group 7"/>
          <p:cNvGrpSpPr/>
          <p:nvPr/>
        </p:nvGrpSpPr>
        <p:grpSpPr>
          <a:xfrm>
            <a:off x="5164560" y="5329800"/>
            <a:ext cx="2979000" cy="973440"/>
            <a:chOff x="5164560" y="5329800"/>
            <a:chExt cx="2979000" cy="973440"/>
          </a:xfrm>
        </p:grpSpPr>
        <p:sp>
          <p:nvSpPr>
            <p:cNvPr id="1109" name="CustomShape 8"/>
            <p:cNvSpPr/>
            <p:nvPr/>
          </p:nvSpPr>
          <p:spPr>
            <a:xfrm>
              <a:off x="5164560" y="5329800"/>
              <a:ext cx="2979000" cy="973440"/>
            </a:xfrm>
            <a:custGeom>
              <a:avLst/>
              <a:gdLst/>
              <a:ahLst/>
              <a:cxnLst/>
              <a:rect l="l" t="t"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1110" name="Line 9"/>
            <p:cNvSpPr/>
            <p:nvPr/>
          </p:nvSpPr>
          <p:spPr>
            <a:xfrm flipV="1">
              <a:off x="5660640" y="5486040"/>
              <a:ext cx="973440" cy="1364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111" name="Line 10"/>
            <p:cNvSpPr/>
            <p:nvPr/>
          </p:nvSpPr>
          <p:spPr>
            <a:xfrm>
              <a:off x="5578200" y="5680080"/>
              <a:ext cx="167112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112" name="Line 11"/>
            <p:cNvSpPr/>
            <p:nvPr/>
          </p:nvSpPr>
          <p:spPr>
            <a:xfrm>
              <a:off x="5587560" y="5788440"/>
              <a:ext cx="528480" cy="28620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113" name="Line 12"/>
            <p:cNvSpPr/>
            <p:nvPr/>
          </p:nvSpPr>
          <p:spPr>
            <a:xfrm flipV="1">
              <a:off x="6340320" y="5989320"/>
              <a:ext cx="923040" cy="8532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114" name="Line 13"/>
            <p:cNvSpPr/>
            <p:nvPr/>
          </p:nvSpPr>
          <p:spPr>
            <a:xfrm>
              <a:off x="6828840" y="5520600"/>
              <a:ext cx="782280" cy="1281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115" name="Line 14"/>
            <p:cNvSpPr/>
            <p:nvPr/>
          </p:nvSpPr>
          <p:spPr>
            <a:xfrm flipV="1">
              <a:off x="6299280" y="5680080"/>
              <a:ext cx="132480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116" name="Line 15"/>
            <p:cNvSpPr/>
            <p:nvPr/>
          </p:nvSpPr>
          <p:spPr>
            <a:xfrm flipV="1">
              <a:off x="7281000" y="5709600"/>
              <a:ext cx="435600" cy="27972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117" name="Line 16"/>
            <p:cNvSpPr/>
            <p:nvPr/>
          </p:nvSpPr>
          <p:spPr>
            <a:xfrm>
              <a:off x="6647040" y="5486040"/>
              <a:ext cx="602280" cy="4161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grpSp>
          <p:nvGrpSpPr>
            <p:cNvPr id="1118" name="Group 17"/>
            <p:cNvGrpSpPr/>
            <p:nvPr/>
          </p:nvGrpSpPr>
          <p:grpSpPr>
            <a:xfrm>
              <a:off x="7579080" y="5531400"/>
              <a:ext cx="435600" cy="250560"/>
              <a:chOff x="7579080" y="5531400"/>
              <a:chExt cx="435600" cy="250560"/>
            </a:xfrm>
          </p:grpSpPr>
          <p:sp>
            <p:nvSpPr>
              <p:cNvPr id="1119" name="CustomShape 18"/>
              <p:cNvSpPr/>
              <p:nvPr/>
            </p:nvSpPr>
            <p:spPr>
              <a:xfrm flipV="1">
                <a:off x="7580520" y="559908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0" name="CustomShape 19"/>
              <p:cNvSpPr/>
              <p:nvPr/>
            </p:nvSpPr>
            <p:spPr>
              <a:xfrm>
                <a:off x="7579080" y="562500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1" name="CustomShape 20"/>
              <p:cNvSpPr/>
              <p:nvPr/>
            </p:nvSpPr>
            <p:spPr>
              <a:xfrm flipV="1">
                <a:off x="7579080" y="553140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2" name="CustomShape 21"/>
              <p:cNvSpPr/>
              <p:nvPr/>
            </p:nvSpPr>
            <p:spPr>
              <a:xfrm>
                <a:off x="7690320" y="558684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3" name="CustomShape 22"/>
              <p:cNvSpPr/>
              <p:nvPr/>
            </p:nvSpPr>
            <p:spPr>
              <a:xfrm>
                <a:off x="7668360" y="556380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4" name="CustomShape 23"/>
              <p:cNvSpPr/>
              <p:nvPr/>
            </p:nvSpPr>
            <p:spPr>
              <a:xfrm>
                <a:off x="7836120" y="561816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5" name="CustomShape 24"/>
              <p:cNvSpPr/>
              <p:nvPr/>
            </p:nvSpPr>
            <p:spPr>
              <a:xfrm>
                <a:off x="7663680" y="561960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6" name="Line 25"/>
              <p:cNvSpPr/>
              <p:nvPr/>
            </p:nvSpPr>
            <p:spPr>
              <a:xfrm flipH="1" flipV="1">
                <a:off x="7579080" y="562356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127" name="Line 26"/>
              <p:cNvSpPr/>
              <p:nvPr/>
            </p:nvSpPr>
            <p:spPr>
              <a:xfrm flipH="1" flipV="1">
                <a:off x="8013240" y="562212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128" name="Group 27"/>
            <p:cNvGrpSpPr/>
            <p:nvPr/>
          </p:nvGrpSpPr>
          <p:grpSpPr>
            <a:xfrm>
              <a:off x="6483240" y="5384160"/>
              <a:ext cx="435960" cy="250560"/>
              <a:chOff x="6483240" y="5384160"/>
              <a:chExt cx="435960" cy="250560"/>
            </a:xfrm>
          </p:grpSpPr>
          <p:sp>
            <p:nvSpPr>
              <p:cNvPr id="1129" name="CustomShape 28"/>
              <p:cNvSpPr/>
              <p:nvPr/>
            </p:nvSpPr>
            <p:spPr>
              <a:xfrm flipV="1">
                <a:off x="6484680" y="545184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0" name="CustomShape 29"/>
              <p:cNvSpPr/>
              <p:nvPr/>
            </p:nvSpPr>
            <p:spPr>
              <a:xfrm>
                <a:off x="6483600" y="547776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1" name="CustomShape 30"/>
              <p:cNvSpPr/>
              <p:nvPr/>
            </p:nvSpPr>
            <p:spPr>
              <a:xfrm flipV="1">
                <a:off x="6483600" y="53841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2" name="CustomShape 31"/>
              <p:cNvSpPr/>
              <p:nvPr/>
            </p:nvSpPr>
            <p:spPr>
              <a:xfrm>
                <a:off x="6594840" y="543960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3" name="CustomShape 32"/>
              <p:cNvSpPr/>
              <p:nvPr/>
            </p:nvSpPr>
            <p:spPr>
              <a:xfrm>
                <a:off x="6572880" y="541656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4" name="CustomShape 33"/>
              <p:cNvSpPr/>
              <p:nvPr/>
            </p:nvSpPr>
            <p:spPr>
              <a:xfrm>
                <a:off x="6740640" y="547092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5" name="CustomShape 34"/>
              <p:cNvSpPr/>
              <p:nvPr/>
            </p:nvSpPr>
            <p:spPr>
              <a:xfrm>
                <a:off x="6567840" y="547236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6" name="Line 35"/>
              <p:cNvSpPr/>
              <p:nvPr/>
            </p:nvSpPr>
            <p:spPr>
              <a:xfrm flipH="1" flipV="1">
                <a:off x="6483240" y="547632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137" name="Line 36"/>
              <p:cNvSpPr/>
              <p:nvPr/>
            </p:nvSpPr>
            <p:spPr>
              <a:xfrm flipH="1" flipV="1">
                <a:off x="6917760" y="547488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138" name="Group 37"/>
            <p:cNvGrpSpPr/>
            <p:nvPr/>
          </p:nvGrpSpPr>
          <p:grpSpPr>
            <a:xfrm>
              <a:off x="5353920" y="5584680"/>
              <a:ext cx="435600" cy="250920"/>
              <a:chOff x="5353920" y="5584680"/>
              <a:chExt cx="435600" cy="250920"/>
            </a:xfrm>
          </p:grpSpPr>
          <p:sp>
            <p:nvSpPr>
              <p:cNvPr id="1139" name="CustomShape 38"/>
              <p:cNvSpPr/>
              <p:nvPr/>
            </p:nvSpPr>
            <p:spPr>
              <a:xfrm flipV="1">
                <a:off x="5355000" y="565272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0" name="CustomShape 39"/>
              <p:cNvSpPr/>
              <p:nvPr/>
            </p:nvSpPr>
            <p:spPr>
              <a:xfrm>
                <a:off x="5353920" y="567864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1" name="CustomShape 40"/>
              <p:cNvSpPr/>
              <p:nvPr/>
            </p:nvSpPr>
            <p:spPr>
              <a:xfrm flipV="1">
                <a:off x="5353920" y="558468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2" name="CustomShape 41"/>
              <p:cNvSpPr/>
              <p:nvPr/>
            </p:nvSpPr>
            <p:spPr>
              <a:xfrm>
                <a:off x="5465160" y="564048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3" name="CustomShape 42"/>
              <p:cNvSpPr/>
              <p:nvPr/>
            </p:nvSpPr>
            <p:spPr>
              <a:xfrm>
                <a:off x="5443200" y="561744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4" name="CustomShape 43"/>
              <p:cNvSpPr/>
              <p:nvPr/>
            </p:nvSpPr>
            <p:spPr>
              <a:xfrm>
                <a:off x="5610960" y="567180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5" name="CustomShape 44"/>
              <p:cNvSpPr/>
              <p:nvPr/>
            </p:nvSpPr>
            <p:spPr>
              <a:xfrm>
                <a:off x="5438520" y="567324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6" name="Line 45"/>
              <p:cNvSpPr/>
              <p:nvPr/>
            </p:nvSpPr>
            <p:spPr>
              <a:xfrm flipH="1" flipV="1">
                <a:off x="5353920" y="567720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147" name="Line 46"/>
              <p:cNvSpPr/>
              <p:nvPr/>
            </p:nvSpPr>
            <p:spPr>
              <a:xfrm flipH="1" flipV="1">
                <a:off x="5788080" y="567576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148" name="Group 47"/>
            <p:cNvGrpSpPr/>
            <p:nvPr/>
          </p:nvGrpSpPr>
          <p:grpSpPr>
            <a:xfrm>
              <a:off x="7068960" y="5860800"/>
              <a:ext cx="435600" cy="250920"/>
              <a:chOff x="7068960" y="5860800"/>
              <a:chExt cx="435600" cy="250920"/>
            </a:xfrm>
          </p:grpSpPr>
          <p:sp>
            <p:nvSpPr>
              <p:cNvPr id="1149" name="CustomShape 48"/>
              <p:cNvSpPr/>
              <p:nvPr/>
            </p:nvSpPr>
            <p:spPr>
              <a:xfrm flipV="1">
                <a:off x="7070040" y="592884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0" name="CustomShape 49"/>
              <p:cNvSpPr/>
              <p:nvPr/>
            </p:nvSpPr>
            <p:spPr>
              <a:xfrm>
                <a:off x="7068960" y="595440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1" name="CustomShape 50"/>
              <p:cNvSpPr/>
              <p:nvPr/>
            </p:nvSpPr>
            <p:spPr>
              <a:xfrm flipV="1">
                <a:off x="7068960" y="586080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2" name="CustomShape 51"/>
              <p:cNvSpPr/>
              <p:nvPr/>
            </p:nvSpPr>
            <p:spPr>
              <a:xfrm>
                <a:off x="7180200" y="591660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3" name="CustomShape 52"/>
              <p:cNvSpPr/>
              <p:nvPr/>
            </p:nvSpPr>
            <p:spPr>
              <a:xfrm>
                <a:off x="7158240" y="589320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4" name="CustomShape 53"/>
              <p:cNvSpPr/>
              <p:nvPr/>
            </p:nvSpPr>
            <p:spPr>
              <a:xfrm>
                <a:off x="7326000" y="594756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5" name="CustomShape 54"/>
              <p:cNvSpPr/>
              <p:nvPr/>
            </p:nvSpPr>
            <p:spPr>
              <a:xfrm>
                <a:off x="7153560" y="594900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56" name="Line 55"/>
              <p:cNvSpPr/>
              <p:nvPr/>
            </p:nvSpPr>
            <p:spPr>
              <a:xfrm flipH="1" flipV="1">
                <a:off x="7068960" y="595296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157" name="Line 56"/>
              <p:cNvSpPr/>
              <p:nvPr/>
            </p:nvSpPr>
            <p:spPr>
              <a:xfrm flipH="1" flipV="1">
                <a:off x="7503120" y="5951520"/>
                <a:ext cx="144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158" name="Group 57"/>
            <p:cNvGrpSpPr/>
            <p:nvPr/>
          </p:nvGrpSpPr>
          <p:grpSpPr>
            <a:xfrm>
              <a:off x="5986800" y="5956560"/>
              <a:ext cx="435600" cy="250920"/>
              <a:chOff x="5986800" y="5956560"/>
              <a:chExt cx="435600" cy="250920"/>
            </a:xfrm>
          </p:grpSpPr>
          <p:sp>
            <p:nvSpPr>
              <p:cNvPr id="1159" name="CustomShape 58"/>
              <p:cNvSpPr/>
              <p:nvPr/>
            </p:nvSpPr>
            <p:spPr>
              <a:xfrm flipV="1">
                <a:off x="5988240" y="602460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0" name="CustomShape 59"/>
              <p:cNvSpPr/>
              <p:nvPr/>
            </p:nvSpPr>
            <p:spPr>
              <a:xfrm>
                <a:off x="5987160" y="605052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1" name="CustomShape 60"/>
              <p:cNvSpPr/>
              <p:nvPr/>
            </p:nvSpPr>
            <p:spPr>
              <a:xfrm flipV="1">
                <a:off x="5987160" y="59565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2" name="CustomShape 61"/>
              <p:cNvSpPr/>
              <p:nvPr/>
            </p:nvSpPr>
            <p:spPr>
              <a:xfrm>
                <a:off x="6098400" y="601236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3" name="CustomShape 62"/>
              <p:cNvSpPr/>
              <p:nvPr/>
            </p:nvSpPr>
            <p:spPr>
              <a:xfrm>
                <a:off x="6076440" y="598932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4" name="CustomShape 63"/>
              <p:cNvSpPr/>
              <p:nvPr/>
            </p:nvSpPr>
            <p:spPr>
              <a:xfrm>
                <a:off x="6243840" y="604368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5" name="CustomShape 64"/>
              <p:cNvSpPr/>
              <p:nvPr/>
            </p:nvSpPr>
            <p:spPr>
              <a:xfrm>
                <a:off x="6071400" y="604512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6" name="Line 65"/>
              <p:cNvSpPr/>
              <p:nvPr/>
            </p:nvSpPr>
            <p:spPr>
              <a:xfrm flipH="1" flipV="1">
                <a:off x="5986800" y="6048720"/>
                <a:ext cx="108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167" name="Line 66"/>
              <p:cNvSpPr/>
              <p:nvPr/>
            </p:nvSpPr>
            <p:spPr>
              <a:xfrm flipH="1" flipV="1">
                <a:off x="6421320" y="604764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grpSp>
        <p:nvGrpSpPr>
          <p:cNvPr id="1168" name="Group 67"/>
          <p:cNvGrpSpPr/>
          <p:nvPr/>
        </p:nvGrpSpPr>
        <p:grpSpPr>
          <a:xfrm>
            <a:off x="4990320" y="3550680"/>
            <a:ext cx="3116160" cy="1053360"/>
            <a:chOff x="4990320" y="3550680"/>
            <a:chExt cx="3116160" cy="1053360"/>
          </a:xfrm>
        </p:grpSpPr>
        <p:sp>
          <p:nvSpPr>
            <p:cNvPr id="1169" name="CustomShape 68"/>
            <p:cNvSpPr/>
            <p:nvPr/>
          </p:nvSpPr>
          <p:spPr>
            <a:xfrm>
              <a:off x="5418720" y="3586680"/>
              <a:ext cx="2687760" cy="1017360"/>
            </a:xfrm>
            <a:prstGeom prst="rect">
              <a:avLst/>
            </a:prstGeom>
            <a:solidFill>
              <a:schemeClr val="accent6">
                <a:lumMod val="20000"/>
                <a:lumOff val="80000"/>
              </a:schemeClr>
            </a:solidFill>
            <a:ln w="324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70" name="CustomShape 69"/>
            <p:cNvSpPr/>
            <p:nvPr/>
          </p:nvSpPr>
          <p:spPr>
            <a:xfrm>
              <a:off x="5218200" y="3550680"/>
              <a:ext cx="213480" cy="1027800"/>
            </a:xfrm>
            <a:custGeom>
              <a:avLst/>
              <a:gdLst/>
              <a:ahLst/>
              <a:cxnLst/>
              <a:rect l="l" t="t" r="r" b="b"/>
              <a:pathLst>
                <a:path w="215301" h="1027869">
                  <a:moveTo>
                    <a:pt x="15446" y="745656"/>
                  </a:moveTo>
                  <a:lnTo>
                    <a:pt x="209366" y="0"/>
                  </a:lnTo>
                  <a:cubicBezTo>
                    <a:pt x="211344" y="342623"/>
                    <a:pt x="213323" y="685246"/>
                    <a:pt x="215301" y="1027869"/>
                  </a:cubicBezTo>
                  <a:cubicBezTo>
                    <a:pt x="115469" y="960083"/>
                    <a:pt x="99918" y="931665"/>
                    <a:pt x="87" y="888484"/>
                  </a:cubicBezTo>
                  <a:cubicBezTo>
                    <a:pt x="-1403" y="675204"/>
                    <a:pt x="16936" y="958936"/>
                    <a:pt x="15446" y="745656"/>
                  </a:cubicBezTo>
                  <a:close/>
                </a:path>
              </a:pathLst>
            </a:custGeom>
            <a:gradFill rotWithShape="0">
              <a:gsLst>
                <a:gs pos="0">
                  <a:srgbClr val="F2F2F2"/>
                </a:gs>
                <a:gs pos="100000">
                  <a:srgbClr val="FDEADA"/>
                </a:gs>
              </a:gsLst>
              <a:lin ang="0"/>
            </a:gra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grpSp>
          <p:nvGrpSpPr>
            <p:cNvPr id="1171" name="Group 70"/>
            <p:cNvGrpSpPr/>
            <p:nvPr/>
          </p:nvGrpSpPr>
          <p:grpSpPr>
            <a:xfrm>
              <a:off x="4990320" y="4025160"/>
              <a:ext cx="251280" cy="563760"/>
              <a:chOff x="4990320" y="4025160"/>
              <a:chExt cx="251280" cy="563760"/>
            </a:xfrm>
          </p:grpSpPr>
          <p:sp>
            <p:nvSpPr>
              <p:cNvPr id="1172" name="CustomShape 71"/>
              <p:cNvSpPr/>
              <p:nvPr/>
            </p:nvSpPr>
            <p:spPr>
              <a:xfrm>
                <a:off x="5189400" y="4025880"/>
                <a:ext cx="49680" cy="53784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1173" name="CustomShape 72"/>
              <p:cNvSpPr/>
              <p:nvPr/>
            </p:nvSpPr>
            <p:spPr>
              <a:xfrm>
                <a:off x="5002560" y="4025160"/>
                <a:ext cx="184320" cy="53748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174" name="CustomShape 73"/>
              <p:cNvSpPr/>
              <p:nvPr/>
            </p:nvSpPr>
            <p:spPr>
              <a:xfrm>
                <a:off x="5198760" y="4058280"/>
                <a:ext cx="29520" cy="49752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1175" name="CustomShape 74"/>
              <p:cNvSpPr/>
              <p:nvPr/>
            </p:nvSpPr>
            <p:spPr>
              <a:xfrm>
                <a:off x="5192280" y="4310280"/>
                <a:ext cx="46080" cy="4428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176" name="CustomShape 75"/>
              <p:cNvSpPr/>
              <p:nvPr/>
            </p:nvSpPr>
            <p:spPr>
              <a:xfrm>
                <a:off x="5002560" y="408672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177" name="Group 76"/>
              <p:cNvGrpSpPr/>
              <p:nvPr/>
            </p:nvGrpSpPr>
            <p:grpSpPr>
              <a:xfrm>
                <a:off x="5097600" y="4080960"/>
                <a:ext cx="101520" cy="34920"/>
                <a:chOff x="5097600" y="4080960"/>
                <a:chExt cx="101520" cy="34920"/>
              </a:xfrm>
            </p:grpSpPr>
            <p:sp>
              <p:nvSpPr>
                <p:cNvPr id="1178" name="CustomShape 77"/>
                <p:cNvSpPr/>
                <p:nvPr/>
              </p:nvSpPr>
              <p:spPr>
                <a:xfrm>
                  <a:off x="5097600" y="4080960"/>
                  <a:ext cx="101520" cy="349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179" name="CustomShape 78"/>
                <p:cNvSpPr/>
                <p:nvPr/>
              </p:nvSpPr>
              <p:spPr>
                <a:xfrm>
                  <a:off x="5099400" y="4084560"/>
                  <a:ext cx="98280" cy="2772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180" name="CustomShape 79"/>
              <p:cNvSpPr/>
              <p:nvPr/>
            </p:nvSpPr>
            <p:spPr>
              <a:xfrm>
                <a:off x="5004360" y="416484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181" name="Group 80"/>
              <p:cNvGrpSpPr/>
              <p:nvPr/>
            </p:nvGrpSpPr>
            <p:grpSpPr>
              <a:xfrm>
                <a:off x="5097600" y="4157280"/>
                <a:ext cx="101520" cy="31320"/>
                <a:chOff x="5097600" y="4157280"/>
                <a:chExt cx="101520" cy="31320"/>
              </a:xfrm>
            </p:grpSpPr>
            <p:sp>
              <p:nvSpPr>
                <p:cNvPr id="1182" name="CustomShape 81"/>
                <p:cNvSpPr/>
                <p:nvPr/>
              </p:nvSpPr>
              <p:spPr>
                <a:xfrm>
                  <a:off x="5097600" y="415728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183" name="CustomShape 82"/>
                <p:cNvSpPr/>
                <p:nvPr/>
              </p:nvSpPr>
              <p:spPr>
                <a:xfrm>
                  <a:off x="5099400" y="4161240"/>
                  <a:ext cx="9828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184" name="CustomShape 83"/>
              <p:cNvSpPr/>
              <p:nvPr/>
            </p:nvSpPr>
            <p:spPr>
              <a:xfrm>
                <a:off x="5004360" y="424296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1185" name="CustomShape 84"/>
              <p:cNvSpPr/>
              <p:nvPr/>
            </p:nvSpPr>
            <p:spPr>
              <a:xfrm>
                <a:off x="5006160" y="431388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186" name="Group 85"/>
              <p:cNvGrpSpPr/>
              <p:nvPr/>
            </p:nvGrpSpPr>
            <p:grpSpPr>
              <a:xfrm>
                <a:off x="5095800" y="4311720"/>
                <a:ext cx="101520" cy="31320"/>
                <a:chOff x="5095800" y="4311720"/>
                <a:chExt cx="101520" cy="31320"/>
              </a:xfrm>
            </p:grpSpPr>
            <p:sp>
              <p:nvSpPr>
                <p:cNvPr id="1187" name="CustomShape 86"/>
                <p:cNvSpPr/>
                <p:nvPr/>
              </p:nvSpPr>
              <p:spPr>
                <a:xfrm>
                  <a:off x="5095800" y="431172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188" name="CustomShape 87"/>
                <p:cNvSpPr/>
                <p:nvPr/>
              </p:nvSpPr>
              <p:spPr>
                <a:xfrm>
                  <a:off x="5097600" y="4311720"/>
                  <a:ext cx="98280" cy="273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189" name="CustomShape 88"/>
              <p:cNvSpPr/>
              <p:nvPr/>
            </p:nvSpPr>
            <p:spPr>
              <a:xfrm>
                <a:off x="5193000" y="4242960"/>
                <a:ext cx="46080" cy="4392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190" name="Group 89"/>
              <p:cNvGrpSpPr/>
              <p:nvPr/>
            </p:nvGrpSpPr>
            <p:grpSpPr>
              <a:xfrm>
                <a:off x="5095800" y="4237200"/>
                <a:ext cx="103320" cy="31320"/>
                <a:chOff x="5095800" y="4237200"/>
                <a:chExt cx="103320" cy="31320"/>
              </a:xfrm>
            </p:grpSpPr>
            <p:sp>
              <p:nvSpPr>
                <p:cNvPr id="1191" name="CustomShape 90"/>
                <p:cNvSpPr/>
                <p:nvPr/>
              </p:nvSpPr>
              <p:spPr>
                <a:xfrm>
                  <a:off x="5095800" y="4237200"/>
                  <a:ext cx="1033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192" name="CustomShape 91"/>
                <p:cNvSpPr/>
                <p:nvPr/>
              </p:nvSpPr>
              <p:spPr>
                <a:xfrm>
                  <a:off x="5097600" y="4241160"/>
                  <a:ext cx="10152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193" name="CustomShape 92"/>
              <p:cNvSpPr/>
              <p:nvPr/>
            </p:nvSpPr>
            <p:spPr>
              <a:xfrm>
                <a:off x="5185440" y="4025160"/>
                <a:ext cx="11880" cy="53748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1194" name="CustomShape 93"/>
              <p:cNvSpPr/>
              <p:nvPr/>
            </p:nvSpPr>
            <p:spPr>
              <a:xfrm>
                <a:off x="5196960" y="4161240"/>
                <a:ext cx="41400" cy="4968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195" name="CustomShape 94"/>
              <p:cNvSpPr/>
              <p:nvPr/>
            </p:nvSpPr>
            <p:spPr>
              <a:xfrm>
                <a:off x="5197680" y="4084200"/>
                <a:ext cx="42840" cy="5616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196" name="CustomShape 95"/>
              <p:cNvSpPr/>
              <p:nvPr/>
            </p:nvSpPr>
            <p:spPr>
              <a:xfrm>
                <a:off x="5232960" y="4538880"/>
                <a:ext cx="8640" cy="2196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1197" name="CustomShape 96"/>
              <p:cNvSpPr/>
              <p:nvPr/>
            </p:nvSpPr>
            <p:spPr>
              <a:xfrm>
                <a:off x="5195520" y="4539600"/>
                <a:ext cx="42840" cy="4680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1198" name="CustomShape 97"/>
              <p:cNvSpPr/>
              <p:nvPr/>
            </p:nvSpPr>
            <p:spPr>
              <a:xfrm>
                <a:off x="4990320" y="4554000"/>
                <a:ext cx="210600" cy="3492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1199" name="CustomShape 98"/>
              <p:cNvSpPr/>
              <p:nvPr/>
            </p:nvSpPr>
            <p:spPr>
              <a:xfrm>
                <a:off x="5002560" y="4563000"/>
                <a:ext cx="187920" cy="1836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1200" name="CustomShape 99"/>
              <p:cNvSpPr/>
              <p:nvPr/>
            </p:nvSpPr>
            <p:spPr>
              <a:xfrm>
                <a:off x="5020200" y="44848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201" name="CustomShape 100"/>
              <p:cNvSpPr/>
              <p:nvPr/>
            </p:nvSpPr>
            <p:spPr>
              <a:xfrm>
                <a:off x="5051880" y="4484880"/>
                <a:ext cx="27720" cy="3312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1202" name="CustomShape 101"/>
              <p:cNvSpPr/>
              <p:nvPr/>
            </p:nvSpPr>
            <p:spPr>
              <a:xfrm>
                <a:off x="5081760" y="44848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203" name="CustomShape 102"/>
              <p:cNvSpPr/>
              <p:nvPr/>
            </p:nvSpPr>
            <p:spPr>
              <a:xfrm>
                <a:off x="5153760" y="4356720"/>
                <a:ext cx="13680" cy="17820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sp>
          <p:nvSpPr>
            <p:cNvPr id="1204" name="CustomShape 103"/>
            <p:cNvSpPr/>
            <p:nvPr/>
          </p:nvSpPr>
          <p:spPr>
            <a:xfrm>
              <a:off x="5392080" y="3763440"/>
              <a:ext cx="2628720" cy="608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Arial"/>
                  <a:ea typeface="ＭＳ Ｐゴシック"/>
                </a:rPr>
                <a:t>SDN Controller</a:t>
              </a: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(network operating system)</a:t>
              </a:r>
              <a:endParaRPr lang="nl-NL" sz="1600" b="0" strike="noStrike" spc="-1">
                <a:latin typeface="Calibri"/>
              </a:endParaRPr>
            </a:p>
          </p:txBody>
        </p:sp>
      </p:grpSp>
      <p:sp>
        <p:nvSpPr>
          <p:cNvPr id="1205" name="CustomShape 104"/>
          <p:cNvSpPr/>
          <p:nvPr/>
        </p:nvSpPr>
        <p:spPr>
          <a:xfrm>
            <a:off x="6841080" y="1562040"/>
            <a:ext cx="58788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008000"/>
                </a:solidFill>
                <a:latin typeface="Arial"/>
                <a:ea typeface="ＭＳ Ｐゴシック"/>
              </a:rPr>
              <a:t>…</a:t>
            </a:r>
            <a:endParaRPr lang="nl-NL" sz="3200" b="0" strike="noStrike" spc="-1">
              <a:latin typeface="Calibri"/>
            </a:endParaRPr>
          </a:p>
        </p:txBody>
      </p:sp>
      <p:grpSp>
        <p:nvGrpSpPr>
          <p:cNvPr id="1206" name="Group 105"/>
          <p:cNvGrpSpPr/>
          <p:nvPr/>
        </p:nvGrpSpPr>
        <p:grpSpPr>
          <a:xfrm>
            <a:off x="5166000" y="1781280"/>
            <a:ext cx="1023120" cy="589680"/>
            <a:chOff x="5166000" y="1781280"/>
            <a:chExt cx="1023120" cy="589680"/>
          </a:xfrm>
        </p:grpSpPr>
        <p:sp>
          <p:nvSpPr>
            <p:cNvPr id="1207" name="CustomShape 106"/>
            <p:cNvSpPr/>
            <p:nvPr/>
          </p:nvSpPr>
          <p:spPr>
            <a:xfrm>
              <a:off x="5166000" y="178128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08" name="CustomShape 107"/>
            <p:cNvSpPr/>
            <p:nvPr/>
          </p:nvSpPr>
          <p:spPr>
            <a:xfrm>
              <a:off x="5243040" y="1878480"/>
              <a:ext cx="8776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Arial"/>
                  <a:ea typeface="ＭＳ Ｐゴシック"/>
                </a:rPr>
                <a:t>routing</a:t>
              </a:r>
              <a:endParaRPr lang="nl-NL" sz="1800" b="0" strike="noStrike" spc="-1">
                <a:latin typeface="Calibri"/>
              </a:endParaRPr>
            </a:p>
          </p:txBody>
        </p:sp>
      </p:grpSp>
      <p:grpSp>
        <p:nvGrpSpPr>
          <p:cNvPr id="1209" name="Group 108"/>
          <p:cNvGrpSpPr/>
          <p:nvPr/>
        </p:nvGrpSpPr>
        <p:grpSpPr>
          <a:xfrm>
            <a:off x="6000480" y="2302200"/>
            <a:ext cx="1023120" cy="589680"/>
            <a:chOff x="6000480" y="2302200"/>
            <a:chExt cx="1023120" cy="589680"/>
          </a:xfrm>
        </p:grpSpPr>
        <p:sp>
          <p:nvSpPr>
            <p:cNvPr id="1210" name="CustomShape 109"/>
            <p:cNvSpPr/>
            <p:nvPr/>
          </p:nvSpPr>
          <p:spPr>
            <a:xfrm>
              <a:off x="6000480" y="230220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11" name="CustomShape 110"/>
            <p:cNvSpPr/>
            <p:nvPr/>
          </p:nvSpPr>
          <p:spPr>
            <a:xfrm>
              <a:off x="6046200" y="2332080"/>
              <a:ext cx="95400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access </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control</a:t>
              </a:r>
              <a:endParaRPr lang="nl-NL" sz="1800" b="0" strike="noStrike" spc="-1">
                <a:latin typeface="Calibri"/>
              </a:endParaRPr>
            </a:p>
          </p:txBody>
        </p:sp>
      </p:grpSp>
      <p:grpSp>
        <p:nvGrpSpPr>
          <p:cNvPr id="1212" name="Group 111"/>
          <p:cNvGrpSpPr/>
          <p:nvPr/>
        </p:nvGrpSpPr>
        <p:grpSpPr>
          <a:xfrm>
            <a:off x="7230960" y="2260800"/>
            <a:ext cx="1023120" cy="589680"/>
            <a:chOff x="7230960" y="2260800"/>
            <a:chExt cx="1023120" cy="589680"/>
          </a:xfrm>
        </p:grpSpPr>
        <p:sp>
          <p:nvSpPr>
            <p:cNvPr id="1213" name="CustomShape 112"/>
            <p:cNvSpPr/>
            <p:nvPr/>
          </p:nvSpPr>
          <p:spPr>
            <a:xfrm>
              <a:off x="7230960" y="226080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14" name="CustomShape 113"/>
            <p:cNvSpPr/>
            <p:nvPr/>
          </p:nvSpPr>
          <p:spPr>
            <a:xfrm>
              <a:off x="7264080" y="2290680"/>
              <a:ext cx="97812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load</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balance</a:t>
              </a:r>
              <a:endParaRPr lang="nl-NL" sz="1800" b="0" strike="noStrike" spc="-1">
                <a:latin typeface="Calibri"/>
              </a:endParaRPr>
            </a:p>
          </p:txBody>
        </p:sp>
      </p:grpSp>
      <p:sp>
        <p:nvSpPr>
          <p:cNvPr id="1215" name="CustomShape 114"/>
          <p:cNvSpPr/>
          <p:nvPr/>
        </p:nvSpPr>
        <p:spPr>
          <a:xfrm flipV="1">
            <a:off x="8627400" y="1721880"/>
            <a:ext cx="360" cy="124848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216" name="CustomShape 115"/>
          <p:cNvSpPr/>
          <p:nvPr/>
        </p:nvSpPr>
        <p:spPr>
          <a:xfrm>
            <a:off x="8652600" y="3470040"/>
            <a:ext cx="360" cy="152424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217" name="CustomShape 116"/>
          <p:cNvSpPr/>
          <p:nvPr/>
        </p:nvSpPr>
        <p:spPr>
          <a:xfrm>
            <a:off x="8660880" y="5885640"/>
            <a:ext cx="360" cy="41436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218" name="CustomShape 117"/>
          <p:cNvSpPr/>
          <p:nvPr/>
        </p:nvSpPr>
        <p:spPr>
          <a:xfrm flipV="1">
            <a:off x="8653320" y="5049360"/>
            <a:ext cx="360" cy="41436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219" name="CustomShape 118"/>
          <p:cNvSpPr/>
          <p:nvPr/>
        </p:nvSpPr>
        <p:spPr>
          <a:xfrm>
            <a:off x="6650640" y="4739400"/>
            <a:ext cx="163548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southbound API</a:t>
            </a:r>
            <a:endParaRPr lang="nl-NL" sz="1400" b="0" strike="noStrike" spc="-1">
              <a:latin typeface="Calibri"/>
            </a:endParaRPr>
          </a:p>
        </p:txBody>
      </p:sp>
      <p:sp>
        <p:nvSpPr>
          <p:cNvPr id="1220" name="CustomShape 119"/>
          <p:cNvSpPr/>
          <p:nvPr/>
        </p:nvSpPr>
        <p:spPr>
          <a:xfrm>
            <a:off x="6646680" y="3221640"/>
            <a:ext cx="163548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northbound API</a:t>
            </a:r>
            <a:endParaRPr lang="nl-NL" sz="1400" b="0" strike="noStrike" spc="-1">
              <a:latin typeface="Calibri"/>
            </a:endParaRPr>
          </a:p>
        </p:txBody>
      </p:sp>
      <p:sp>
        <p:nvSpPr>
          <p:cNvPr id="1221" name="CustomShape 120"/>
          <p:cNvSpPr/>
          <p:nvPr/>
        </p:nvSpPr>
        <p:spPr>
          <a:xfrm>
            <a:off x="5507640" y="6299640"/>
            <a:ext cx="230220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SDN-controlled switches</a:t>
            </a:r>
            <a:endParaRPr lang="nl-NL" sz="1400" b="0" strike="noStrike" spc="-1">
              <a:latin typeface="Calibri"/>
            </a:endParaRPr>
          </a:p>
        </p:txBody>
      </p:sp>
      <p:sp>
        <p:nvSpPr>
          <p:cNvPr id="1222" name="CustomShape 121"/>
          <p:cNvSpPr/>
          <p:nvPr/>
        </p:nvSpPr>
        <p:spPr>
          <a:xfrm>
            <a:off x="5707800" y="1414440"/>
            <a:ext cx="2381400" cy="46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network-control applications</a:t>
            </a:r>
            <a:endParaRPr lang="nl-NL" sz="1400" b="0" strike="noStrike" spc="-1">
              <a:latin typeface="Calibri"/>
            </a:endParaRPr>
          </a:p>
        </p:txBody>
      </p:sp>
      <p:sp>
        <p:nvSpPr>
          <p:cNvPr id="1226" name="TextShape 125"/>
          <p:cNvSpPr txBox="1"/>
          <p:nvPr/>
        </p:nvSpPr>
        <p:spPr>
          <a:xfrm>
            <a:off x="8255160" y="6124680"/>
            <a:ext cx="626760" cy="364680"/>
          </a:xfrm>
          <a:prstGeom prst="rect">
            <a:avLst/>
          </a:prstGeom>
          <a:noFill/>
          <a:ln>
            <a:noFill/>
          </a:ln>
        </p:spPr>
        <p:txBody>
          <a:bodyPr anchor="ctr">
            <a:noAutofit/>
          </a:bodyPr>
          <a:lstStyle/>
          <a:p>
            <a:pPr algn="r">
              <a:lnSpc>
                <a:spcPct val="100000"/>
              </a:lnSpc>
            </a:pPr>
            <a:fld id="{7FE76E2A-3C14-4911-9A3A-B45802CA9957}" type="slidenum">
              <a:rPr lang="nl-NL" sz="1000" b="0" strike="noStrike" spc="-1">
                <a:solidFill>
                  <a:srgbClr val="FFFFFF"/>
                </a:solidFill>
                <a:latin typeface="Arial"/>
                <a:ea typeface="ＭＳ Ｐゴシック"/>
              </a:rPr>
              <a:t>24</a:t>
            </a:fld>
            <a:endParaRPr lang="nl-NL" sz="1000" b="0" strike="noStrike" spc="-1">
              <a:latin typeface="Calibri"/>
            </a:endParaRPr>
          </a:p>
        </p:txBody>
      </p:sp>
      <p:sp>
        <p:nvSpPr>
          <p:cNvPr id="1227" name="CustomShape 126"/>
          <p:cNvSpPr/>
          <p:nvPr/>
        </p:nvSpPr>
        <p:spPr>
          <a:xfrm>
            <a:off x="4688640" y="655848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5</a:t>
            </a:r>
            <a:endParaRPr lang="nl-NL" sz="1400" b="0" strike="noStrike" spc="-1">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 name="CustomShape 1"/>
          <p:cNvSpPr/>
          <p:nvPr/>
        </p:nvSpPr>
        <p:spPr>
          <a:xfrm>
            <a:off x="3496320" y="307800"/>
            <a:ext cx="59511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600" b="0" strike="noStrike" spc="-1">
                <a:solidFill>
                  <a:srgbClr val="000099"/>
                </a:solidFill>
                <a:latin typeface="Gill Sans MT"/>
                <a:ea typeface="ＭＳ Ｐゴシック"/>
              </a:rPr>
              <a:t>SDN: control applications</a:t>
            </a:r>
            <a:endParaRPr lang="nl-NL" sz="3600" b="0" strike="noStrike" spc="-1">
              <a:latin typeface="Calibri"/>
            </a:endParaRPr>
          </a:p>
        </p:txBody>
      </p:sp>
      <p:pic>
        <p:nvPicPr>
          <p:cNvPr id="1229" name="Picture 5" descr="underline_base"/>
          <p:cNvPicPr/>
          <p:nvPr/>
        </p:nvPicPr>
        <p:blipFill>
          <a:blip r:embed="rId2"/>
          <a:stretch/>
        </p:blipFill>
        <p:spPr>
          <a:xfrm>
            <a:off x="3993480" y="903600"/>
            <a:ext cx="4962960" cy="133920"/>
          </a:xfrm>
          <a:prstGeom prst="rect">
            <a:avLst/>
          </a:prstGeom>
          <a:ln>
            <a:noFill/>
          </a:ln>
        </p:spPr>
      </p:pic>
      <p:sp>
        <p:nvSpPr>
          <p:cNvPr id="1230" name="CustomShape 2"/>
          <p:cNvSpPr/>
          <p:nvPr/>
        </p:nvSpPr>
        <p:spPr>
          <a:xfrm>
            <a:off x="524520" y="1248840"/>
            <a:ext cx="4332960" cy="501048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85000"/>
              </a:lnSpc>
              <a:spcBef>
                <a:spcPts val="561"/>
              </a:spcBef>
              <a:tabLst>
                <a:tab pos="0" algn="l"/>
              </a:tabLst>
            </a:pPr>
            <a:r>
              <a:rPr lang="en-US" sz="2800" b="0" i="1" strike="noStrike" spc="-1">
                <a:solidFill>
                  <a:srgbClr val="CC0000"/>
                </a:solidFill>
                <a:latin typeface="Calibri"/>
                <a:ea typeface="ＭＳ Ｐゴシック"/>
              </a:rPr>
              <a:t>network-control apps:</a:t>
            </a:r>
            <a:endParaRPr lang="nl-NL" sz="2800" b="0" strike="noStrike" spc="-1">
              <a:latin typeface="Calibri"/>
            </a:endParaRPr>
          </a:p>
          <a:p>
            <a:pPr marL="343080" indent="-342720">
              <a:lnSpc>
                <a:spcPct val="85000"/>
              </a:lnSpc>
              <a:spcBef>
                <a:spcPts val="479"/>
              </a:spcBef>
              <a:buClr>
                <a:srgbClr val="000099"/>
              </a:buClr>
              <a:buFont typeface="Wingdings" charset="2"/>
              <a:buChar char=""/>
              <a:tabLst>
                <a:tab pos="0" algn="l"/>
              </a:tabLst>
            </a:pPr>
            <a:r>
              <a:rPr lang="en-US" sz="2400" b="0" strike="noStrike" spc="-1">
                <a:solidFill>
                  <a:srgbClr val="000000"/>
                </a:solidFill>
                <a:latin typeface="Calibri"/>
                <a:ea typeface="ＭＳ Ｐゴシック"/>
              </a:rPr>
              <a:t>“brains” of control:  implement control functions using lower-level services, API provided by SDN controller</a:t>
            </a:r>
            <a:endParaRPr lang="nl-NL" sz="2400" b="0" strike="noStrike" spc="-1">
              <a:latin typeface="Calibri"/>
            </a:endParaRPr>
          </a:p>
          <a:p>
            <a:pPr marL="343080" indent="-342720">
              <a:lnSpc>
                <a:spcPct val="85000"/>
              </a:lnSpc>
              <a:spcBef>
                <a:spcPts val="479"/>
              </a:spcBef>
              <a:buClr>
                <a:srgbClr val="000099"/>
              </a:buClr>
              <a:buFont typeface="Wingdings" charset="2"/>
              <a:buChar char=""/>
              <a:tabLst>
                <a:tab pos="0" algn="l"/>
              </a:tabLst>
            </a:pPr>
            <a:r>
              <a:rPr lang="en-US" sz="2400" b="0" i="1" strike="noStrike" spc="-1">
                <a:solidFill>
                  <a:srgbClr val="000000"/>
                </a:solidFill>
                <a:latin typeface="Calibri"/>
                <a:ea typeface="ＭＳ Ｐゴシック"/>
              </a:rPr>
              <a:t>unbundled: </a:t>
            </a:r>
            <a:r>
              <a:rPr lang="en-US" sz="2400" b="0" strike="noStrike" spc="-1">
                <a:solidFill>
                  <a:srgbClr val="000000"/>
                </a:solidFill>
                <a:latin typeface="Calibri"/>
                <a:ea typeface="ＭＳ Ｐゴシック"/>
              </a:rPr>
              <a:t>can be provided by 3</a:t>
            </a:r>
            <a:r>
              <a:rPr lang="en-US" sz="2400" b="0" strike="noStrike" spc="-1" baseline="30000">
                <a:solidFill>
                  <a:srgbClr val="000000"/>
                </a:solidFill>
                <a:latin typeface="Calibri"/>
                <a:ea typeface="ＭＳ Ｐゴシック"/>
              </a:rPr>
              <a:t>rd</a:t>
            </a:r>
            <a:r>
              <a:rPr lang="en-US" sz="2400" b="0" strike="noStrike" spc="-1">
                <a:solidFill>
                  <a:srgbClr val="000000"/>
                </a:solidFill>
                <a:latin typeface="Calibri"/>
                <a:ea typeface="ＭＳ Ｐゴシック"/>
              </a:rPr>
              <a:t> party: distinct from routing vendor, or SDN controller</a:t>
            </a:r>
            <a:endParaRPr lang="nl-NL" sz="2400" b="0" strike="noStrike" spc="-1">
              <a:latin typeface="Calibri"/>
            </a:endParaRPr>
          </a:p>
          <a:p>
            <a:pPr>
              <a:lnSpc>
                <a:spcPct val="85000"/>
              </a:lnSpc>
              <a:spcBef>
                <a:spcPts val="561"/>
              </a:spcBef>
              <a:tabLst>
                <a:tab pos="0" algn="l"/>
              </a:tabLst>
            </a:pPr>
            <a:endParaRPr lang="nl-NL" sz="2400" b="0" strike="noStrike" spc="-1">
              <a:latin typeface="Calibri"/>
            </a:endParaRPr>
          </a:p>
        </p:txBody>
      </p:sp>
      <p:sp>
        <p:nvSpPr>
          <p:cNvPr id="1231" name="CustomShape 3"/>
          <p:cNvSpPr/>
          <p:nvPr/>
        </p:nvSpPr>
        <p:spPr>
          <a:xfrm>
            <a:off x="8353800" y="5440680"/>
            <a:ext cx="615600" cy="46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463"/>
              </a:lnSpc>
            </a:pPr>
            <a:r>
              <a:rPr lang="en-US" sz="1400" b="0" strike="noStrike" spc="-1">
                <a:solidFill>
                  <a:srgbClr val="000000"/>
                </a:solidFill>
                <a:latin typeface="Arial"/>
                <a:ea typeface="ＭＳ Ｐゴシック"/>
              </a:rPr>
              <a:t>data</a:t>
            </a:r>
            <a:endParaRPr lang="nl-NL" sz="1400" b="0" strike="noStrike" spc="-1">
              <a:latin typeface="Calibri"/>
            </a:endParaRPr>
          </a:p>
          <a:p>
            <a:pPr algn="ctr">
              <a:lnSpc>
                <a:spcPts val="1463"/>
              </a:lnSpc>
            </a:pPr>
            <a:r>
              <a:rPr lang="en-US" sz="1400" b="0" strike="noStrike" spc="-1">
                <a:solidFill>
                  <a:srgbClr val="000000"/>
                </a:solidFill>
                <a:latin typeface="Arial"/>
                <a:ea typeface="ＭＳ Ｐゴシック"/>
              </a:rPr>
              <a:t>plane</a:t>
            </a:r>
            <a:endParaRPr lang="nl-NL" sz="1400" b="0" strike="noStrike" spc="-1">
              <a:latin typeface="Calibri"/>
            </a:endParaRPr>
          </a:p>
        </p:txBody>
      </p:sp>
      <p:sp>
        <p:nvSpPr>
          <p:cNvPr id="1232" name="CustomShape 4"/>
          <p:cNvSpPr/>
          <p:nvPr/>
        </p:nvSpPr>
        <p:spPr>
          <a:xfrm>
            <a:off x="8307720" y="2978280"/>
            <a:ext cx="716040" cy="461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463"/>
              </a:lnSpc>
            </a:pPr>
            <a:r>
              <a:rPr lang="en-US" sz="1400" b="0" strike="noStrike" spc="-1">
                <a:solidFill>
                  <a:srgbClr val="000000"/>
                </a:solidFill>
                <a:latin typeface="Arial"/>
                <a:ea typeface="ＭＳ Ｐゴシック"/>
              </a:rPr>
              <a:t>control</a:t>
            </a:r>
            <a:endParaRPr lang="nl-NL" sz="1400" b="0" strike="noStrike" spc="-1">
              <a:latin typeface="Calibri"/>
            </a:endParaRPr>
          </a:p>
          <a:p>
            <a:pPr algn="ctr">
              <a:lnSpc>
                <a:spcPts val="1463"/>
              </a:lnSpc>
            </a:pPr>
            <a:r>
              <a:rPr lang="en-US" sz="1400" b="0" strike="noStrike" spc="-1">
                <a:solidFill>
                  <a:srgbClr val="000000"/>
                </a:solidFill>
                <a:latin typeface="Arial"/>
                <a:ea typeface="ＭＳ Ｐゴシック"/>
              </a:rPr>
              <a:t>plane</a:t>
            </a:r>
            <a:endParaRPr lang="nl-NL" sz="1400" b="0" strike="noStrike" spc="-1">
              <a:latin typeface="Calibri"/>
            </a:endParaRPr>
          </a:p>
        </p:txBody>
      </p:sp>
      <p:sp>
        <p:nvSpPr>
          <p:cNvPr id="1233" name="Line 5"/>
          <p:cNvSpPr/>
          <p:nvPr/>
        </p:nvSpPr>
        <p:spPr>
          <a:xfrm flipV="1">
            <a:off x="5272560" y="5033520"/>
            <a:ext cx="2791800" cy="14040"/>
          </a:xfrm>
          <a:prstGeom prst="line">
            <a:avLst/>
          </a:prstGeom>
          <a:ln>
            <a:solidFill>
              <a:schemeClr val="tx1"/>
            </a:solidFill>
            <a:prstDash val="dash"/>
            <a:round/>
          </a:ln>
        </p:spPr>
        <p:style>
          <a:lnRef idx="2">
            <a:schemeClr val="accent1"/>
          </a:lnRef>
          <a:fillRef idx="0">
            <a:schemeClr val="accent1"/>
          </a:fillRef>
          <a:effectRef idx="1">
            <a:schemeClr val="accent1"/>
          </a:effectRef>
          <a:fontRef idx="minor"/>
        </p:style>
      </p:sp>
      <p:sp>
        <p:nvSpPr>
          <p:cNvPr id="1234" name="Line 6"/>
          <p:cNvSpPr/>
          <p:nvPr/>
        </p:nvSpPr>
        <p:spPr>
          <a:xfrm flipV="1">
            <a:off x="5192280" y="3213000"/>
            <a:ext cx="3041280" cy="18720"/>
          </a:xfrm>
          <a:prstGeom prst="line">
            <a:avLst/>
          </a:prstGeom>
          <a:ln>
            <a:solidFill>
              <a:schemeClr val="tx1"/>
            </a:solidFill>
            <a:prstDash val="dash"/>
            <a:round/>
          </a:ln>
        </p:spPr>
        <p:style>
          <a:lnRef idx="2">
            <a:schemeClr val="accent1"/>
          </a:lnRef>
          <a:fillRef idx="0">
            <a:schemeClr val="accent1"/>
          </a:fillRef>
          <a:effectRef idx="1">
            <a:schemeClr val="accent1"/>
          </a:effectRef>
          <a:fontRef idx="minor"/>
        </p:style>
      </p:sp>
      <p:grpSp>
        <p:nvGrpSpPr>
          <p:cNvPr id="1235" name="Group 7"/>
          <p:cNvGrpSpPr/>
          <p:nvPr/>
        </p:nvGrpSpPr>
        <p:grpSpPr>
          <a:xfrm>
            <a:off x="5164560" y="5329800"/>
            <a:ext cx="2979000" cy="973440"/>
            <a:chOff x="5164560" y="5329800"/>
            <a:chExt cx="2979000" cy="973440"/>
          </a:xfrm>
        </p:grpSpPr>
        <p:sp>
          <p:nvSpPr>
            <p:cNvPr id="1236" name="CustomShape 8"/>
            <p:cNvSpPr/>
            <p:nvPr/>
          </p:nvSpPr>
          <p:spPr>
            <a:xfrm>
              <a:off x="5164560" y="5329800"/>
              <a:ext cx="2979000" cy="973440"/>
            </a:xfrm>
            <a:custGeom>
              <a:avLst/>
              <a:gdLst/>
              <a:ahLst/>
              <a:cxnLst/>
              <a:rect l="l" t="t"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1237" name="Line 9"/>
            <p:cNvSpPr/>
            <p:nvPr/>
          </p:nvSpPr>
          <p:spPr>
            <a:xfrm flipV="1">
              <a:off x="5660640" y="5486040"/>
              <a:ext cx="973440" cy="1364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238" name="Line 10"/>
            <p:cNvSpPr/>
            <p:nvPr/>
          </p:nvSpPr>
          <p:spPr>
            <a:xfrm>
              <a:off x="5578200" y="5680080"/>
              <a:ext cx="167112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239" name="Line 11"/>
            <p:cNvSpPr/>
            <p:nvPr/>
          </p:nvSpPr>
          <p:spPr>
            <a:xfrm>
              <a:off x="5587560" y="5788440"/>
              <a:ext cx="528480" cy="28620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240" name="Line 12"/>
            <p:cNvSpPr/>
            <p:nvPr/>
          </p:nvSpPr>
          <p:spPr>
            <a:xfrm flipV="1">
              <a:off x="6340320" y="5989320"/>
              <a:ext cx="923040" cy="8532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241" name="Line 13"/>
            <p:cNvSpPr/>
            <p:nvPr/>
          </p:nvSpPr>
          <p:spPr>
            <a:xfrm>
              <a:off x="6828840" y="5520600"/>
              <a:ext cx="782280" cy="1281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242" name="Line 14"/>
            <p:cNvSpPr/>
            <p:nvPr/>
          </p:nvSpPr>
          <p:spPr>
            <a:xfrm flipV="1">
              <a:off x="6299280" y="5680080"/>
              <a:ext cx="132480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243" name="Line 15"/>
            <p:cNvSpPr/>
            <p:nvPr/>
          </p:nvSpPr>
          <p:spPr>
            <a:xfrm flipV="1">
              <a:off x="7281000" y="5709600"/>
              <a:ext cx="435600" cy="27972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244" name="Line 16"/>
            <p:cNvSpPr/>
            <p:nvPr/>
          </p:nvSpPr>
          <p:spPr>
            <a:xfrm>
              <a:off x="6647040" y="5486040"/>
              <a:ext cx="602280" cy="4161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grpSp>
          <p:nvGrpSpPr>
            <p:cNvPr id="1245" name="Group 17"/>
            <p:cNvGrpSpPr/>
            <p:nvPr/>
          </p:nvGrpSpPr>
          <p:grpSpPr>
            <a:xfrm>
              <a:off x="7579080" y="5531400"/>
              <a:ext cx="435600" cy="250560"/>
              <a:chOff x="7579080" y="5531400"/>
              <a:chExt cx="435600" cy="250560"/>
            </a:xfrm>
          </p:grpSpPr>
          <p:sp>
            <p:nvSpPr>
              <p:cNvPr id="1246" name="CustomShape 18"/>
              <p:cNvSpPr/>
              <p:nvPr/>
            </p:nvSpPr>
            <p:spPr>
              <a:xfrm flipV="1">
                <a:off x="7580520" y="559908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47" name="CustomShape 19"/>
              <p:cNvSpPr/>
              <p:nvPr/>
            </p:nvSpPr>
            <p:spPr>
              <a:xfrm>
                <a:off x="7579080" y="562500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48" name="CustomShape 20"/>
              <p:cNvSpPr/>
              <p:nvPr/>
            </p:nvSpPr>
            <p:spPr>
              <a:xfrm flipV="1">
                <a:off x="7579080" y="553140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49" name="CustomShape 21"/>
              <p:cNvSpPr/>
              <p:nvPr/>
            </p:nvSpPr>
            <p:spPr>
              <a:xfrm>
                <a:off x="7690320" y="558684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0" name="CustomShape 22"/>
              <p:cNvSpPr/>
              <p:nvPr/>
            </p:nvSpPr>
            <p:spPr>
              <a:xfrm>
                <a:off x="7668360" y="556380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1" name="CustomShape 23"/>
              <p:cNvSpPr/>
              <p:nvPr/>
            </p:nvSpPr>
            <p:spPr>
              <a:xfrm>
                <a:off x="7836120" y="561816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2" name="CustomShape 24"/>
              <p:cNvSpPr/>
              <p:nvPr/>
            </p:nvSpPr>
            <p:spPr>
              <a:xfrm>
                <a:off x="7663680" y="561960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3" name="Line 25"/>
              <p:cNvSpPr/>
              <p:nvPr/>
            </p:nvSpPr>
            <p:spPr>
              <a:xfrm flipH="1" flipV="1">
                <a:off x="7579080" y="562356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254" name="Line 26"/>
              <p:cNvSpPr/>
              <p:nvPr/>
            </p:nvSpPr>
            <p:spPr>
              <a:xfrm flipH="1" flipV="1">
                <a:off x="8013240" y="562212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255" name="Group 27"/>
            <p:cNvGrpSpPr/>
            <p:nvPr/>
          </p:nvGrpSpPr>
          <p:grpSpPr>
            <a:xfrm>
              <a:off x="6483240" y="5384160"/>
              <a:ext cx="435960" cy="250560"/>
              <a:chOff x="6483240" y="5384160"/>
              <a:chExt cx="435960" cy="250560"/>
            </a:xfrm>
          </p:grpSpPr>
          <p:sp>
            <p:nvSpPr>
              <p:cNvPr id="1256" name="CustomShape 28"/>
              <p:cNvSpPr/>
              <p:nvPr/>
            </p:nvSpPr>
            <p:spPr>
              <a:xfrm flipV="1">
                <a:off x="6484680" y="545184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7" name="CustomShape 29"/>
              <p:cNvSpPr/>
              <p:nvPr/>
            </p:nvSpPr>
            <p:spPr>
              <a:xfrm>
                <a:off x="6483600" y="547776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8" name="CustomShape 30"/>
              <p:cNvSpPr/>
              <p:nvPr/>
            </p:nvSpPr>
            <p:spPr>
              <a:xfrm flipV="1">
                <a:off x="6483600" y="53841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9" name="CustomShape 31"/>
              <p:cNvSpPr/>
              <p:nvPr/>
            </p:nvSpPr>
            <p:spPr>
              <a:xfrm>
                <a:off x="6594840" y="543960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0" name="CustomShape 32"/>
              <p:cNvSpPr/>
              <p:nvPr/>
            </p:nvSpPr>
            <p:spPr>
              <a:xfrm>
                <a:off x="6572880" y="541656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1" name="CustomShape 33"/>
              <p:cNvSpPr/>
              <p:nvPr/>
            </p:nvSpPr>
            <p:spPr>
              <a:xfrm>
                <a:off x="6740640" y="547092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2" name="CustomShape 34"/>
              <p:cNvSpPr/>
              <p:nvPr/>
            </p:nvSpPr>
            <p:spPr>
              <a:xfrm>
                <a:off x="6567840" y="547236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3" name="Line 35"/>
              <p:cNvSpPr/>
              <p:nvPr/>
            </p:nvSpPr>
            <p:spPr>
              <a:xfrm flipH="1" flipV="1">
                <a:off x="6483240" y="547632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264" name="Line 36"/>
              <p:cNvSpPr/>
              <p:nvPr/>
            </p:nvSpPr>
            <p:spPr>
              <a:xfrm flipH="1" flipV="1">
                <a:off x="6917760" y="547488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265" name="Group 37"/>
            <p:cNvGrpSpPr/>
            <p:nvPr/>
          </p:nvGrpSpPr>
          <p:grpSpPr>
            <a:xfrm>
              <a:off x="5353920" y="5584680"/>
              <a:ext cx="435600" cy="250920"/>
              <a:chOff x="5353920" y="5584680"/>
              <a:chExt cx="435600" cy="250920"/>
            </a:xfrm>
          </p:grpSpPr>
          <p:sp>
            <p:nvSpPr>
              <p:cNvPr id="1266" name="CustomShape 38"/>
              <p:cNvSpPr/>
              <p:nvPr/>
            </p:nvSpPr>
            <p:spPr>
              <a:xfrm flipV="1">
                <a:off x="5355000" y="565272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7" name="CustomShape 39"/>
              <p:cNvSpPr/>
              <p:nvPr/>
            </p:nvSpPr>
            <p:spPr>
              <a:xfrm>
                <a:off x="5353920" y="567864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8" name="CustomShape 40"/>
              <p:cNvSpPr/>
              <p:nvPr/>
            </p:nvSpPr>
            <p:spPr>
              <a:xfrm flipV="1">
                <a:off x="5353920" y="558468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9" name="CustomShape 41"/>
              <p:cNvSpPr/>
              <p:nvPr/>
            </p:nvSpPr>
            <p:spPr>
              <a:xfrm>
                <a:off x="5465160" y="564048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0" name="CustomShape 42"/>
              <p:cNvSpPr/>
              <p:nvPr/>
            </p:nvSpPr>
            <p:spPr>
              <a:xfrm>
                <a:off x="5443200" y="561744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1" name="CustomShape 43"/>
              <p:cNvSpPr/>
              <p:nvPr/>
            </p:nvSpPr>
            <p:spPr>
              <a:xfrm>
                <a:off x="5610960" y="567180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2" name="CustomShape 44"/>
              <p:cNvSpPr/>
              <p:nvPr/>
            </p:nvSpPr>
            <p:spPr>
              <a:xfrm>
                <a:off x="5438520" y="567324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3" name="Line 45"/>
              <p:cNvSpPr/>
              <p:nvPr/>
            </p:nvSpPr>
            <p:spPr>
              <a:xfrm flipH="1" flipV="1">
                <a:off x="5353920" y="567720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274" name="Line 46"/>
              <p:cNvSpPr/>
              <p:nvPr/>
            </p:nvSpPr>
            <p:spPr>
              <a:xfrm flipH="1" flipV="1">
                <a:off x="5788080" y="567576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275" name="Group 47"/>
            <p:cNvGrpSpPr/>
            <p:nvPr/>
          </p:nvGrpSpPr>
          <p:grpSpPr>
            <a:xfrm>
              <a:off x="7068960" y="5860800"/>
              <a:ext cx="435600" cy="250920"/>
              <a:chOff x="7068960" y="5860800"/>
              <a:chExt cx="435600" cy="250920"/>
            </a:xfrm>
          </p:grpSpPr>
          <p:sp>
            <p:nvSpPr>
              <p:cNvPr id="1276" name="CustomShape 48"/>
              <p:cNvSpPr/>
              <p:nvPr/>
            </p:nvSpPr>
            <p:spPr>
              <a:xfrm flipV="1">
                <a:off x="7070040" y="592884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7" name="CustomShape 49"/>
              <p:cNvSpPr/>
              <p:nvPr/>
            </p:nvSpPr>
            <p:spPr>
              <a:xfrm>
                <a:off x="7068960" y="595440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8" name="CustomShape 50"/>
              <p:cNvSpPr/>
              <p:nvPr/>
            </p:nvSpPr>
            <p:spPr>
              <a:xfrm flipV="1">
                <a:off x="7068960" y="586080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9" name="CustomShape 51"/>
              <p:cNvSpPr/>
              <p:nvPr/>
            </p:nvSpPr>
            <p:spPr>
              <a:xfrm>
                <a:off x="7180200" y="591660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0" name="CustomShape 52"/>
              <p:cNvSpPr/>
              <p:nvPr/>
            </p:nvSpPr>
            <p:spPr>
              <a:xfrm>
                <a:off x="7158240" y="589320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1" name="CustomShape 53"/>
              <p:cNvSpPr/>
              <p:nvPr/>
            </p:nvSpPr>
            <p:spPr>
              <a:xfrm>
                <a:off x="7326000" y="594756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2" name="CustomShape 54"/>
              <p:cNvSpPr/>
              <p:nvPr/>
            </p:nvSpPr>
            <p:spPr>
              <a:xfrm>
                <a:off x="7153560" y="594900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3" name="Line 55"/>
              <p:cNvSpPr/>
              <p:nvPr/>
            </p:nvSpPr>
            <p:spPr>
              <a:xfrm flipH="1" flipV="1">
                <a:off x="7068960" y="595296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284" name="Line 56"/>
              <p:cNvSpPr/>
              <p:nvPr/>
            </p:nvSpPr>
            <p:spPr>
              <a:xfrm flipH="1" flipV="1">
                <a:off x="7503120" y="5951520"/>
                <a:ext cx="144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285" name="Group 57"/>
            <p:cNvGrpSpPr/>
            <p:nvPr/>
          </p:nvGrpSpPr>
          <p:grpSpPr>
            <a:xfrm>
              <a:off x="5986800" y="5956560"/>
              <a:ext cx="435600" cy="250920"/>
              <a:chOff x="5986800" y="5956560"/>
              <a:chExt cx="435600" cy="250920"/>
            </a:xfrm>
          </p:grpSpPr>
          <p:sp>
            <p:nvSpPr>
              <p:cNvPr id="1286" name="CustomShape 58"/>
              <p:cNvSpPr/>
              <p:nvPr/>
            </p:nvSpPr>
            <p:spPr>
              <a:xfrm flipV="1">
                <a:off x="5988240" y="602460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7" name="CustomShape 59"/>
              <p:cNvSpPr/>
              <p:nvPr/>
            </p:nvSpPr>
            <p:spPr>
              <a:xfrm>
                <a:off x="5987160" y="605052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8" name="CustomShape 60"/>
              <p:cNvSpPr/>
              <p:nvPr/>
            </p:nvSpPr>
            <p:spPr>
              <a:xfrm flipV="1">
                <a:off x="5987160" y="59565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89" name="CustomShape 61"/>
              <p:cNvSpPr/>
              <p:nvPr/>
            </p:nvSpPr>
            <p:spPr>
              <a:xfrm>
                <a:off x="6098400" y="601236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90" name="CustomShape 62"/>
              <p:cNvSpPr/>
              <p:nvPr/>
            </p:nvSpPr>
            <p:spPr>
              <a:xfrm>
                <a:off x="6076440" y="598932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91" name="CustomShape 63"/>
              <p:cNvSpPr/>
              <p:nvPr/>
            </p:nvSpPr>
            <p:spPr>
              <a:xfrm>
                <a:off x="6243840" y="604368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92" name="CustomShape 64"/>
              <p:cNvSpPr/>
              <p:nvPr/>
            </p:nvSpPr>
            <p:spPr>
              <a:xfrm>
                <a:off x="6071400" y="604512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93" name="Line 65"/>
              <p:cNvSpPr/>
              <p:nvPr/>
            </p:nvSpPr>
            <p:spPr>
              <a:xfrm flipH="1" flipV="1">
                <a:off x="5986800" y="6048720"/>
                <a:ext cx="108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294" name="Line 66"/>
              <p:cNvSpPr/>
              <p:nvPr/>
            </p:nvSpPr>
            <p:spPr>
              <a:xfrm flipH="1" flipV="1">
                <a:off x="6421320" y="604764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grpSp>
        <p:nvGrpSpPr>
          <p:cNvPr id="1295" name="Group 67"/>
          <p:cNvGrpSpPr/>
          <p:nvPr/>
        </p:nvGrpSpPr>
        <p:grpSpPr>
          <a:xfrm>
            <a:off x="4990320" y="3550680"/>
            <a:ext cx="3116160" cy="1053360"/>
            <a:chOff x="4990320" y="3550680"/>
            <a:chExt cx="3116160" cy="1053360"/>
          </a:xfrm>
        </p:grpSpPr>
        <p:sp>
          <p:nvSpPr>
            <p:cNvPr id="1296" name="CustomShape 68"/>
            <p:cNvSpPr/>
            <p:nvPr/>
          </p:nvSpPr>
          <p:spPr>
            <a:xfrm>
              <a:off x="5418720" y="3586680"/>
              <a:ext cx="2687760" cy="1017360"/>
            </a:xfrm>
            <a:prstGeom prst="rect">
              <a:avLst/>
            </a:prstGeom>
            <a:solidFill>
              <a:schemeClr val="accent6">
                <a:lumMod val="20000"/>
                <a:lumOff val="80000"/>
              </a:schemeClr>
            </a:solidFill>
            <a:ln w="324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97" name="CustomShape 69"/>
            <p:cNvSpPr/>
            <p:nvPr/>
          </p:nvSpPr>
          <p:spPr>
            <a:xfrm>
              <a:off x="5218200" y="3550680"/>
              <a:ext cx="213480" cy="1027800"/>
            </a:xfrm>
            <a:custGeom>
              <a:avLst/>
              <a:gdLst/>
              <a:ahLst/>
              <a:cxnLst/>
              <a:rect l="l" t="t" r="r" b="b"/>
              <a:pathLst>
                <a:path w="215301" h="1027869">
                  <a:moveTo>
                    <a:pt x="15446" y="745656"/>
                  </a:moveTo>
                  <a:lnTo>
                    <a:pt x="209366" y="0"/>
                  </a:lnTo>
                  <a:cubicBezTo>
                    <a:pt x="211344" y="342623"/>
                    <a:pt x="213323" y="685246"/>
                    <a:pt x="215301" y="1027869"/>
                  </a:cubicBezTo>
                  <a:cubicBezTo>
                    <a:pt x="115469" y="960083"/>
                    <a:pt x="99918" y="931665"/>
                    <a:pt x="87" y="888484"/>
                  </a:cubicBezTo>
                  <a:cubicBezTo>
                    <a:pt x="-1403" y="675204"/>
                    <a:pt x="16936" y="958936"/>
                    <a:pt x="15446" y="745656"/>
                  </a:cubicBezTo>
                  <a:close/>
                </a:path>
              </a:pathLst>
            </a:custGeom>
            <a:gradFill rotWithShape="0">
              <a:gsLst>
                <a:gs pos="0">
                  <a:srgbClr val="F2F2F2"/>
                </a:gs>
                <a:gs pos="100000">
                  <a:srgbClr val="FDEADA"/>
                </a:gs>
              </a:gsLst>
              <a:lin ang="0"/>
            </a:gra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grpSp>
          <p:nvGrpSpPr>
            <p:cNvPr id="1298" name="Group 70"/>
            <p:cNvGrpSpPr/>
            <p:nvPr/>
          </p:nvGrpSpPr>
          <p:grpSpPr>
            <a:xfrm>
              <a:off x="4990320" y="4025160"/>
              <a:ext cx="251280" cy="563760"/>
              <a:chOff x="4990320" y="4025160"/>
              <a:chExt cx="251280" cy="563760"/>
            </a:xfrm>
          </p:grpSpPr>
          <p:sp>
            <p:nvSpPr>
              <p:cNvPr id="1299" name="CustomShape 71"/>
              <p:cNvSpPr/>
              <p:nvPr/>
            </p:nvSpPr>
            <p:spPr>
              <a:xfrm>
                <a:off x="5189400" y="4025880"/>
                <a:ext cx="49680" cy="53784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1300" name="CustomShape 72"/>
              <p:cNvSpPr/>
              <p:nvPr/>
            </p:nvSpPr>
            <p:spPr>
              <a:xfrm>
                <a:off x="5002560" y="4025160"/>
                <a:ext cx="184320" cy="53748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301" name="CustomShape 73"/>
              <p:cNvSpPr/>
              <p:nvPr/>
            </p:nvSpPr>
            <p:spPr>
              <a:xfrm>
                <a:off x="5198760" y="4058280"/>
                <a:ext cx="29520" cy="49752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1302" name="CustomShape 74"/>
              <p:cNvSpPr/>
              <p:nvPr/>
            </p:nvSpPr>
            <p:spPr>
              <a:xfrm>
                <a:off x="5192280" y="4310280"/>
                <a:ext cx="46080" cy="4428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303" name="CustomShape 75"/>
              <p:cNvSpPr/>
              <p:nvPr/>
            </p:nvSpPr>
            <p:spPr>
              <a:xfrm>
                <a:off x="5002560" y="408672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304" name="Group 76"/>
              <p:cNvGrpSpPr/>
              <p:nvPr/>
            </p:nvGrpSpPr>
            <p:grpSpPr>
              <a:xfrm>
                <a:off x="5097600" y="4080960"/>
                <a:ext cx="101520" cy="34920"/>
                <a:chOff x="5097600" y="4080960"/>
                <a:chExt cx="101520" cy="34920"/>
              </a:xfrm>
            </p:grpSpPr>
            <p:sp>
              <p:nvSpPr>
                <p:cNvPr id="1305" name="CustomShape 77"/>
                <p:cNvSpPr/>
                <p:nvPr/>
              </p:nvSpPr>
              <p:spPr>
                <a:xfrm>
                  <a:off x="5097600" y="4080960"/>
                  <a:ext cx="101520" cy="349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306" name="CustomShape 78"/>
                <p:cNvSpPr/>
                <p:nvPr/>
              </p:nvSpPr>
              <p:spPr>
                <a:xfrm>
                  <a:off x="5099400" y="4084560"/>
                  <a:ext cx="98280" cy="2772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307" name="CustomShape 79"/>
              <p:cNvSpPr/>
              <p:nvPr/>
            </p:nvSpPr>
            <p:spPr>
              <a:xfrm>
                <a:off x="5004360" y="416484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308" name="Group 80"/>
              <p:cNvGrpSpPr/>
              <p:nvPr/>
            </p:nvGrpSpPr>
            <p:grpSpPr>
              <a:xfrm>
                <a:off x="5097600" y="4157280"/>
                <a:ext cx="101520" cy="31320"/>
                <a:chOff x="5097600" y="4157280"/>
                <a:chExt cx="101520" cy="31320"/>
              </a:xfrm>
            </p:grpSpPr>
            <p:sp>
              <p:nvSpPr>
                <p:cNvPr id="1309" name="CustomShape 81"/>
                <p:cNvSpPr/>
                <p:nvPr/>
              </p:nvSpPr>
              <p:spPr>
                <a:xfrm>
                  <a:off x="5097600" y="415728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310" name="CustomShape 82"/>
                <p:cNvSpPr/>
                <p:nvPr/>
              </p:nvSpPr>
              <p:spPr>
                <a:xfrm>
                  <a:off x="5099400" y="4161240"/>
                  <a:ext cx="9828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311" name="CustomShape 83"/>
              <p:cNvSpPr/>
              <p:nvPr/>
            </p:nvSpPr>
            <p:spPr>
              <a:xfrm>
                <a:off x="5004360" y="424296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1312" name="CustomShape 84"/>
              <p:cNvSpPr/>
              <p:nvPr/>
            </p:nvSpPr>
            <p:spPr>
              <a:xfrm>
                <a:off x="5006160" y="431388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313" name="Group 85"/>
              <p:cNvGrpSpPr/>
              <p:nvPr/>
            </p:nvGrpSpPr>
            <p:grpSpPr>
              <a:xfrm>
                <a:off x="5095800" y="4311720"/>
                <a:ext cx="101520" cy="31320"/>
                <a:chOff x="5095800" y="4311720"/>
                <a:chExt cx="101520" cy="31320"/>
              </a:xfrm>
            </p:grpSpPr>
            <p:sp>
              <p:nvSpPr>
                <p:cNvPr id="1314" name="CustomShape 86"/>
                <p:cNvSpPr/>
                <p:nvPr/>
              </p:nvSpPr>
              <p:spPr>
                <a:xfrm>
                  <a:off x="5095800" y="431172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315" name="CustomShape 87"/>
                <p:cNvSpPr/>
                <p:nvPr/>
              </p:nvSpPr>
              <p:spPr>
                <a:xfrm>
                  <a:off x="5097600" y="4311720"/>
                  <a:ext cx="98280" cy="273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316" name="CustomShape 88"/>
              <p:cNvSpPr/>
              <p:nvPr/>
            </p:nvSpPr>
            <p:spPr>
              <a:xfrm>
                <a:off x="5193000" y="4242960"/>
                <a:ext cx="46080" cy="4392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317" name="Group 89"/>
              <p:cNvGrpSpPr/>
              <p:nvPr/>
            </p:nvGrpSpPr>
            <p:grpSpPr>
              <a:xfrm>
                <a:off x="5095800" y="4237200"/>
                <a:ext cx="103320" cy="31320"/>
                <a:chOff x="5095800" y="4237200"/>
                <a:chExt cx="103320" cy="31320"/>
              </a:xfrm>
            </p:grpSpPr>
            <p:sp>
              <p:nvSpPr>
                <p:cNvPr id="1318" name="CustomShape 90"/>
                <p:cNvSpPr/>
                <p:nvPr/>
              </p:nvSpPr>
              <p:spPr>
                <a:xfrm>
                  <a:off x="5095800" y="4237200"/>
                  <a:ext cx="1033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319" name="CustomShape 91"/>
                <p:cNvSpPr/>
                <p:nvPr/>
              </p:nvSpPr>
              <p:spPr>
                <a:xfrm>
                  <a:off x="5097600" y="4241160"/>
                  <a:ext cx="10152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320" name="CustomShape 92"/>
              <p:cNvSpPr/>
              <p:nvPr/>
            </p:nvSpPr>
            <p:spPr>
              <a:xfrm>
                <a:off x="5185440" y="4025160"/>
                <a:ext cx="11880" cy="53748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1321" name="CustomShape 93"/>
              <p:cNvSpPr/>
              <p:nvPr/>
            </p:nvSpPr>
            <p:spPr>
              <a:xfrm>
                <a:off x="5196960" y="4161240"/>
                <a:ext cx="41400" cy="4968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322" name="CustomShape 94"/>
              <p:cNvSpPr/>
              <p:nvPr/>
            </p:nvSpPr>
            <p:spPr>
              <a:xfrm>
                <a:off x="5197680" y="4084200"/>
                <a:ext cx="42840" cy="5616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323" name="CustomShape 95"/>
              <p:cNvSpPr/>
              <p:nvPr/>
            </p:nvSpPr>
            <p:spPr>
              <a:xfrm>
                <a:off x="5232960" y="4538880"/>
                <a:ext cx="8640" cy="2196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1324" name="CustomShape 96"/>
              <p:cNvSpPr/>
              <p:nvPr/>
            </p:nvSpPr>
            <p:spPr>
              <a:xfrm>
                <a:off x="5195520" y="4539600"/>
                <a:ext cx="42840" cy="4680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1325" name="CustomShape 97"/>
              <p:cNvSpPr/>
              <p:nvPr/>
            </p:nvSpPr>
            <p:spPr>
              <a:xfrm>
                <a:off x="4990320" y="4554000"/>
                <a:ext cx="210600" cy="3492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1326" name="CustomShape 98"/>
              <p:cNvSpPr/>
              <p:nvPr/>
            </p:nvSpPr>
            <p:spPr>
              <a:xfrm>
                <a:off x="5002560" y="4563000"/>
                <a:ext cx="187920" cy="1836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1327" name="CustomShape 99"/>
              <p:cNvSpPr/>
              <p:nvPr/>
            </p:nvSpPr>
            <p:spPr>
              <a:xfrm>
                <a:off x="5020200" y="44848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328" name="CustomShape 100"/>
              <p:cNvSpPr/>
              <p:nvPr/>
            </p:nvSpPr>
            <p:spPr>
              <a:xfrm>
                <a:off x="5051880" y="4484880"/>
                <a:ext cx="27720" cy="3312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1329" name="CustomShape 101"/>
              <p:cNvSpPr/>
              <p:nvPr/>
            </p:nvSpPr>
            <p:spPr>
              <a:xfrm>
                <a:off x="5081760" y="44848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330" name="CustomShape 102"/>
              <p:cNvSpPr/>
              <p:nvPr/>
            </p:nvSpPr>
            <p:spPr>
              <a:xfrm>
                <a:off x="5153760" y="4356720"/>
                <a:ext cx="13680" cy="17820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sp>
          <p:nvSpPr>
            <p:cNvPr id="1331" name="CustomShape 103"/>
            <p:cNvSpPr/>
            <p:nvPr/>
          </p:nvSpPr>
          <p:spPr>
            <a:xfrm>
              <a:off x="5392080" y="3763440"/>
              <a:ext cx="2628720" cy="608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Arial"/>
                  <a:ea typeface="ＭＳ Ｐゴシック"/>
                </a:rPr>
                <a:t>SDN Controller</a:t>
              </a: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(network operating system)</a:t>
              </a:r>
              <a:endParaRPr lang="nl-NL" sz="1600" b="0" strike="noStrike" spc="-1">
                <a:latin typeface="Calibri"/>
              </a:endParaRPr>
            </a:p>
          </p:txBody>
        </p:sp>
      </p:grpSp>
      <p:sp>
        <p:nvSpPr>
          <p:cNvPr id="1332" name="CustomShape 104"/>
          <p:cNvSpPr/>
          <p:nvPr/>
        </p:nvSpPr>
        <p:spPr>
          <a:xfrm>
            <a:off x="6841080" y="1562040"/>
            <a:ext cx="58788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008000"/>
                </a:solidFill>
                <a:latin typeface="Arial"/>
                <a:ea typeface="ＭＳ Ｐゴシック"/>
              </a:rPr>
              <a:t>…</a:t>
            </a:r>
            <a:endParaRPr lang="nl-NL" sz="3200" b="0" strike="noStrike" spc="-1">
              <a:latin typeface="Calibri"/>
            </a:endParaRPr>
          </a:p>
        </p:txBody>
      </p:sp>
      <p:grpSp>
        <p:nvGrpSpPr>
          <p:cNvPr id="1333" name="Group 105"/>
          <p:cNvGrpSpPr/>
          <p:nvPr/>
        </p:nvGrpSpPr>
        <p:grpSpPr>
          <a:xfrm>
            <a:off x="5166000" y="1781280"/>
            <a:ext cx="1023120" cy="589680"/>
            <a:chOff x="5166000" y="1781280"/>
            <a:chExt cx="1023120" cy="589680"/>
          </a:xfrm>
        </p:grpSpPr>
        <p:sp>
          <p:nvSpPr>
            <p:cNvPr id="1334" name="CustomShape 106"/>
            <p:cNvSpPr/>
            <p:nvPr/>
          </p:nvSpPr>
          <p:spPr>
            <a:xfrm>
              <a:off x="5166000" y="178128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35" name="CustomShape 107"/>
            <p:cNvSpPr/>
            <p:nvPr/>
          </p:nvSpPr>
          <p:spPr>
            <a:xfrm>
              <a:off x="5243040" y="1878480"/>
              <a:ext cx="8776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Arial"/>
                  <a:ea typeface="ＭＳ Ｐゴシック"/>
                </a:rPr>
                <a:t>routing</a:t>
              </a:r>
              <a:endParaRPr lang="nl-NL" sz="1800" b="0" strike="noStrike" spc="-1">
                <a:latin typeface="Calibri"/>
              </a:endParaRPr>
            </a:p>
          </p:txBody>
        </p:sp>
      </p:grpSp>
      <p:grpSp>
        <p:nvGrpSpPr>
          <p:cNvPr id="1336" name="Group 108"/>
          <p:cNvGrpSpPr/>
          <p:nvPr/>
        </p:nvGrpSpPr>
        <p:grpSpPr>
          <a:xfrm>
            <a:off x="6000480" y="2302200"/>
            <a:ext cx="1023120" cy="589680"/>
            <a:chOff x="6000480" y="2302200"/>
            <a:chExt cx="1023120" cy="589680"/>
          </a:xfrm>
        </p:grpSpPr>
        <p:sp>
          <p:nvSpPr>
            <p:cNvPr id="1337" name="CustomShape 109"/>
            <p:cNvSpPr/>
            <p:nvPr/>
          </p:nvSpPr>
          <p:spPr>
            <a:xfrm>
              <a:off x="6000480" y="230220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38" name="CustomShape 110"/>
            <p:cNvSpPr/>
            <p:nvPr/>
          </p:nvSpPr>
          <p:spPr>
            <a:xfrm>
              <a:off x="6046200" y="2332080"/>
              <a:ext cx="95400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access </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control</a:t>
              </a:r>
              <a:endParaRPr lang="nl-NL" sz="1800" b="0" strike="noStrike" spc="-1">
                <a:latin typeface="Calibri"/>
              </a:endParaRPr>
            </a:p>
          </p:txBody>
        </p:sp>
      </p:grpSp>
      <p:grpSp>
        <p:nvGrpSpPr>
          <p:cNvPr id="1339" name="Group 111"/>
          <p:cNvGrpSpPr/>
          <p:nvPr/>
        </p:nvGrpSpPr>
        <p:grpSpPr>
          <a:xfrm>
            <a:off x="7230960" y="2260800"/>
            <a:ext cx="1023120" cy="589680"/>
            <a:chOff x="7230960" y="2260800"/>
            <a:chExt cx="1023120" cy="589680"/>
          </a:xfrm>
        </p:grpSpPr>
        <p:sp>
          <p:nvSpPr>
            <p:cNvPr id="1340" name="CustomShape 112"/>
            <p:cNvSpPr/>
            <p:nvPr/>
          </p:nvSpPr>
          <p:spPr>
            <a:xfrm>
              <a:off x="7230960" y="226080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41" name="CustomShape 113"/>
            <p:cNvSpPr/>
            <p:nvPr/>
          </p:nvSpPr>
          <p:spPr>
            <a:xfrm>
              <a:off x="7264080" y="2290680"/>
              <a:ext cx="97812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load</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balance</a:t>
              </a:r>
              <a:endParaRPr lang="nl-NL" sz="1800" b="0" strike="noStrike" spc="-1">
                <a:latin typeface="Calibri"/>
              </a:endParaRPr>
            </a:p>
          </p:txBody>
        </p:sp>
      </p:grpSp>
      <p:sp>
        <p:nvSpPr>
          <p:cNvPr id="1342" name="CustomShape 114"/>
          <p:cNvSpPr/>
          <p:nvPr/>
        </p:nvSpPr>
        <p:spPr>
          <a:xfrm flipV="1">
            <a:off x="8627400" y="1721880"/>
            <a:ext cx="360" cy="124848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343" name="CustomShape 115"/>
          <p:cNvSpPr/>
          <p:nvPr/>
        </p:nvSpPr>
        <p:spPr>
          <a:xfrm>
            <a:off x="8652600" y="3470040"/>
            <a:ext cx="360" cy="152424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344" name="CustomShape 116"/>
          <p:cNvSpPr/>
          <p:nvPr/>
        </p:nvSpPr>
        <p:spPr>
          <a:xfrm>
            <a:off x="8660880" y="5885640"/>
            <a:ext cx="360" cy="41436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345" name="CustomShape 117"/>
          <p:cNvSpPr/>
          <p:nvPr/>
        </p:nvSpPr>
        <p:spPr>
          <a:xfrm flipV="1">
            <a:off x="8653320" y="5049360"/>
            <a:ext cx="360" cy="41436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346" name="CustomShape 118"/>
          <p:cNvSpPr/>
          <p:nvPr/>
        </p:nvSpPr>
        <p:spPr>
          <a:xfrm>
            <a:off x="6650640" y="4739400"/>
            <a:ext cx="163548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southbound API</a:t>
            </a:r>
            <a:endParaRPr lang="nl-NL" sz="1400" b="0" strike="noStrike" spc="-1">
              <a:latin typeface="Calibri"/>
            </a:endParaRPr>
          </a:p>
        </p:txBody>
      </p:sp>
      <p:sp>
        <p:nvSpPr>
          <p:cNvPr id="1347" name="CustomShape 119"/>
          <p:cNvSpPr/>
          <p:nvPr/>
        </p:nvSpPr>
        <p:spPr>
          <a:xfrm>
            <a:off x="6646680" y="3221640"/>
            <a:ext cx="163548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northbound API</a:t>
            </a:r>
            <a:endParaRPr lang="nl-NL" sz="1400" b="0" strike="noStrike" spc="-1">
              <a:latin typeface="Calibri"/>
            </a:endParaRPr>
          </a:p>
        </p:txBody>
      </p:sp>
      <p:sp>
        <p:nvSpPr>
          <p:cNvPr id="1348" name="CustomShape 120"/>
          <p:cNvSpPr/>
          <p:nvPr/>
        </p:nvSpPr>
        <p:spPr>
          <a:xfrm>
            <a:off x="5507640" y="6299640"/>
            <a:ext cx="2302200" cy="27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SDN-controlled switches</a:t>
            </a:r>
            <a:endParaRPr lang="nl-NL" sz="1400" b="0" strike="noStrike" spc="-1">
              <a:latin typeface="Calibri"/>
            </a:endParaRPr>
          </a:p>
        </p:txBody>
      </p:sp>
      <p:sp>
        <p:nvSpPr>
          <p:cNvPr id="1349" name="CustomShape 121"/>
          <p:cNvSpPr/>
          <p:nvPr/>
        </p:nvSpPr>
        <p:spPr>
          <a:xfrm>
            <a:off x="5707800" y="1414440"/>
            <a:ext cx="2381400" cy="46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463"/>
              </a:lnSpc>
            </a:pPr>
            <a:r>
              <a:rPr lang="en-US" sz="1400" b="0" i="1" strike="noStrike" spc="-1">
                <a:solidFill>
                  <a:srgbClr val="000000"/>
                </a:solidFill>
                <a:latin typeface="Arial"/>
                <a:ea typeface="ＭＳ Ｐゴシック"/>
              </a:rPr>
              <a:t>network-control applications</a:t>
            </a:r>
            <a:endParaRPr lang="nl-NL" sz="1400" b="0" strike="noStrike" spc="-1">
              <a:latin typeface="Calibri"/>
            </a:endParaRPr>
          </a:p>
        </p:txBody>
      </p:sp>
      <p:sp>
        <p:nvSpPr>
          <p:cNvPr id="1351" name="TextShape 123"/>
          <p:cNvSpPr txBox="1"/>
          <p:nvPr/>
        </p:nvSpPr>
        <p:spPr>
          <a:xfrm>
            <a:off x="8255160" y="6124680"/>
            <a:ext cx="626760" cy="364680"/>
          </a:xfrm>
          <a:prstGeom prst="rect">
            <a:avLst/>
          </a:prstGeom>
          <a:noFill/>
          <a:ln>
            <a:noFill/>
          </a:ln>
        </p:spPr>
        <p:txBody>
          <a:bodyPr anchor="ctr">
            <a:noAutofit/>
          </a:bodyPr>
          <a:lstStyle/>
          <a:p>
            <a:pPr algn="r">
              <a:lnSpc>
                <a:spcPct val="100000"/>
              </a:lnSpc>
            </a:pPr>
            <a:fld id="{535641A3-3A5F-4048-B203-D611FB0F518A}" type="slidenum">
              <a:rPr lang="nl-NL" sz="1000" b="0" strike="noStrike" spc="-1">
                <a:solidFill>
                  <a:srgbClr val="FFFFFF"/>
                </a:solidFill>
                <a:latin typeface="Arial"/>
                <a:ea typeface="ＭＳ Ｐゴシック"/>
              </a:rPr>
              <a:t>25</a:t>
            </a:fld>
            <a:endParaRPr lang="nl-NL" sz="1000" b="0" strike="noStrike" spc="-1">
              <a:latin typeface="Calibri"/>
            </a:endParaRPr>
          </a:p>
        </p:txBody>
      </p:sp>
      <p:sp>
        <p:nvSpPr>
          <p:cNvPr id="1352" name="CustomShape 124"/>
          <p:cNvSpPr/>
          <p:nvPr/>
        </p:nvSpPr>
        <p:spPr>
          <a:xfrm>
            <a:off x="4688640" y="655848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6</a:t>
            </a:r>
            <a:endParaRPr lang="nl-NL" sz="1400" b="0" strike="noStrike" spc="-1">
              <a:latin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 name="CustomShape 1"/>
          <p:cNvSpPr/>
          <p:nvPr/>
        </p:nvSpPr>
        <p:spPr>
          <a:xfrm>
            <a:off x="2341080" y="2082240"/>
            <a:ext cx="5227560" cy="3568320"/>
          </a:xfrm>
          <a:prstGeom prst="rect">
            <a:avLst/>
          </a:prstGeom>
          <a:solidFill>
            <a:schemeClr val="accent6">
              <a:lumMod val="20000"/>
              <a:lumOff val="80000"/>
            </a:schemeClr>
          </a:solidFill>
          <a:ln w="324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54" name="Line 2"/>
          <p:cNvSpPr/>
          <p:nvPr/>
        </p:nvSpPr>
        <p:spPr>
          <a:xfrm flipH="1" flipV="1">
            <a:off x="5777280" y="1910520"/>
            <a:ext cx="360" cy="407880"/>
          </a:xfrm>
          <a:prstGeom prst="line">
            <a:avLst/>
          </a:prstGeom>
          <a:ln w="9360">
            <a:solidFill>
              <a:schemeClr val="bg2">
                <a:lumMod val="75000"/>
              </a:schemeClr>
            </a:solidFill>
            <a:prstDash val="sysDash"/>
            <a:round/>
          </a:ln>
        </p:spPr>
        <p:style>
          <a:lnRef idx="0">
            <a:scrgbClr r="0" g="0" b="0"/>
          </a:lnRef>
          <a:fillRef idx="0">
            <a:scrgbClr r="0" g="0" b="0"/>
          </a:fillRef>
          <a:effectRef idx="0">
            <a:scrgbClr r="0" g="0" b="0"/>
          </a:effectRef>
          <a:fontRef idx="minor"/>
        </p:style>
      </p:sp>
      <p:sp>
        <p:nvSpPr>
          <p:cNvPr id="1355" name="CustomShape 3"/>
          <p:cNvSpPr/>
          <p:nvPr/>
        </p:nvSpPr>
        <p:spPr>
          <a:xfrm>
            <a:off x="2479680" y="3165840"/>
            <a:ext cx="4944600" cy="155340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sp>
        <p:nvSpPr>
          <p:cNvPr id="1356" name="CustomShape 4"/>
          <p:cNvSpPr/>
          <p:nvPr/>
        </p:nvSpPr>
        <p:spPr>
          <a:xfrm>
            <a:off x="2479680" y="4779000"/>
            <a:ext cx="4958640" cy="73764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sp>
        <p:nvSpPr>
          <p:cNvPr id="1357" name="Line 5"/>
          <p:cNvSpPr/>
          <p:nvPr/>
        </p:nvSpPr>
        <p:spPr>
          <a:xfrm>
            <a:off x="2564640" y="5687280"/>
            <a:ext cx="486000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sp>
        <p:nvSpPr>
          <p:cNvPr id="1358" name="CustomShape 6"/>
          <p:cNvSpPr/>
          <p:nvPr/>
        </p:nvSpPr>
        <p:spPr>
          <a:xfrm>
            <a:off x="2496600" y="3773160"/>
            <a:ext cx="5088600" cy="318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ts val="1800"/>
              </a:lnSpc>
            </a:pPr>
            <a:r>
              <a:rPr lang="en-US" sz="1600" b="0" strike="noStrike" spc="-1">
                <a:solidFill>
                  <a:srgbClr val="000000"/>
                </a:solidFill>
                <a:latin typeface="Arial"/>
                <a:ea typeface="ＭＳ Ｐゴシック"/>
              </a:rPr>
              <a:t>Network-wide distributed, robust  state management</a:t>
            </a:r>
            <a:endParaRPr lang="nl-NL" sz="1600" b="0" strike="noStrike" spc="-1">
              <a:latin typeface="Calibri"/>
            </a:endParaRPr>
          </a:p>
        </p:txBody>
      </p:sp>
      <p:sp>
        <p:nvSpPr>
          <p:cNvPr id="1359" name="CustomShape 7"/>
          <p:cNvSpPr/>
          <p:nvPr/>
        </p:nvSpPr>
        <p:spPr>
          <a:xfrm>
            <a:off x="2885040" y="5172120"/>
            <a:ext cx="4033440" cy="318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ts val="1800"/>
              </a:lnSpc>
            </a:pPr>
            <a:r>
              <a:rPr lang="en-US" sz="1600" b="0" strike="noStrike" spc="-1">
                <a:solidFill>
                  <a:srgbClr val="000000"/>
                </a:solidFill>
                <a:latin typeface="Arial"/>
                <a:ea typeface="ＭＳ Ｐゴシック"/>
              </a:rPr>
              <a:t>Communication to/from controlled devices</a:t>
            </a:r>
            <a:endParaRPr lang="nl-NL" sz="1600" b="0" strike="noStrike" spc="-1">
              <a:latin typeface="Calibri"/>
            </a:endParaRPr>
          </a:p>
        </p:txBody>
      </p:sp>
      <p:grpSp>
        <p:nvGrpSpPr>
          <p:cNvPr id="1360" name="Group 8"/>
          <p:cNvGrpSpPr/>
          <p:nvPr/>
        </p:nvGrpSpPr>
        <p:grpSpPr>
          <a:xfrm>
            <a:off x="2778120" y="4140720"/>
            <a:ext cx="1293840" cy="459360"/>
            <a:chOff x="2778120" y="4140720"/>
            <a:chExt cx="1293840" cy="459360"/>
          </a:xfrm>
        </p:grpSpPr>
        <p:sp>
          <p:nvSpPr>
            <p:cNvPr id="1361" name="CustomShape 9"/>
            <p:cNvSpPr/>
            <p:nvPr/>
          </p:nvSpPr>
          <p:spPr>
            <a:xfrm>
              <a:off x="2799000" y="4140720"/>
              <a:ext cx="124416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62" name="CustomShape 10"/>
            <p:cNvSpPr/>
            <p:nvPr/>
          </p:nvSpPr>
          <p:spPr>
            <a:xfrm>
              <a:off x="2778120" y="4224600"/>
              <a:ext cx="1293840" cy="293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Link-state info</a:t>
              </a:r>
              <a:endParaRPr lang="nl-NL" sz="1400" b="0" strike="noStrike" spc="-1">
                <a:latin typeface="Calibri"/>
              </a:endParaRPr>
            </a:p>
          </p:txBody>
        </p:sp>
      </p:grpSp>
      <p:grpSp>
        <p:nvGrpSpPr>
          <p:cNvPr id="1363" name="Group 11"/>
          <p:cNvGrpSpPr/>
          <p:nvPr/>
        </p:nvGrpSpPr>
        <p:grpSpPr>
          <a:xfrm>
            <a:off x="5885280" y="4140720"/>
            <a:ext cx="1016280" cy="459360"/>
            <a:chOff x="5885280" y="4140720"/>
            <a:chExt cx="1016280" cy="459360"/>
          </a:xfrm>
        </p:grpSpPr>
        <p:sp>
          <p:nvSpPr>
            <p:cNvPr id="1364" name="CustomShape 12"/>
            <p:cNvSpPr/>
            <p:nvPr/>
          </p:nvSpPr>
          <p:spPr>
            <a:xfrm>
              <a:off x="5910480" y="4140720"/>
              <a:ext cx="96012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65" name="CustomShape 13"/>
            <p:cNvSpPr/>
            <p:nvPr/>
          </p:nvSpPr>
          <p:spPr>
            <a:xfrm>
              <a:off x="5885280" y="4224600"/>
              <a:ext cx="1016280" cy="293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switch info</a:t>
              </a:r>
              <a:endParaRPr lang="nl-NL" sz="1400" b="0" strike="noStrike" spc="-1">
                <a:latin typeface="Calibri"/>
              </a:endParaRPr>
            </a:p>
          </p:txBody>
        </p:sp>
      </p:grpSp>
      <p:grpSp>
        <p:nvGrpSpPr>
          <p:cNvPr id="1366" name="Group 14"/>
          <p:cNvGrpSpPr/>
          <p:nvPr/>
        </p:nvGrpSpPr>
        <p:grpSpPr>
          <a:xfrm>
            <a:off x="4191120" y="4140720"/>
            <a:ext cx="960120" cy="459360"/>
            <a:chOff x="4191120" y="4140720"/>
            <a:chExt cx="960120" cy="459360"/>
          </a:xfrm>
        </p:grpSpPr>
        <p:sp>
          <p:nvSpPr>
            <p:cNvPr id="1367" name="CustomShape 15"/>
            <p:cNvSpPr/>
            <p:nvPr/>
          </p:nvSpPr>
          <p:spPr>
            <a:xfrm>
              <a:off x="4191120" y="4140720"/>
              <a:ext cx="96012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68" name="CustomShape 16"/>
            <p:cNvSpPr/>
            <p:nvPr/>
          </p:nvSpPr>
          <p:spPr>
            <a:xfrm>
              <a:off x="4245120" y="4224600"/>
              <a:ext cx="857880" cy="293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host info</a:t>
              </a:r>
              <a:endParaRPr lang="nl-NL" sz="1400" b="0" strike="noStrike" spc="-1">
                <a:latin typeface="Calibri"/>
              </a:endParaRPr>
            </a:p>
          </p:txBody>
        </p:sp>
      </p:grpSp>
      <p:grpSp>
        <p:nvGrpSpPr>
          <p:cNvPr id="1369" name="Group 17"/>
          <p:cNvGrpSpPr/>
          <p:nvPr/>
        </p:nvGrpSpPr>
        <p:grpSpPr>
          <a:xfrm>
            <a:off x="3647160" y="3277440"/>
            <a:ext cx="889200" cy="459360"/>
            <a:chOff x="3647160" y="3277440"/>
            <a:chExt cx="889200" cy="459360"/>
          </a:xfrm>
        </p:grpSpPr>
        <p:sp>
          <p:nvSpPr>
            <p:cNvPr id="1370" name="CustomShape 18"/>
            <p:cNvSpPr/>
            <p:nvPr/>
          </p:nvSpPr>
          <p:spPr>
            <a:xfrm>
              <a:off x="3647160" y="3277440"/>
              <a:ext cx="88920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71" name="CustomShape 19"/>
            <p:cNvSpPr/>
            <p:nvPr/>
          </p:nvSpPr>
          <p:spPr>
            <a:xfrm>
              <a:off x="3660480" y="3361320"/>
              <a:ext cx="868320" cy="293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statistics</a:t>
              </a:r>
              <a:endParaRPr lang="nl-NL" sz="1400" b="0" strike="noStrike" spc="-1">
                <a:latin typeface="Calibri"/>
              </a:endParaRPr>
            </a:p>
          </p:txBody>
        </p:sp>
      </p:grpSp>
      <p:grpSp>
        <p:nvGrpSpPr>
          <p:cNvPr id="1372" name="Group 20"/>
          <p:cNvGrpSpPr/>
          <p:nvPr/>
        </p:nvGrpSpPr>
        <p:grpSpPr>
          <a:xfrm>
            <a:off x="5448600" y="3289320"/>
            <a:ext cx="1025280" cy="459360"/>
            <a:chOff x="5448600" y="3289320"/>
            <a:chExt cx="1025280" cy="459360"/>
          </a:xfrm>
        </p:grpSpPr>
        <p:sp>
          <p:nvSpPr>
            <p:cNvPr id="1373" name="CustomShape 21"/>
            <p:cNvSpPr/>
            <p:nvPr/>
          </p:nvSpPr>
          <p:spPr>
            <a:xfrm>
              <a:off x="5478120" y="3289320"/>
              <a:ext cx="96012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74" name="CustomShape 22"/>
            <p:cNvSpPr/>
            <p:nvPr/>
          </p:nvSpPr>
          <p:spPr>
            <a:xfrm>
              <a:off x="5448600" y="3373200"/>
              <a:ext cx="1025280" cy="293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flow tables</a:t>
              </a:r>
              <a:endParaRPr lang="nl-NL" sz="1400" b="0" strike="noStrike" spc="-1">
                <a:latin typeface="Calibri"/>
              </a:endParaRPr>
            </a:p>
          </p:txBody>
        </p:sp>
      </p:grpSp>
      <p:sp>
        <p:nvSpPr>
          <p:cNvPr id="1375" name="CustomShape 23"/>
          <p:cNvSpPr/>
          <p:nvPr/>
        </p:nvSpPr>
        <p:spPr>
          <a:xfrm>
            <a:off x="4667400" y="3073320"/>
            <a:ext cx="569880" cy="106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376" name="CustomShape 24"/>
          <p:cNvSpPr/>
          <p:nvPr/>
        </p:nvSpPr>
        <p:spPr>
          <a:xfrm>
            <a:off x="5105160" y="397944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grpSp>
        <p:nvGrpSpPr>
          <p:cNvPr id="1377" name="Group 25"/>
          <p:cNvGrpSpPr/>
          <p:nvPr/>
        </p:nvGrpSpPr>
        <p:grpSpPr>
          <a:xfrm>
            <a:off x="3400560" y="4871880"/>
            <a:ext cx="1257120" cy="292680"/>
            <a:chOff x="3400560" y="4871880"/>
            <a:chExt cx="1257120" cy="292680"/>
          </a:xfrm>
        </p:grpSpPr>
        <p:sp>
          <p:nvSpPr>
            <p:cNvPr id="1378" name="CustomShape 26"/>
            <p:cNvSpPr/>
            <p:nvPr/>
          </p:nvSpPr>
          <p:spPr>
            <a:xfrm>
              <a:off x="3400560" y="4871880"/>
              <a:ext cx="1257120" cy="2865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79" name="CustomShape 27"/>
            <p:cNvSpPr/>
            <p:nvPr/>
          </p:nvSpPr>
          <p:spPr>
            <a:xfrm>
              <a:off x="3537360" y="4871880"/>
              <a:ext cx="99180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OpenFlow</a:t>
              </a:r>
              <a:endParaRPr lang="nl-NL" sz="1400" b="0" strike="noStrike" spc="-1">
                <a:latin typeface="Calibri"/>
              </a:endParaRPr>
            </a:p>
          </p:txBody>
        </p:sp>
      </p:grpSp>
      <p:grpSp>
        <p:nvGrpSpPr>
          <p:cNvPr id="1380" name="Group 28"/>
          <p:cNvGrpSpPr/>
          <p:nvPr/>
        </p:nvGrpSpPr>
        <p:grpSpPr>
          <a:xfrm>
            <a:off x="5270040" y="4876560"/>
            <a:ext cx="1244160" cy="310680"/>
            <a:chOff x="5270040" y="4876560"/>
            <a:chExt cx="1244160" cy="310680"/>
          </a:xfrm>
        </p:grpSpPr>
        <p:sp>
          <p:nvSpPr>
            <p:cNvPr id="1381" name="CustomShape 29"/>
            <p:cNvSpPr/>
            <p:nvPr/>
          </p:nvSpPr>
          <p:spPr>
            <a:xfrm>
              <a:off x="5270040" y="4876560"/>
              <a:ext cx="1244160" cy="30708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82" name="CustomShape 30"/>
            <p:cNvSpPr/>
            <p:nvPr/>
          </p:nvSpPr>
          <p:spPr>
            <a:xfrm>
              <a:off x="5548680" y="4894560"/>
              <a:ext cx="69480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SNMP</a:t>
              </a:r>
              <a:endParaRPr lang="nl-NL" sz="1400" b="0" strike="noStrike" spc="-1">
                <a:latin typeface="Calibri"/>
              </a:endParaRPr>
            </a:p>
          </p:txBody>
        </p:sp>
      </p:grpSp>
      <p:sp>
        <p:nvSpPr>
          <p:cNvPr id="1383" name="CustomShape 31"/>
          <p:cNvSpPr/>
          <p:nvPr/>
        </p:nvSpPr>
        <p:spPr>
          <a:xfrm>
            <a:off x="4543920" y="458532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384" name="Line 32"/>
          <p:cNvSpPr/>
          <p:nvPr/>
        </p:nvSpPr>
        <p:spPr>
          <a:xfrm flipV="1">
            <a:off x="3368520" y="1866240"/>
            <a:ext cx="5040" cy="388080"/>
          </a:xfrm>
          <a:prstGeom prst="line">
            <a:avLst/>
          </a:prstGeom>
          <a:ln w="9360">
            <a:solidFill>
              <a:schemeClr val="bg2">
                <a:lumMod val="75000"/>
              </a:schemeClr>
            </a:solidFill>
            <a:prstDash val="sysDash"/>
            <a:round/>
          </a:ln>
        </p:spPr>
        <p:style>
          <a:lnRef idx="0">
            <a:scrgbClr r="0" g="0" b="0"/>
          </a:lnRef>
          <a:fillRef idx="0">
            <a:scrgbClr r="0" g="0" b="0"/>
          </a:fillRef>
          <a:effectRef idx="0">
            <a:scrgbClr r="0" g="0" b="0"/>
          </a:effectRef>
          <a:fontRef idx="minor"/>
        </p:style>
      </p:sp>
      <p:sp>
        <p:nvSpPr>
          <p:cNvPr id="1385" name="Line 33"/>
          <p:cNvSpPr/>
          <p:nvPr/>
        </p:nvSpPr>
        <p:spPr>
          <a:xfrm flipH="1" flipV="1">
            <a:off x="4597920" y="1876320"/>
            <a:ext cx="5760" cy="302040"/>
          </a:xfrm>
          <a:prstGeom prst="line">
            <a:avLst/>
          </a:prstGeom>
          <a:ln w="9360">
            <a:solidFill>
              <a:schemeClr val="bg2">
                <a:lumMod val="75000"/>
              </a:schemeClr>
            </a:solidFill>
            <a:prstDash val="sysDash"/>
            <a:round/>
          </a:ln>
        </p:spPr>
        <p:style>
          <a:lnRef idx="0">
            <a:scrgbClr r="0" g="0" b="0"/>
          </a:lnRef>
          <a:fillRef idx="0">
            <a:scrgbClr r="0" g="0" b="0"/>
          </a:fillRef>
          <a:effectRef idx="0">
            <a:scrgbClr r="0" g="0" b="0"/>
          </a:effectRef>
          <a:fontRef idx="minor"/>
        </p:style>
      </p:sp>
      <p:sp>
        <p:nvSpPr>
          <p:cNvPr id="1386" name="Line 34"/>
          <p:cNvSpPr/>
          <p:nvPr/>
        </p:nvSpPr>
        <p:spPr>
          <a:xfrm>
            <a:off x="2606400" y="2342880"/>
            <a:ext cx="481824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sp>
        <p:nvSpPr>
          <p:cNvPr id="1387" name="CustomShape 35"/>
          <p:cNvSpPr/>
          <p:nvPr/>
        </p:nvSpPr>
        <p:spPr>
          <a:xfrm>
            <a:off x="2479680" y="2182320"/>
            <a:ext cx="4951440" cy="93276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grpSp>
        <p:nvGrpSpPr>
          <p:cNvPr id="1388" name="Group 36"/>
          <p:cNvGrpSpPr/>
          <p:nvPr/>
        </p:nvGrpSpPr>
        <p:grpSpPr>
          <a:xfrm>
            <a:off x="2969280" y="2550600"/>
            <a:ext cx="1033560" cy="496440"/>
            <a:chOff x="2969280" y="2550600"/>
            <a:chExt cx="1033560" cy="496440"/>
          </a:xfrm>
        </p:grpSpPr>
        <p:sp>
          <p:nvSpPr>
            <p:cNvPr id="1389" name="CustomShape 37"/>
            <p:cNvSpPr/>
            <p:nvPr/>
          </p:nvSpPr>
          <p:spPr>
            <a:xfrm>
              <a:off x="2987280" y="257616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90" name="CustomShape 38"/>
            <p:cNvSpPr/>
            <p:nvPr/>
          </p:nvSpPr>
          <p:spPr>
            <a:xfrm>
              <a:off x="2969280" y="2550600"/>
              <a:ext cx="1033560" cy="496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network graph</a:t>
              </a:r>
              <a:endParaRPr lang="nl-NL" sz="1400" b="0" strike="noStrike" spc="-1">
                <a:latin typeface="Calibri"/>
              </a:endParaRPr>
            </a:p>
          </p:txBody>
        </p:sp>
      </p:grpSp>
      <p:grpSp>
        <p:nvGrpSpPr>
          <p:cNvPr id="1391" name="Group 39"/>
          <p:cNvGrpSpPr/>
          <p:nvPr/>
        </p:nvGrpSpPr>
        <p:grpSpPr>
          <a:xfrm>
            <a:off x="5936760" y="2596680"/>
            <a:ext cx="1033560" cy="459360"/>
            <a:chOff x="5936760" y="2596680"/>
            <a:chExt cx="1033560" cy="459360"/>
          </a:xfrm>
        </p:grpSpPr>
        <p:sp>
          <p:nvSpPr>
            <p:cNvPr id="1392" name="CustomShape 40"/>
            <p:cNvSpPr/>
            <p:nvPr/>
          </p:nvSpPr>
          <p:spPr>
            <a:xfrm>
              <a:off x="5954760" y="259668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93" name="CustomShape 41"/>
            <p:cNvSpPr/>
            <p:nvPr/>
          </p:nvSpPr>
          <p:spPr>
            <a:xfrm>
              <a:off x="5936760" y="2692080"/>
              <a:ext cx="1033560" cy="293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intent</a:t>
              </a:r>
              <a:endParaRPr lang="nl-NL" sz="1400" b="0" strike="noStrike" spc="-1">
                <a:latin typeface="Calibri"/>
              </a:endParaRPr>
            </a:p>
          </p:txBody>
        </p:sp>
      </p:grpSp>
      <p:grpSp>
        <p:nvGrpSpPr>
          <p:cNvPr id="1394" name="Group 42"/>
          <p:cNvGrpSpPr/>
          <p:nvPr/>
        </p:nvGrpSpPr>
        <p:grpSpPr>
          <a:xfrm>
            <a:off x="4160880" y="2549160"/>
            <a:ext cx="1033560" cy="496440"/>
            <a:chOff x="4160880" y="2549160"/>
            <a:chExt cx="1033560" cy="496440"/>
          </a:xfrm>
        </p:grpSpPr>
        <p:sp>
          <p:nvSpPr>
            <p:cNvPr id="1395" name="CustomShape 43"/>
            <p:cNvSpPr/>
            <p:nvPr/>
          </p:nvSpPr>
          <p:spPr>
            <a:xfrm>
              <a:off x="4178880" y="257472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396" name="CustomShape 44"/>
            <p:cNvSpPr/>
            <p:nvPr/>
          </p:nvSpPr>
          <p:spPr>
            <a:xfrm>
              <a:off x="4160880" y="2549160"/>
              <a:ext cx="1033560" cy="496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RESTful</a:t>
              </a:r>
              <a:endParaRPr lang="nl-NL" sz="1400" b="0" strike="noStrike" spc="-1">
                <a:latin typeface="Calibri"/>
              </a:endParaRPr>
            </a:p>
            <a:p>
              <a:pPr algn="ctr">
                <a:lnSpc>
                  <a:spcPts val="1599"/>
                </a:lnSpc>
              </a:pPr>
              <a:r>
                <a:rPr lang="en-US" sz="1400" b="0" strike="noStrike" spc="-1">
                  <a:solidFill>
                    <a:srgbClr val="000000"/>
                  </a:solidFill>
                  <a:latin typeface="Arial"/>
                  <a:ea typeface="ＭＳ Ｐゴシック"/>
                </a:rPr>
                <a:t>API</a:t>
              </a:r>
              <a:endParaRPr lang="nl-NL" sz="1400" b="0" strike="noStrike" spc="-1">
                <a:latin typeface="Calibri"/>
              </a:endParaRPr>
            </a:p>
          </p:txBody>
        </p:sp>
      </p:grpSp>
      <p:sp>
        <p:nvSpPr>
          <p:cNvPr id="1397" name="CustomShape 45"/>
          <p:cNvSpPr/>
          <p:nvPr/>
        </p:nvSpPr>
        <p:spPr>
          <a:xfrm>
            <a:off x="5190480" y="239976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398" name="CustomShape 46"/>
          <p:cNvSpPr/>
          <p:nvPr/>
        </p:nvSpPr>
        <p:spPr>
          <a:xfrm>
            <a:off x="2710440" y="2216520"/>
            <a:ext cx="4914360" cy="318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ts val="1800"/>
              </a:lnSpc>
            </a:pPr>
            <a:r>
              <a:rPr lang="en-US" sz="1600" b="0" strike="noStrike" spc="-1">
                <a:solidFill>
                  <a:srgbClr val="000000"/>
                </a:solidFill>
                <a:latin typeface="Arial"/>
                <a:ea typeface="ＭＳ Ｐゴシック"/>
              </a:rPr>
              <a:t>Interface, abstractions for network control apps</a:t>
            </a:r>
            <a:endParaRPr lang="nl-NL" sz="1600" b="0" strike="noStrike" spc="-1">
              <a:latin typeface="Calibri"/>
            </a:endParaRPr>
          </a:p>
        </p:txBody>
      </p:sp>
      <p:sp>
        <p:nvSpPr>
          <p:cNvPr id="1399" name="Line 47"/>
          <p:cNvSpPr/>
          <p:nvPr/>
        </p:nvSpPr>
        <p:spPr>
          <a:xfrm>
            <a:off x="2561040" y="2010600"/>
            <a:ext cx="4753440" cy="1944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sp>
        <p:nvSpPr>
          <p:cNvPr id="1400" name="CustomShape 48"/>
          <p:cNvSpPr/>
          <p:nvPr/>
        </p:nvSpPr>
        <p:spPr>
          <a:xfrm>
            <a:off x="7493760" y="3521520"/>
            <a:ext cx="14619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0" strike="noStrike" spc="-1">
                <a:solidFill>
                  <a:srgbClr val="000000"/>
                </a:solidFill>
                <a:latin typeface="Arial"/>
                <a:ea typeface="ＭＳ Ｐゴシック"/>
              </a:rPr>
              <a:t>SDN</a:t>
            </a:r>
            <a:endParaRPr lang="nl-NL" sz="2400" b="0" strike="noStrike" spc="-1">
              <a:latin typeface="Calibri"/>
            </a:endParaRPr>
          </a:p>
          <a:p>
            <a:pPr algn="ctr">
              <a:lnSpc>
                <a:spcPct val="100000"/>
              </a:lnSpc>
            </a:pPr>
            <a:r>
              <a:rPr lang="en-US" sz="2400" b="0" strike="noStrike" spc="-1">
                <a:solidFill>
                  <a:srgbClr val="000000"/>
                </a:solidFill>
                <a:latin typeface="Arial"/>
                <a:ea typeface="ＭＳ Ｐゴシック"/>
              </a:rPr>
              <a:t>controller</a:t>
            </a:r>
            <a:endParaRPr lang="nl-NL" sz="2400" b="0" strike="noStrike" spc="-1">
              <a:latin typeface="Calibri"/>
            </a:endParaRPr>
          </a:p>
        </p:txBody>
      </p:sp>
      <p:grpSp>
        <p:nvGrpSpPr>
          <p:cNvPr id="1401" name="Group 49"/>
          <p:cNvGrpSpPr/>
          <p:nvPr/>
        </p:nvGrpSpPr>
        <p:grpSpPr>
          <a:xfrm>
            <a:off x="3471480" y="5780520"/>
            <a:ext cx="2979000" cy="973440"/>
            <a:chOff x="3471480" y="5780520"/>
            <a:chExt cx="2979000" cy="973440"/>
          </a:xfrm>
        </p:grpSpPr>
        <p:sp>
          <p:nvSpPr>
            <p:cNvPr id="1402" name="CustomShape 50"/>
            <p:cNvSpPr/>
            <p:nvPr/>
          </p:nvSpPr>
          <p:spPr>
            <a:xfrm>
              <a:off x="3471480" y="5780520"/>
              <a:ext cx="2979000" cy="973440"/>
            </a:xfrm>
            <a:custGeom>
              <a:avLst/>
              <a:gdLst/>
              <a:ahLst/>
              <a:cxnLst/>
              <a:rect l="l" t="t"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1403" name="Line 51"/>
            <p:cNvSpPr/>
            <p:nvPr/>
          </p:nvSpPr>
          <p:spPr>
            <a:xfrm flipV="1">
              <a:off x="3967200" y="5936400"/>
              <a:ext cx="973440" cy="13680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404" name="Line 52"/>
            <p:cNvSpPr/>
            <p:nvPr/>
          </p:nvSpPr>
          <p:spPr>
            <a:xfrm>
              <a:off x="3885120" y="6130440"/>
              <a:ext cx="167112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405" name="Line 53"/>
            <p:cNvSpPr/>
            <p:nvPr/>
          </p:nvSpPr>
          <p:spPr>
            <a:xfrm>
              <a:off x="3894480" y="6239160"/>
              <a:ext cx="528480" cy="28620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406" name="Line 54"/>
            <p:cNvSpPr/>
            <p:nvPr/>
          </p:nvSpPr>
          <p:spPr>
            <a:xfrm flipV="1">
              <a:off x="4647240" y="6439680"/>
              <a:ext cx="923040" cy="8568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407" name="Line 55"/>
            <p:cNvSpPr/>
            <p:nvPr/>
          </p:nvSpPr>
          <p:spPr>
            <a:xfrm>
              <a:off x="5135760" y="5970960"/>
              <a:ext cx="781920" cy="12852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408" name="Line 56"/>
            <p:cNvSpPr/>
            <p:nvPr/>
          </p:nvSpPr>
          <p:spPr>
            <a:xfrm flipV="1">
              <a:off x="4606200" y="6130440"/>
              <a:ext cx="1324440" cy="30924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409" name="Line 57"/>
            <p:cNvSpPr/>
            <p:nvPr/>
          </p:nvSpPr>
          <p:spPr>
            <a:xfrm flipV="1">
              <a:off x="5587920" y="6160320"/>
              <a:ext cx="435600" cy="2793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sp>
          <p:nvSpPr>
            <p:cNvPr id="1410" name="Line 58"/>
            <p:cNvSpPr/>
            <p:nvPr/>
          </p:nvSpPr>
          <p:spPr>
            <a:xfrm>
              <a:off x="4953600" y="5936400"/>
              <a:ext cx="602640" cy="416160"/>
            </a:xfrm>
            <a:prstGeom prst="line">
              <a:avLst/>
            </a:prstGeom>
            <a:ln w="12600">
              <a:solidFill>
                <a:schemeClr val="tx1"/>
              </a:solidFill>
              <a:round/>
            </a:ln>
          </p:spPr>
          <p:style>
            <a:lnRef idx="2">
              <a:schemeClr val="accent1"/>
            </a:lnRef>
            <a:fillRef idx="0">
              <a:schemeClr val="accent1"/>
            </a:fillRef>
            <a:effectRef idx="1">
              <a:schemeClr val="accent1"/>
            </a:effectRef>
            <a:fontRef idx="minor"/>
          </p:style>
        </p:sp>
        <p:grpSp>
          <p:nvGrpSpPr>
            <p:cNvPr id="1411" name="Group 59"/>
            <p:cNvGrpSpPr/>
            <p:nvPr/>
          </p:nvGrpSpPr>
          <p:grpSpPr>
            <a:xfrm>
              <a:off x="5885640" y="5981760"/>
              <a:ext cx="435600" cy="250920"/>
              <a:chOff x="5885640" y="5981760"/>
              <a:chExt cx="435600" cy="250920"/>
            </a:xfrm>
          </p:grpSpPr>
          <p:sp>
            <p:nvSpPr>
              <p:cNvPr id="1412" name="CustomShape 60"/>
              <p:cNvSpPr/>
              <p:nvPr/>
            </p:nvSpPr>
            <p:spPr>
              <a:xfrm flipV="1">
                <a:off x="5887080" y="604980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3" name="CustomShape 61"/>
              <p:cNvSpPr/>
              <p:nvPr/>
            </p:nvSpPr>
            <p:spPr>
              <a:xfrm>
                <a:off x="5886000" y="607572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4" name="CustomShape 62"/>
              <p:cNvSpPr/>
              <p:nvPr/>
            </p:nvSpPr>
            <p:spPr>
              <a:xfrm flipV="1">
                <a:off x="5886000" y="59817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5" name="CustomShape 63"/>
              <p:cNvSpPr/>
              <p:nvPr/>
            </p:nvSpPr>
            <p:spPr>
              <a:xfrm>
                <a:off x="5997240" y="603756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6" name="CustomShape 64"/>
              <p:cNvSpPr/>
              <p:nvPr/>
            </p:nvSpPr>
            <p:spPr>
              <a:xfrm>
                <a:off x="5975280" y="601452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7" name="CustomShape 65"/>
              <p:cNvSpPr/>
              <p:nvPr/>
            </p:nvSpPr>
            <p:spPr>
              <a:xfrm>
                <a:off x="6143040" y="606888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8" name="CustomShape 66"/>
              <p:cNvSpPr/>
              <p:nvPr/>
            </p:nvSpPr>
            <p:spPr>
              <a:xfrm>
                <a:off x="5970240" y="606996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9" name="Line 67"/>
              <p:cNvSpPr/>
              <p:nvPr/>
            </p:nvSpPr>
            <p:spPr>
              <a:xfrm flipH="1" flipV="1">
                <a:off x="5885640" y="6073920"/>
                <a:ext cx="144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420" name="Line 68"/>
              <p:cNvSpPr/>
              <p:nvPr/>
            </p:nvSpPr>
            <p:spPr>
              <a:xfrm flipH="1" flipV="1">
                <a:off x="6320160" y="607284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421" name="Group 69"/>
            <p:cNvGrpSpPr/>
            <p:nvPr/>
          </p:nvGrpSpPr>
          <p:grpSpPr>
            <a:xfrm>
              <a:off x="4790160" y="5834520"/>
              <a:ext cx="435600" cy="250920"/>
              <a:chOff x="4790160" y="5834520"/>
              <a:chExt cx="435600" cy="250920"/>
            </a:xfrm>
          </p:grpSpPr>
          <p:sp>
            <p:nvSpPr>
              <p:cNvPr id="1422" name="CustomShape 70"/>
              <p:cNvSpPr/>
              <p:nvPr/>
            </p:nvSpPr>
            <p:spPr>
              <a:xfrm flipV="1">
                <a:off x="4791600" y="590256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3" name="CustomShape 71"/>
              <p:cNvSpPr/>
              <p:nvPr/>
            </p:nvSpPr>
            <p:spPr>
              <a:xfrm>
                <a:off x="4790160" y="592848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4" name="CustomShape 72"/>
              <p:cNvSpPr/>
              <p:nvPr/>
            </p:nvSpPr>
            <p:spPr>
              <a:xfrm flipV="1">
                <a:off x="4790160" y="583452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5" name="CustomShape 73"/>
              <p:cNvSpPr/>
              <p:nvPr/>
            </p:nvSpPr>
            <p:spPr>
              <a:xfrm>
                <a:off x="4901760" y="589032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6" name="CustomShape 74"/>
              <p:cNvSpPr/>
              <p:nvPr/>
            </p:nvSpPr>
            <p:spPr>
              <a:xfrm>
                <a:off x="4879800" y="586728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7" name="CustomShape 75"/>
              <p:cNvSpPr/>
              <p:nvPr/>
            </p:nvSpPr>
            <p:spPr>
              <a:xfrm>
                <a:off x="5047200" y="592164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8" name="CustomShape 76"/>
              <p:cNvSpPr/>
              <p:nvPr/>
            </p:nvSpPr>
            <p:spPr>
              <a:xfrm>
                <a:off x="4874760" y="592308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9" name="Line 77"/>
              <p:cNvSpPr/>
              <p:nvPr/>
            </p:nvSpPr>
            <p:spPr>
              <a:xfrm flipH="1" flipV="1">
                <a:off x="4790160" y="5926680"/>
                <a:ext cx="108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430" name="Line 78"/>
              <p:cNvSpPr/>
              <p:nvPr/>
            </p:nvSpPr>
            <p:spPr>
              <a:xfrm flipH="1" flipV="1">
                <a:off x="5224680" y="592560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431" name="Group 79"/>
            <p:cNvGrpSpPr/>
            <p:nvPr/>
          </p:nvGrpSpPr>
          <p:grpSpPr>
            <a:xfrm>
              <a:off x="3660480" y="6035400"/>
              <a:ext cx="435600" cy="250920"/>
              <a:chOff x="3660480" y="6035400"/>
              <a:chExt cx="435600" cy="250920"/>
            </a:xfrm>
          </p:grpSpPr>
          <p:sp>
            <p:nvSpPr>
              <p:cNvPr id="1432" name="CustomShape 80"/>
              <p:cNvSpPr/>
              <p:nvPr/>
            </p:nvSpPr>
            <p:spPr>
              <a:xfrm flipV="1">
                <a:off x="3661920" y="610344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3" name="CustomShape 81"/>
              <p:cNvSpPr/>
              <p:nvPr/>
            </p:nvSpPr>
            <p:spPr>
              <a:xfrm>
                <a:off x="3660840" y="612900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4" name="CustomShape 82"/>
              <p:cNvSpPr/>
              <p:nvPr/>
            </p:nvSpPr>
            <p:spPr>
              <a:xfrm flipV="1">
                <a:off x="3660840" y="603540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5" name="CustomShape 83"/>
              <p:cNvSpPr/>
              <p:nvPr/>
            </p:nvSpPr>
            <p:spPr>
              <a:xfrm>
                <a:off x="3772080" y="609120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6" name="CustomShape 84"/>
              <p:cNvSpPr/>
              <p:nvPr/>
            </p:nvSpPr>
            <p:spPr>
              <a:xfrm>
                <a:off x="3750120" y="606816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7" name="CustomShape 85"/>
              <p:cNvSpPr/>
              <p:nvPr/>
            </p:nvSpPr>
            <p:spPr>
              <a:xfrm>
                <a:off x="3917880" y="612252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8" name="CustomShape 86"/>
              <p:cNvSpPr/>
              <p:nvPr/>
            </p:nvSpPr>
            <p:spPr>
              <a:xfrm>
                <a:off x="3745080" y="612360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39" name="Line 87"/>
              <p:cNvSpPr/>
              <p:nvPr/>
            </p:nvSpPr>
            <p:spPr>
              <a:xfrm flipH="1" flipV="1">
                <a:off x="3660480" y="612756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440" name="Line 88"/>
              <p:cNvSpPr/>
              <p:nvPr/>
            </p:nvSpPr>
            <p:spPr>
              <a:xfrm flipH="1" flipV="1">
                <a:off x="4095000" y="6126120"/>
                <a:ext cx="108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441" name="Group 89"/>
            <p:cNvGrpSpPr/>
            <p:nvPr/>
          </p:nvGrpSpPr>
          <p:grpSpPr>
            <a:xfrm>
              <a:off x="5375520" y="6311160"/>
              <a:ext cx="435600" cy="250920"/>
              <a:chOff x="5375520" y="6311160"/>
              <a:chExt cx="435600" cy="250920"/>
            </a:xfrm>
          </p:grpSpPr>
          <p:sp>
            <p:nvSpPr>
              <p:cNvPr id="1442" name="CustomShape 90"/>
              <p:cNvSpPr/>
              <p:nvPr/>
            </p:nvSpPr>
            <p:spPr>
              <a:xfrm flipV="1">
                <a:off x="5376960" y="637920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3" name="CustomShape 91"/>
              <p:cNvSpPr/>
              <p:nvPr/>
            </p:nvSpPr>
            <p:spPr>
              <a:xfrm>
                <a:off x="5375880" y="640512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4" name="CustomShape 92"/>
              <p:cNvSpPr/>
              <p:nvPr/>
            </p:nvSpPr>
            <p:spPr>
              <a:xfrm flipV="1">
                <a:off x="5375880" y="631116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5" name="CustomShape 93"/>
              <p:cNvSpPr/>
              <p:nvPr/>
            </p:nvSpPr>
            <p:spPr>
              <a:xfrm>
                <a:off x="5487120" y="636696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6" name="CustomShape 94"/>
              <p:cNvSpPr/>
              <p:nvPr/>
            </p:nvSpPr>
            <p:spPr>
              <a:xfrm>
                <a:off x="5465160" y="634392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7" name="CustomShape 95"/>
              <p:cNvSpPr/>
              <p:nvPr/>
            </p:nvSpPr>
            <p:spPr>
              <a:xfrm>
                <a:off x="5632920" y="639828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8" name="CustomShape 96"/>
              <p:cNvSpPr/>
              <p:nvPr/>
            </p:nvSpPr>
            <p:spPr>
              <a:xfrm>
                <a:off x="5460120" y="639972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9" name="Line 97"/>
              <p:cNvSpPr/>
              <p:nvPr/>
            </p:nvSpPr>
            <p:spPr>
              <a:xfrm flipH="1" flipV="1">
                <a:off x="5375520" y="6403680"/>
                <a:ext cx="144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450" name="Line 98"/>
              <p:cNvSpPr/>
              <p:nvPr/>
            </p:nvSpPr>
            <p:spPr>
              <a:xfrm flipH="1" flipV="1">
                <a:off x="5810040" y="640224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451" name="Group 99"/>
            <p:cNvGrpSpPr/>
            <p:nvPr/>
          </p:nvGrpSpPr>
          <p:grpSpPr>
            <a:xfrm>
              <a:off x="4293720" y="6407280"/>
              <a:ext cx="435600" cy="250920"/>
              <a:chOff x="4293720" y="6407280"/>
              <a:chExt cx="435600" cy="250920"/>
            </a:xfrm>
          </p:grpSpPr>
          <p:sp>
            <p:nvSpPr>
              <p:cNvPr id="1452" name="CustomShape 100"/>
              <p:cNvSpPr/>
              <p:nvPr/>
            </p:nvSpPr>
            <p:spPr>
              <a:xfrm flipV="1">
                <a:off x="4295160" y="6475320"/>
                <a:ext cx="434160" cy="1828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3" name="CustomShape 101"/>
              <p:cNvSpPr/>
              <p:nvPr/>
            </p:nvSpPr>
            <p:spPr>
              <a:xfrm>
                <a:off x="4293720" y="6500880"/>
                <a:ext cx="435240" cy="662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4" name="CustomShape 102"/>
              <p:cNvSpPr/>
              <p:nvPr/>
            </p:nvSpPr>
            <p:spPr>
              <a:xfrm flipV="1">
                <a:off x="4293720" y="6407280"/>
                <a:ext cx="434160" cy="1828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5" name="CustomShape 103"/>
              <p:cNvSpPr/>
              <p:nvPr/>
            </p:nvSpPr>
            <p:spPr>
              <a:xfrm>
                <a:off x="4405320" y="6463080"/>
                <a:ext cx="211320" cy="92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6" name="CustomShape 104"/>
              <p:cNvSpPr/>
              <p:nvPr/>
            </p:nvSpPr>
            <p:spPr>
              <a:xfrm>
                <a:off x="4383000" y="6439680"/>
                <a:ext cx="255240" cy="633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7" name="CustomShape 105"/>
              <p:cNvSpPr/>
              <p:nvPr/>
            </p:nvSpPr>
            <p:spPr>
              <a:xfrm>
                <a:off x="4550760" y="6494040"/>
                <a:ext cx="93960" cy="554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8" name="CustomShape 106"/>
              <p:cNvSpPr/>
              <p:nvPr/>
            </p:nvSpPr>
            <p:spPr>
              <a:xfrm>
                <a:off x="4378320" y="6495480"/>
                <a:ext cx="92520" cy="554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9" name="Line 107"/>
              <p:cNvSpPr/>
              <p:nvPr/>
            </p:nvSpPr>
            <p:spPr>
              <a:xfrm flipH="1" flipV="1">
                <a:off x="4293720" y="6499440"/>
                <a:ext cx="1080" cy="705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460" name="Line 108"/>
              <p:cNvSpPr/>
              <p:nvPr/>
            </p:nvSpPr>
            <p:spPr>
              <a:xfrm flipH="1" flipV="1">
                <a:off x="4728240" y="6498000"/>
                <a:ext cx="1080" cy="709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sp>
        <p:nvSpPr>
          <p:cNvPr id="1461" name="CustomShape 109"/>
          <p:cNvSpPr/>
          <p:nvPr/>
        </p:nvSpPr>
        <p:spPr>
          <a:xfrm>
            <a:off x="2606760" y="5725080"/>
            <a:ext cx="5333760" cy="1132560"/>
          </a:xfrm>
          <a:prstGeom prst="rect">
            <a:avLst/>
          </a:prstGeom>
          <a:solidFill>
            <a:schemeClr val="bg1">
              <a:alpha val="80000"/>
            </a:schemeClr>
          </a:solidFill>
          <a:ln w="12600">
            <a:noFill/>
          </a:ln>
        </p:spPr>
        <p:style>
          <a:lnRef idx="0">
            <a:scrgbClr r="0" g="0" b="0"/>
          </a:lnRef>
          <a:fillRef idx="0">
            <a:scrgbClr r="0" g="0" b="0"/>
          </a:fillRef>
          <a:effectRef idx="0">
            <a:scrgbClr r="0" g="0" b="0"/>
          </a:effectRef>
          <a:fontRef idx="minor"/>
        </p:style>
      </p:sp>
      <p:grpSp>
        <p:nvGrpSpPr>
          <p:cNvPr id="1462" name="Group 110"/>
          <p:cNvGrpSpPr/>
          <p:nvPr/>
        </p:nvGrpSpPr>
        <p:grpSpPr>
          <a:xfrm>
            <a:off x="2862000" y="1276200"/>
            <a:ext cx="1023120" cy="589680"/>
            <a:chOff x="2862000" y="1276200"/>
            <a:chExt cx="1023120" cy="589680"/>
          </a:xfrm>
        </p:grpSpPr>
        <p:sp>
          <p:nvSpPr>
            <p:cNvPr id="1463" name="CustomShape 111"/>
            <p:cNvSpPr/>
            <p:nvPr/>
          </p:nvSpPr>
          <p:spPr>
            <a:xfrm>
              <a:off x="2862000" y="127620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64" name="CustomShape 112"/>
            <p:cNvSpPr/>
            <p:nvPr/>
          </p:nvSpPr>
          <p:spPr>
            <a:xfrm>
              <a:off x="2939040" y="1373400"/>
              <a:ext cx="8776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00"/>
                  </a:solidFill>
                  <a:latin typeface="Arial"/>
                  <a:ea typeface="ＭＳ Ｐゴシック"/>
                </a:rPr>
                <a:t>routing</a:t>
              </a:r>
              <a:endParaRPr lang="nl-NL" sz="1800" b="0" strike="noStrike" spc="-1">
                <a:latin typeface="Calibri"/>
              </a:endParaRPr>
            </a:p>
          </p:txBody>
        </p:sp>
      </p:grpSp>
      <p:grpSp>
        <p:nvGrpSpPr>
          <p:cNvPr id="1465" name="Group 113"/>
          <p:cNvGrpSpPr/>
          <p:nvPr/>
        </p:nvGrpSpPr>
        <p:grpSpPr>
          <a:xfrm>
            <a:off x="4075560" y="1301760"/>
            <a:ext cx="1023120" cy="589680"/>
            <a:chOff x="4075560" y="1301760"/>
            <a:chExt cx="1023120" cy="589680"/>
          </a:xfrm>
        </p:grpSpPr>
        <p:sp>
          <p:nvSpPr>
            <p:cNvPr id="1466" name="CustomShape 114"/>
            <p:cNvSpPr/>
            <p:nvPr/>
          </p:nvSpPr>
          <p:spPr>
            <a:xfrm>
              <a:off x="4075560" y="130176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67" name="CustomShape 115"/>
            <p:cNvSpPr/>
            <p:nvPr/>
          </p:nvSpPr>
          <p:spPr>
            <a:xfrm>
              <a:off x="4120920" y="1331640"/>
              <a:ext cx="95400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access </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control</a:t>
              </a:r>
              <a:endParaRPr lang="nl-NL" sz="1800" b="0" strike="noStrike" spc="-1">
                <a:latin typeface="Calibri"/>
              </a:endParaRPr>
            </a:p>
          </p:txBody>
        </p:sp>
      </p:grpSp>
      <p:grpSp>
        <p:nvGrpSpPr>
          <p:cNvPr id="1468" name="Group 116"/>
          <p:cNvGrpSpPr/>
          <p:nvPr/>
        </p:nvGrpSpPr>
        <p:grpSpPr>
          <a:xfrm>
            <a:off x="5265720" y="1320480"/>
            <a:ext cx="1023120" cy="589680"/>
            <a:chOff x="5265720" y="1320480"/>
            <a:chExt cx="1023120" cy="589680"/>
          </a:xfrm>
        </p:grpSpPr>
        <p:sp>
          <p:nvSpPr>
            <p:cNvPr id="1469" name="CustomShape 117"/>
            <p:cNvSpPr/>
            <p:nvPr/>
          </p:nvSpPr>
          <p:spPr>
            <a:xfrm>
              <a:off x="5265720" y="1320480"/>
              <a:ext cx="1023120" cy="589680"/>
            </a:xfrm>
            <a:prstGeom prst="ellipse">
              <a:avLst/>
            </a:prstGeom>
            <a:solidFill>
              <a:srgbClr val="008000">
                <a:alpha val="70000"/>
              </a:srgbClr>
            </a:solidFill>
            <a:ln>
              <a:solidFill>
                <a:srgbClr val="008000"/>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70" name="CustomShape 118"/>
            <p:cNvSpPr/>
            <p:nvPr/>
          </p:nvSpPr>
          <p:spPr>
            <a:xfrm>
              <a:off x="5298480" y="1350360"/>
              <a:ext cx="978120" cy="5288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80000"/>
                </a:lnSpc>
              </a:pPr>
              <a:r>
                <a:rPr lang="en-US" sz="1800" b="0" strike="noStrike" spc="-1">
                  <a:solidFill>
                    <a:srgbClr val="000000"/>
                  </a:solidFill>
                  <a:latin typeface="Arial"/>
                  <a:ea typeface="ＭＳ Ｐゴシック"/>
                </a:rPr>
                <a:t>load</a:t>
              </a:r>
              <a:endParaRPr lang="nl-NL" sz="1800" b="0" strike="noStrike" spc="-1">
                <a:latin typeface="Calibri"/>
              </a:endParaRPr>
            </a:p>
            <a:p>
              <a:pPr algn="ctr">
                <a:lnSpc>
                  <a:spcPct val="80000"/>
                </a:lnSpc>
              </a:pPr>
              <a:r>
                <a:rPr lang="en-US" sz="1800" b="0" strike="noStrike" spc="-1">
                  <a:solidFill>
                    <a:srgbClr val="000000"/>
                  </a:solidFill>
                  <a:latin typeface="Arial"/>
                  <a:ea typeface="ＭＳ Ｐゴシック"/>
                </a:rPr>
                <a:t>balance</a:t>
              </a:r>
              <a:endParaRPr lang="nl-NL" sz="1800" b="0" strike="noStrike" spc="-1">
                <a:latin typeface="Calibri"/>
              </a:endParaRPr>
            </a:p>
          </p:txBody>
        </p:sp>
      </p:grpSp>
      <p:sp>
        <p:nvSpPr>
          <p:cNvPr id="1471" name="CustomShape 119"/>
          <p:cNvSpPr/>
          <p:nvPr/>
        </p:nvSpPr>
        <p:spPr>
          <a:xfrm>
            <a:off x="2243520" y="1143000"/>
            <a:ext cx="4964760" cy="783360"/>
          </a:xfrm>
          <a:prstGeom prst="rect">
            <a:avLst/>
          </a:prstGeom>
          <a:solidFill>
            <a:schemeClr val="bg1">
              <a:alpha val="80000"/>
            </a:schemeClr>
          </a:solidFill>
          <a:ln w="12600">
            <a:noFill/>
          </a:ln>
        </p:spPr>
        <p:style>
          <a:lnRef idx="0">
            <a:scrgbClr r="0" g="0" b="0"/>
          </a:lnRef>
          <a:fillRef idx="0">
            <a:scrgbClr r="0" g="0" b="0"/>
          </a:fillRef>
          <a:effectRef idx="0">
            <a:scrgbClr r="0" g="0" b="0"/>
          </a:effectRef>
          <a:fontRef idx="minor"/>
        </p:style>
      </p:sp>
      <p:sp>
        <p:nvSpPr>
          <p:cNvPr id="1472" name="CustomShape 120"/>
          <p:cNvSpPr/>
          <p:nvPr/>
        </p:nvSpPr>
        <p:spPr>
          <a:xfrm rot="10800000">
            <a:off x="7562880" y="4626360"/>
            <a:ext cx="221760" cy="1166400"/>
          </a:xfrm>
          <a:custGeom>
            <a:avLst/>
            <a:gdLst/>
            <a:ahLst/>
            <a:cxnLst/>
            <a:rect l="l" t="t" r="r" b="b"/>
            <a:pathLst>
              <a:path w="223767" h="1166325">
                <a:moveTo>
                  <a:pt x="11247" y="0"/>
                </a:moveTo>
                <a:lnTo>
                  <a:pt x="217832" y="138456"/>
                </a:lnTo>
                <a:cubicBezTo>
                  <a:pt x="219810" y="481079"/>
                  <a:pt x="221789" y="823702"/>
                  <a:pt x="223767" y="1166325"/>
                </a:cubicBezTo>
                <a:cubicBezTo>
                  <a:pt x="98607" y="641817"/>
                  <a:pt x="99941" y="672062"/>
                  <a:pt x="110" y="226631"/>
                </a:cubicBezTo>
                <a:cubicBezTo>
                  <a:pt x="-1380" y="13351"/>
                  <a:pt x="12737" y="213280"/>
                  <a:pt x="11247" y="0"/>
                </a:cubicBezTo>
                <a:close/>
              </a:path>
            </a:pathLst>
          </a:custGeom>
          <a:gradFill rotWithShape="0">
            <a:gsLst>
              <a:gs pos="0">
                <a:srgbClr val="F2F2F2"/>
              </a:gs>
              <a:gs pos="100000">
                <a:srgbClr val="FDEADA"/>
              </a:gs>
            </a:gsLst>
            <a:lin ang="10800000"/>
          </a:gra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grpSp>
        <p:nvGrpSpPr>
          <p:cNvPr id="1473" name="Group 121"/>
          <p:cNvGrpSpPr/>
          <p:nvPr/>
        </p:nvGrpSpPr>
        <p:grpSpPr>
          <a:xfrm>
            <a:off x="7763040" y="5169960"/>
            <a:ext cx="251280" cy="563760"/>
            <a:chOff x="7763040" y="5169960"/>
            <a:chExt cx="251280" cy="563760"/>
          </a:xfrm>
        </p:grpSpPr>
        <p:sp>
          <p:nvSpPr>
            <p:cNvPr id="1474" name="CustomShape 122"/>
            <p:cNvSpPr/>
            <p:nvPr/>
          </p:nvSpPr>
          <p:spPr>
            <a:xfrm>
              <a:off x="7962120" y="5171040"/>
              <a:ext cx="49680" cy="53784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1475" name="CustomShape 123"/>
            <p:cNvSpPr/>
            <p:nvPr/>
          </p:nvSpPr>
          <p:spPr>
            <a:xfrm>
              <a:off x="7775280" y="5169960"/>
              <a:ext cx="184320" cy="53748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476" name="CustomShape 124"/>
            <p:cNvSpPr/>
            <p:nvPr/>
          </p:nvSpPr>
          <p:spPr>
            <a:xfrm>
              <a:off x="7971480" y="5203080"/>
              <a:ext cx="29520" cy="49752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1477" name="CustomShape 125"/>
            <p:cNvSpPr/>
            <p:nvPr/>
          </p:nvSpPr>
          <p:spPr>
            <a:xfrm>
              <a:off x="7965000" y="5455080"/>
              <a:ext cx="46080" cy="4428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478" name="CustomShape 126"/>
            <p:cNvSpPr/>
            <p:nvPr/>
          </p:nvSpPr>
          <p:spPr>
            <a:xfrm>
              <a:off x="7775280" y="523152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479" name="Group 127"/>
            <p:cNvGrpSpPr/>
            <p:nvPr/>
          </p:nvGrpSpPr>
          <p:grpSpPr>
            <a:xfrm>
              <a:off x="7870320" y="5225760"/>
              <a:ext cx="101520" cy="34920"/>
              <a:chOff x="7870320" y="5225760"/>
              <a:chExt cx="101520" cy="34920"/>
            </a:xfrm>
          </p:grpSpPr>
          <p:sp>
            <p:nvSpPr>
              <p:cNvPr id="1480" name="CustomShape 128"/>
              <p:cNvSpPr/>
              <p:nvPr/>
            </p:nvSpPr>
            <p:spPr>
              <a:xfrm>
                <a:off x="7870320" y="5225760"/>
                <a:ext cx="101520" cy="349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481" name="CustomShape 129"/>
              <p:cNvSpPr/>
              <p:nvPr/>
            </p:nvSpPr>
            <p:spPr>
              <a:xfrm>
                <a:off x="7872120" y="5229360"/>
                <a:ext cx="98280" cy="2772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482" name="CustomShape 130"/>
            <p:cNvSpPr/>
            <p:nvPr/>
          </p:nvSpPr>
          <p:spPr>
            <a:xfrm>
              <a:off x="7777080" y="530964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483" name="Group 131"/>
            <p:cNvGrpSpPr/>
            <p:nvPr/>
          </p:nvGrpSpPr>
          <p:grpSpPr>
            <a:xfrm>
              <a:off x="7870320" y="5302080"/>
              <a:ext cx="101520" cy="31320"/>
              <a:chOff x="7870320" y="5302080"/>
              <a:chExt cx="101520" cy="31320"/>
            </a:xfrm>
          </p:grpSpPr>
          <p:sp>
            <p:nvSpPr>
              <p:cNvPr id="1484" name="CustomShape 132"/>
              <p:cNvSpPr/>
              <p:nvPr/>
            </p:nvSpPr>
            <p:spPr>
              <a:xfrm>
                <a:off x="7870320" y="530208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485" name="CustomShape 133"/>
              <p:cNvSpPr/>
              <p:nvPr/>
            </p:nvSpPr>
            <p:spPr>
              <a:xfrm>
                <a:off x="7872120" y="5306040"/>
                <a:ext cx="9828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486" name="CustomShape 134"/>
            <p:cNvSpPr/>
            <p:nvPr/>
          </p:nvSpPr>
          <p:spPr>
            <a:xfrm>
              <a:off x="7777080" y="538776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1487" name="CustomShape 135"/>
            <p:cNvSpPr/>
            <p:nvPr/>
          </p:nvSpPr>
          <p:spPr>
            <a:xfrm>
              <a:off x="7778880" y="5458680"/>
              <a:ext cx="105120" cy="108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488" name="Group 136"/>
            <p:cNvGrpSpPr/>
            <p:nvPr/>
          </p:nvGrpSpPr>
          <p:grpSpPr>
            <a:xfrm>
              <a:off x="7868520" y="5456520"/>
              <a:ext cx="101520" cy="31320"/>
              <a:chOff x="7868520" y="5456520"/>
              <a:chExt cx="101520" cy="31320"/>
            </a:xfrm>
          </p:grpSpPr>
          <p:sp>
            <p:nvSpPr>
              <p:cNvPr id="1489" name="CustomShape 137"/>
              <p:cNvSpPr/>
              <p:nvPr/>
            </p:nvSpPr>
            <p:spPr>
              <a:xfrm>
                <a:off x="7868520" y="5456520"/>
                <a:ext cx="1015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490" name="CustomShape 138"/>
              <p:cNvSpPr/>
              <p:nvPr/>
            </p:nvSpPr>
            <p:spPr>
              <a:xfrm>
                <a:off x="7870320" y="5456520"/>
                <a:ext cx="98280" cy="273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491" name="CustomShape 139"/>
            <p:cNvSpPr/>
            <p:nvPr/>
          </p:nvSpPr>
          <p:spPr>
            <a:xfrm>
              <a:off x="7965720" y="5387760"/>
              <a:ext cx="46080" cy="4392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492" name="Group 140"/>
            <p:cNvGrpSpPr/>
            <p:nvPr/>
          </p:nvGrpSpPr>
          <p:grpSpPr>
            <a:xfrm>
              <a:off x="7868520" y="5382000"/>
              <a:ext cx="103320" cy="31320"/>
              <a:chOff x="7868520" y="5382000"/>
              <a:chExt cx="103320" cy="31320"/>
            </a:xfrm>
          </p:grpSpPr>
          <p:sp>
            <p:nvSpPr>
              <p:cNvPr id="1493" name="CustomShape 141"/>
              <p:cNvSpPr/>
              <p:nvPr/>
            </p:nvSpPr>
            <p:spPr>
              <a:xfrm>
                <a:off x="7868520" y="5382000"/>
                <a:ext cx="103320" cy="3132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494" name="CustomShape 142"/>
              <p:cNvSpPr/>
              <p:nvPr/>
            </p:nvSpPr>
            <p:spPr>
              <a:xfrm>
                <a:off x="7870320" y="5385960"/>
                <a:ext cx="101520" cy="237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495" name="CustomShape 143"/>
            <p:cNvSpPr/>
            <p:nvPr/>
          </p:nvSpPr>
          <p:spPr>
            <a:xfrm>
              <a:off x="7958160" y="5169960"/>
              <a:ext cx="11880" cy="53748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1496" name="CustomShape 144"/>
            <p:cNvSpPr/>
            <p:nvPr/>
          </p:nvSpPr>
          <p:spPr>
            <a:xfrm>
              <a:off x="7970040" y="5306040"/>
              <a:ext cx="41400" cy="4968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497" name="CustomShape 145"/>
            <p:cNvSpPr/>
            <p:nvPr/>
          </p:nvSpPr>
          <p:spPr>
            <a:xfrm>
              <a:off x="7970400" y="5229000"/>
              <a:ext cx="42840" cy="5616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498" name="CustomShape 146"/>
            <p:cNvSpPr/>
            <p:nvPr/>
          </p:nvSpPr>
          <p:spPr>
            <a:xfrm>
              <a:off x="8005680" y="5683680"/>
              <a:ext cx="8640" cy="2196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1499" name="CustomShape 147"/>
            <p:cNvSpPr/>
            <p:nvPr/>
          </p:nvSpPr>
          <p:spPr>
            <a:xfrm>
              <a:off x="7968240" y="5684400"/>
              <a:ext cx="42840" cy="4680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1500" name="CustomShape 148"/>
            <p:cNvSpPr/>
            <p:nvPr/>
          </p:nvSpPr>
          <p:spPr>
            <a:xfrm>
              <a:off x="7763040" y="5698800"/>
              <a:ext cx="210600" cy="3492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1501" name="CustomShape 149"/>
            <p:cNvSpPr/>
            <p:nvPr/>
          </p:nvSpPr>
          <p:spPr>
            <a:xfrm>
              <a:off x="7775280" y="5707800"/>
              <a:ext cx="187920" cy="1836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1502" name="CustomShape 150"/>
            <p:cNvSpPr/>
            <p:nvPr/>
          </p:nvSpPr>
          <p:spPr>
            <a:xfrm>
              <a:off x="7792920" y="56296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503" name="CustomShape 151"/>
            <p:cNvSpPr/>
            <p:nvPr/>
          </p:nvSpPr>
          <p:spPr>
            <a:xfrm>
              <a:off x="7824600" y="5629680"/>
              <a:ext cx="27720" cy="3312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1504" name="CustomShape 152"/>
            <p:cNvSpPr/>
            <p:nvPr/>
          </p:nvSpPr>
          <p:spPr>
            <a:xfrm>
              <a:off x="7854480" y="5629680"/>
              <a:ext cx="27720" cy="3312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505" name="CustomShape 153"/>
            <p:cNvSpPr/>
            <p:nvPr/>
          </p:nvSpPr>
          <p:spPr>
            <a:xfrm>
              <a:off x="7926840" y="5501520"/>
              <a:ext cx="13680" cy="17820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sp>
        <p:nvSpPr>
          <p:cNvPr id="1506" name="CustomShape 154"/>
          <p:cNvSpPr/>
          <p:nvPr/>
        </p:nvSpPr>
        <p:spPr>
          <a:xfrm>
            <a:off x="2397600" y="264240"/>
            <a:ext cx="71139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600" b="0" strike="noStrike" spc="-1">
                <a:solidFill>
                  <a:srgbClr val="000099"/>
                </a:solidFill>
                <a:latin typeface="Gill Sans MT"/>
                <a:ea typeface="ＭＳ Ｐゴシック"/>
              </a:rPr>
              <a:t>Components of SDN controller</a:t>
            </a:r>
            <a:endParaRPr lang="nl-NL" sz="3600" b="0" strike="noStrike" spc="-1">
              <a:latin typeface="Calibri"/>
            </a:endParaRPr>
          </a:p>
        </p:txBody>
      </p:sp>
      <p:pic>
        <p:nvPicPr>
          <p:cNvPr id="1507" name="Picture 5" descr="underline_base"/>
          <p:cNvPicPr/>
          <p:nvPr/>
        </p:nvPicPr>
        <p:blipFill>
          <a:blip r:embed="rId2"/>
          <a:stretch/>
        </p:blipFill>
        <p:spPr>
          <a:xfrm>
            <a:off x="2801520" y="803520"/>
            <a:ext cx="6181560" cy="156600"/>
          </a:xfrm>
          <a:prstGeom prst="rect">
            <a:avLst/>
          </a:prstGeom>
          <a:ln>
            <a:noFill/>
          </a:ln>
        </p:spPr>
      </p:pic>
      <p:sp>
        <p:nvSpPr>
          <p:cNvPr id="1508" name="CustomShape 155"/>
          <p:cNvSpPr/>
          <p:nvPr/>
        </p:nvSpPr>
        <p:spPr>
          <a:xfrm>
            <a:off x="229680" y="4804200"/>
            <a:ext cx="1988640" cy="156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i="1" strike="noStrike" spc="-1">
                <a:solidFill>
                  <a:srgbClr val="CC0000"/>
                </a:solidFill>
                <a:latin typeface="Calibri"/>
                <a:ea typeface="ＭＳ Ｐゴシック"/>
              </a:rPr>
              <a:t>communication layer</a:t>
            </a:r>
            <a:r>
              <a:rPr lang="en-US" sz="1800" b="0" strike="noStrike" spc="-1">
                <a:solidFill>
                  <a:srgbClr val="000000"/>
                </a:solidFill>
                <a:latin typeface="Calibri"/>
                <a:ea typeface="ＭＳ Ｐゴシック"/>
              </a:rPr>
              <a:t>: communicate between SDN controller and controlled switches</a:t>
            </a:r>
            <a:endParaRPr lang="nl-NL" sz="1800" b="0" strike="noStrike" spc="-1">
              <a:latin typeface="Calibri"/>
            </a:endParaRPr>
          </a:p>
        </p:txBody>
      </p:sp>
      <p:sp>
        <p:nvSpPr>
          <p:cNvPr id="1509" name="CustomShape 156"/>
          <p:cNvSpPr/>
          <p:nvPr/>
        </p:nvSpPr>
        <p:spPr>
          <a:xfrm>
            <a:off x="213480" y="3120840"/>
            <a:ext cx="2126880" cy="1569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CC0000"/>
                </a:solidFill>
                <a:latin typeface="Calibri"/>
                <a:ea typeface="ＭＳ Ｐゴシック"/>
              </a:rPr>
              <a:t>Network-wide state management layer</a:t>
            </a:r>
            <a:r>
              <a:rPr lang="en-US" sz="1800" b="0" strike="noStrike" spc="-1">
                <a:solidFill>
                  <a:srgbClr val="000000"/>
                </a:solidFill>
                <a:latin typeface="Calibri"/>
                <a:ea typeface="ＭＳ Ｐゴシック"/>
              </a:rPr>
              <a:t>: state of networks links, switches, services: a </a:t>
            </a:r>
            <a:r>
              <a:rPr lang="en-US" sz="1800" b="0" i="1" strike="noStrike" spc="-1">
                <a:solidFill>
                  <a:srgbClr val="000099"/>
                </a:solidFill>
                <a:latin typeface="Calibri"/>
                <a:ea typeface="ＭＳ Ｐゴシック"/>
              </a:rPr>
              <a:t>distributed database</a:t>
            </a:r>
            <a:endParaRPr lang="nl-NL" sz="1800" b="0" strike="noStrike" spc="-1">
              <a:latin typeface="Calibri"/>
            </a:endParaRPr>
          </a:p>
        </p:txBody>
      </p:sp>
      <p:sp>
        <p:nvSpPr>
          <p:cNvPr id="1510" name="CustomShape 157"/>
          <p:cNvSpPr/>
          <p:nvPr/>
        </p:nvSpPr>
        <p:spPr>
          <a:xfrm>
            <a:off x="267480" y="1957320"/>
            <a:ext cx="2126880" cy="1076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CC0000"/>
                </a:solidFill>
                <a:latin typeface="Calibri"/>
                <a:ea typeface="ＭＳ Ｐゴシック"/>
              </a:rPr>
              <a:t>Interface layer to network control apps:  </a:t>
            </a:r>
            <a:r>
              <a:rPr lang="en-US" sz="1800" b="0" strike="noStrike" spc="-1">
                <a:solidFill>
                  <a:srgbClr val="000000"/>
                </a:solidFill>
                <a:latin typeface="Calibri"/>
                <a:ea typeface="ＭＳ Ｐゴシック"/>
              </a:rPr>
              <a:t>abstractions API</a:t>
            </a:r>
            <a:endParaRPr lang="nl-NL" sz="1800" b="0" strike="noStrike" spc="-1">
              <a:latin typeface="Calibri"/>
            </a:endParaRPr>
          </a:p>
        </p:txBody>
      </p:sp>
      <p:sp>
        <p:nvSpPr>
          <p:cNvPr id="1511" name="TextShape 158"/>
          <p:cNvSpPr txBox="1"/>
          <p:nvPr/>
        </p:nvSpPr>
        <p:spPr>
          <a:xfrm>
            <a:off x="8255160" y="6124680"/>
            <a:ext cx="626760" cy="364680"/>
          </a:xfrm>
          <a:prstGeom prst="rect">
            <a:avLst/>
          </a:prstGeom>
          <a:noFill/>
          <a:ln>
            <a:noFill/>
          </a:ln>
        </p:spPr>
        <p:txBody>
          <a:bodyPr anchor="ctr">
            <a:noAutofit/>
          </a:bodyPr>
          <a:lstStyle/>
          <a:p>
            <a:pPr algn="r">
              <a:lnSpc>
                <a:spcPct val="100000"/>
              </a:lnSpc>
            </a:pPr>
            <a:fld id="{A1B3FD87-A0C2-4AC8-9583-0E9509523BED}" type="slidenum">
              <a:rPr lang="nl-NL" sz="1000" b="0" strike="noStrike" spc="-1">
                <a:solidFill>
                  <a:srgbClr val="FFFFFF"/>
                </a:solidFill>
                <a:latin typeface="Arial"/>
                <a:ea typeface="ＭＳ Ｐゴシック"/>
              </a:rPr>
              <a:t>26</a:t>
            </a:fld>
            <a:endParaRPr lang="nl-NL" sz="1000" b="0" strike="noStrike" spc="-1">
              <a:latin typeface="Calibri"/>
            </a:endParaRPr>
          </a:p>
        </p:txBody>
      </p:sp>
      <p:sp>
        <p:nvSpPr>
          <p:cNvPr id="1512" name="CustomShape 159"/>
          <p:cNvSpPr/>
          <p:nvPr/>
        </p:nvSpPr>
        <p:spPr>
          <a:xfrm>
            <a:off x="7076520" y="660456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7</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p:cTn id="6" dur="1" fill="hold">
                                          <p:stCondLst>
                                            <p:cond delay="0"/>
                                          </p:stCondLst>
                                        </p:cTn>
                                        <p:tgtEl>
                                          <p:spTgt spid="1508"/>
                                        </p:tgtEl>
                                        <p:attrNameLst>
                                          <p:attrName>style.visibility</p:attrName>
                                        </p:attrNameLst>
                                      </p:cBhvr>
                                      <p:to>
                                        <p:strVal val="visible"/>
                                      </p:to>
                                    </p:set>
                                    <p:animEffect transition="in" filter="dissolve">
                                      <p:cBhvr additive="repl">
                                        <p:cTn id="7" dur="500"/>
                                        <p:tgtEl>
                                          <p:spTgt spid="15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fill="hold" nodeType="clickEffect">
                                  <p:stCondLst>
                                    <p:cond delay="0"/>
                                  </p:stCondLst>
                                  <p:childTnLst>
                                    <p:set>
                                      <p:cBhvr>
                                        <p:cTn id="11" dur="1" fill="hold">
                                          <p:stCondLst>
                                            <p:cond delay="0"/>
                                          </p:stCondLst>
                                        </p:cTn>
                                        <p:tgtEl>
                                          <p:spTgt spid="1509"/>
                                        </p:tgtEl>
                                        <p:attrNameLst>
                                          <p:attrName>style.visibility</p:attrName>
                                        </p:attrNameLst>
                                      </p:cBhvr>
                                      <p:to>
                                        <p:strVal val="visible"/>
                                      </p:to>
                                    </p:set>
                                    <p:animEffect transition="in" filter="dissolve">
                                      <p:cBhvr additive="repl">
                                        <p:cTn id="12" dur="500"/>
                                        <p:tgtEl>
                                          <p:spTgt spid="150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fill="hold" nodeType="clickEffect">
                                  <p:stCondLst>
                                    <p:cond delay="0"/>
                                  </p:stCondLst>
                                  <p:childTnLst>
                                    <p:set>
                                      <p:cBhvr>
                                        <p:cTn id="16" dur="1" fill="hold">
                                          <p:stCondLst>
                                            <p:cond delay="0"/>
                                          </p:stCondLst>
                                        </p:cTn>
                                        <p:tgtEl>
                                          <p:spTgt spid="1510"/>
                                        </p:tgtEl>
                                        <p:attrNameLst>
                                          <p:attrName>style.visibility</p:attrName>
                                        </p:attrNameLst>
                                      </p:cBhvr>
                                      <p:to>
                                        <p:strVal val="visible"/>
                                      </p:to>
                                    </p:set>
                                    <p:animEffect transition="in" filter="dissolve">
                                      <p:cBhvr additive="repl">
                                        <p:cTn id="17" dur="500"/>
                                        <p:tgtEl>
                                          <p:spTgt spid="1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 name="CustomShape 1"/>
          <p:cNvSpPr/>
          <p:nvPr/>
        </p:nvSpPr>
        <p:spPr>
          <a:xfrm>
            <a:off x="441000" y="2793960"/>
            <a:ext cx="4210560" cy="106200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sp>
        <p:nvSpPr>
          <p:cNvPr id="1514" name="CustomShape 2"/>
          <p:cNvSpPr/>
          <p:nvPr/>
        </p:nvSpPr>
        <p:spPr>
          <a:xfrm>
            <a:off x="468000" y="3990600"/>
            <a:ext cx="4183920" cy="54504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sp>
        <p:nvSpPr>
          <p:cNvPr id="1515" name="Line 3"/>
          <p:cNvSpPr/>
          <p:nvPr/>
        </p:nvSpPr>
        <p:spPr>
          <a:xfrm>
            <a:off x="507960" y="4638600"/>
            <a:ext cx="410400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grpSp>
        <p:nvGrpSpPr>
          <p:cNvPr id="1516" name="Group 4"/>
          <p:cNvGrpSpPr/>
          <p:nvPr/>
        </p:nvGrpSpPr>
        <p:grpSpPr>
          <a:xfrm>
            <a:off x="552600" y="3368880"/>
            <a:ext cx="1293840" cy="411480"/>
            <a:chOff x="552600" y="3368880"/>
            <a:chExt cx="1293840" cy="411480"/>
          </a:xfrm>
        </p:grpSpPr>
        <p:sp>
          <p:nvSpPr>
            <p:cNvPr id="1517" name="CustomShape 5"/>
            <p:cNvSpPr/>
            <p:nvPr/>
          </p:nvSpPr>
          <p:spPr>
            <a:xfrm>
              <a:off x="590040" y="3368880"/>
              <a:ext cx="1244160" cy="41148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18" name="CustomShape 6"/>
            <p:cNvSpPr/>
            <p:nvPr/>
          </p:nvSpPr>
          <p:spPr>
            <a:xfrm>
              <a:off x="552600" y="3444120"/>
              <a:ext cx="129384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Link-state info</a:t>
              </a:r>
              <a:endParaRPr lang="nl-NL" sz="1400" b="0" strike="noStrike" spc="-1">
                <a:latin typeface="Calibri"/>
              </a:endParaRPr>
            </a:p>
          </p:txBody>
        </p:sp>
      </p:grpSp>
      <p:grpSp>
        <p:nvGrpSpPr>
          <p:cNvPr id="1519" name="Group 7"/>
          <p:cNvGrpSpPr/>
          <p:nvPr/>
        </p:nvGrpSpPr>
        <p:grpSpPr>
          <a:xfrm>
            <a:off x="3531960" y="3382200"/>
            <a:ext cx="1018800" cy="398160"/>
            <a:chOff x="3531960" y="3382200"/>
            <a:chExt cx="1018800" cy="398160"/>
          </a:xfrm>
        </p:grpSpPr>
        <p:sp>
          <p:nvSpPr>
            <p:cNvPr id="1520" name="CustomShape 8"/>
            <p:cNvSpPr/>
            <p:nvPr/>
          </p:nvSpPr>
          <p:spPr>
            <a:xfrm>
              <a:off x="3531960" y="3382200"/>
              <a:ext cx="1012680" cy="3981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21" name="CustomShape 9"/>
            <p:cNvSpPr/>
            <p:nvPr/>
          </p:nvSpPr>
          <p:spPr>
            <a:xfrm>
              <a:off x="3534480" y="3442680"/>
              <a:ext cx="1016280" cy="293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switch info</a:t>
              </a:r>
              <a:endParaRPr lang="nl-NL" sz="1400" b="0" strike="noStrike" spc="-1">
                <a:latin typeface="Calibri"/>
              </a:endParaRPr>
            </a:p>
          </p:txBody>
        </p:sp>
      </p:grpSp>
      <p:grpSp>
        <p:nvGrpSpPr>
          <p:cNvPr id="1522" name="Group 10"/>
          <p:cNvGrpSpPr/>
          <p:nvPr/>
        </p:nvGrpSpPr>
        <p:grpSpPr>
          <a:xfrm>
            <a:off x="1982160" y="3368880"/>
            <a:ext cx="960120" cy="411480"/>
            <a:chOff x="1982160" y="3368880"/>
            <a:chExt cx="960120" cy="411480"/>
          </a:xfrm>
        </p:grpSpPr>
        <p:sp>
          <p:nvSpPr>
            <p:cNvPr id="1523" name="CustomShape 11"/>
            <p:cNvSpPr/>
            <p:nvPr/>
          </p:nvSpPr>
          <p:spPr>
            <a:xfrm>
              <a:off x="1982160" y="3368880"/>
              <a:ext cx="960120" cy="41148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24" name="CustomShape 12"/>
            <p:cNvSpPr/>
            <p:nvPr/>
          </p:nvSpPr>
          <p:spPr>
            <a:xfrm>
              <a:off x="2036160" y="3444120"/>
              <a:ext cx="85788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host info</a:t>
              </a:r>
              <a:endParaRPr lang="nl-NL" sz="1400" b="0" strike="noStrike" spc="-1">
                <a:latin typeface="Calibri"/>
              </a:endParaRPr>
            </a:p>
          </p:txBody>
        </p:sp>
      </p:grpSp>
      <p:grpSp>
        <p:nvGrpSpPr>
          <p:cNvPr id="1525" name="Group 13"/>
          <p:cNvGrpSpPr/>
          <p:nvPr/>
        </p:nvGrpSpPr>
        <p:grpSpPr>
          <a:xfrm>
            <a:off x="522000" y="2874240"/>
            <a:ext cx="889200" cy="382320"/>
            <a:chOff x="522000" y="2874240"/>
            <a:chExt cx="889200" cy="382320"/>
          </a:xfrm>
        </p:grpSpPr>
        <p:sp>
          <p:nvSpPr>
            <p:cNvPr id="1526" name="CustomShape 14"/>
            <p:cNvSpPr/>
            <p:nvPr/>
          </p:nvSpPr>
          <p:spPr>
            <a:xfrm>
              <a:off x="522000" y="2874240"/>
              <a:ext cx="889200" cy="38232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27" name="CustomShape 15"/>
            <p:cNvSpPr/>
            <p:nvPr/>
          </p:nvSpPr>
          <p:spPr>
            <a:xfrm>
              <a:off x="535320" y="2917440"/>
              <a:ext cx="86832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statistics</a:t>
              </a:r>
              <a:endParaRPr lang="nl-NL" sz="1400" b="0" strike="noStrike" spc="-1">
                <a:latin typeface="Calibri"/>
              </a:endParaRPr>
            </a:p>
          </p:txBody>
        </p:sp>
      </p:grpSp>
      <p:grpSp>
        <p:nvGrpSpPr>
          <p:cNvPr id="1528" name="Group 16"/>
          <p:cNvGrpSpPr/>
          <p:nvPr/>
        </p:nvGrpSpPr>
        <p:grpSpPr>
          <a:xfrm>
            <a:off x="3253320" y="2860920"/>
            <a:ext cx="1025280" cy="404640"/>
            <a:chOff x="3253320" y="2860920"/>
            <a:chExt cx="1025280" cy="404640"/>
          </a:xfrm>
        </p:grpSpPr>
        <p:sp>
          <p:nvSpPr>
            <p:cNvPr id="1529" name="CustomShape 17"/>
            <p:cNvSpPr/>
            <p:nvPr/>
          </p:nvSpPr>
          <p:spPr>
            <a:xfrm>
              <a:off x="3269520" y="2860920"/>
              <a:ext cx="960120" cy="40464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30" name="CustomShape 18"/>
            <p:cNvSpPr/>
            <p:nvPr/>
          </p:nvSpPr>
          <p:spPr>
            <a:xfrm>
              <a:off x="3253320" y="2921400"/>
              <a:ext cx="102528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flow tables</a:t>
              </a:r>
              <a:endParaRPr lang="nl-NL" sz="1400" b="0" strike="noStrike" spc="-1">
                <a:latin typeface="Calibri"/>
              </a:endParaRPr>
            </a:p>
          </p:txBody>
        </p:sp>
      </p:grpSp>
      <p:sp>
        <p:nvSpPr>
          <p:cNvPr id="1531" name="CustomShape 19"/>
          <p:cNvSpPr/>
          <p:nvPr/>
        </p:nvSpPr>
        <p:spPr>
          <a:xfrm>
            <a:off x="2458800" y="2496240"/>
            <a:ext cx="569880" cy="106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532" name="CustomShape 20"/>
          <p:cNvSpPr/>
          <p:nvPr/>
        </p:nvSpPr>
        <p:spPr>
          <a:xfrm>
            <a:off x="2896560" y="313308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grpSp>
        <p:nvGrpSpPr>
          <p:cNvPr id="1533" name="Group 21"/>
          <p:cNvGrpSpPr/>
          <p:nvPr/>
        </p:nvGrpSpPr>
        <p:grpSpPr>
          <a:xfrm>
            <a:off x="1076760" y="4121640"/>
            <a:ext cx="1257120" cy="292680"/>
            <a:chOff x="1076760" y="4121640"/>
            <a:chExt cx="1257120" cy="292680"/>
          </a:xfrm>
        </p:grpSpPr>
        <p:sp>
          <p:nvSpPr>
            <p:cNvPr id="1534" name="CustomShape 22"/>
            <p:cNvSpPr/>
            <p:nvPr/>
          </p:nvSpPr>
          <p:spPr>
            <a:xfrm>
              <a:off x="1076760" y="4121640"/>
              <a:ext cx="1257120" cy="2865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35" name="CustomShape 23"/>
            <p:cNvSpPr/>
            <p:nvPr/>
          </p:nvSpPr>
          <p:spPr>
            <a:xfrm>
              <a:off x="1213200" y="4121640"/>
              <a:ext cx="99180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OpenFlow</a:t>
              </a:r>
              <a:endParaRPr lang="nl-NL" sz="1400" b="0" strike="noStrike" spc="-1">
                <a:latin typeface="Calibri"/>
              </a:endParaRPr>
            </a:p>
          </p:txBody>
        </p:sp>
      </p:grpSp>
      <p:grpSp>
        <p:nvGrpSpPr>
          <p:cNvPr id="1536" name="Group 24"/>
          <p:cNvGrpSpPr/>
          <p:nvPr/>
        </p:nvGrpSpPr>
        <p:grpSpPr>
          <a:xfrm>
            <a:off x="2945880" y="4126320"/>
            <a:ext cx="1244160" cy="310680"/>
            <a:chOff x="2945880" y="4126320"/>
            <a:chExt cx="1244160" cy="310680"/>
          </a:xfrm>
        </p:grpSpPr>
        <p:sp>
          <p:nvSpPr>
            <p:cNvPr id="1537" name="CustomShape 25"/>
            <p:cNvSpPr/>
            <p:nvPr/>
          </p:nvSpPr>
          <p:spPr>
            <a:xfrm>
              <a:off x="2945880" y="4126320"/>
              <a:ext cx="1244160" cy="30708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38" name="CustomShape 26"/>
            <p:cNvSpPr/>
            <p:nvPr/>
          </p:nvSpPr>
          <p:spPr>
            <a:xfrm>
              <a:off x="3224520" y="4144320"/>
              <a:ext cx="69480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SNMP</a:t>
              </a:r>
              <a:endParaRPr lang="nl-NL" sz="1400" b="0" strike="noStrike" spc="-1">
                <a:latin typeface="Calibri"/>
              </a:endParaRPr>
            </a:p>
          </p:txBody>
        </p:sp>
      </p:grpSp>
      <p:sp>
        <p:nvSpPr>
          <p:cNvPr id="1539" name="CustomShape 27"/>
          <p:cNvSpPr/>
          <p:nvPr/>
        </p:nvSpPr>
        <p:spPr>
          <a:xfrm>
            <a:off x="2219760" y="379656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540" name="CustomShape 28"/>
          <p:cNvSpPr/>
          <p:nvPr/>
        </p:nvSpPr>
        <p:spPr>
          <a:xfrm>
            <a:off x="441000" y="2098800"/>
            <a:ext cx="4210560" cy="57456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grpSp>
        <p:nvGrpSpPr>
          <p:cNvPr id="1541" name="Group 29"/>
          <p:cNvGrpSpPr/>
          <p:nvPr/>
        </p:nvGrpSpPr>
        <p:grpSpPr>
          <a:xfrm>
            <a:off x="535320" y="2131560"/>
            <a:ext cx="1033560" cy="496440"/>
            <a:chOff x="535320" y="2131560"/>
            <a:chExt cx="1033560" cy="496440"/>
          </a:xfrm>
        </p:grpSpPr>
        <p:sp>
          <p:nvSpPr>
            <p:cNvPr id="1542" name="CustomShape 30"/>
            <p:cNvSpPr/>
            <p:nvPr/>
          </p:nvSpPr>
          <p:spPr>
            <a:xfrm>
              <a:off x="553680" y="215676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43" name="CustomShape 31"/>
            <p:cNvSpPr/>
            <p:nvPr/>
          </p:nvSpPr>
          <p:spPr>
            <a:xfrm>
              <a:off x="535320" y="2131560"/>
              <a:ext cx="1033560" cy="496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network graph</a:t>
              </a:r>
              <a:endParaRPr lang="nl-NL" sz="1400" b="0" strike="noStrike" spc="-1">
                <a:latin typeface="Calibri"/>
              </a:endParaRPr>
            </a:p>
          </p:txBody>
        </p:sp>
      </p:grpSp>
      <p:grpSp>
        <p:nvGrpSpPr>
          <p:cNvPr id="1544" name="Group 32"/>
          <p:cNvGrpSpPr/>
          <p:nvPr/>
        </p:nvGrpSpPr>
        <p:grpSpPr>
          <a:xfrm>
            <a:off x="3508920" y="2156760"/>
            <a:ext cx="1033560" cy="459360"/>
            <a:chOff x="3508920" y="2156760"/>
            <a:chExt cx="1033560" cy="459360"/>
          </a:xfrm>
        </p:grpSpPr>
        <p:sp>
          <p:nvSpPr>
            <p:cNvPr id="1545" name="CustomShape 33"/>
            <p:cNvSpPr/>
            <p:nvPr/>
          </p:nvSpPr>
          <p:spPr>
            <a:xfrm>
              <a:off x="3526920" y="215676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46" name="CustomShape 34"/>
            <p:cNvSpPr/>
            <p:nvPr/>
          </p:nvSpPr>
          <p:spPr>
            <a:xfrm>
              <a:off x="3508920" y="2252160"/>
              <a:ext cx="1033560" cy="293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intent</a:t>
              </a:r>
              <a:endParaRPr lang="nl-NL" sz="1400" b="0" strike="noStrike" spc="-1">
                <a:latin typeface="Calibri"/>
              </a:endParaRPr>
            </a:p>
          </p:txBody>
        </p:sp>
      </p:grpSp>
      <p:grpSp>
        <p:nvGrpSpPr>
          <p:cNvPr id="1547" name="Group 35"/>
          <p:cNvGrpSpPr/>
          <p:nvPr/>
        </p:nvGrpSpPr>
        <p:grpSpPr>
          <a:xfrm>
            <a:off x="1951920" y="2129760"/>
            <a:ext cx="1033560" cy="496440"/>
            <a:chOff x="1951920" y="2129760"/>
            <a:chExt cx="1033560" cy="496440"/>
          </a:xfrm>
        </p:grpSpPr>
        <p:sp>
          <p:nvSpPr>
            <p:cNvPr id="1548" name="CustomShape 36"/>
            <p:cNvSpPr/>
            <p:nvPr/>
          </p:nvSpPr>
          <p:spPr>
            <a:xfrm>
              <a:off x="1970280" y="215532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549" name="CustomShape 37"/>
            <p:cNvSpPr/>
            <p:nvPr/>
          </p:nvSpPr>
          <p:spPr>
            <a:xfrm>
              <a:off x="1951920" y="2129760"/>
              <a:ext cx="1033560" cy="496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RESTful</a:t>
              </a:r>
              <a:endParaRPr lang="nl-NL" sz="1400" b="0" strike="noStrike" spc="-1">
                <a:latin typeface="Calibri"/>
              </a:endParaRPr>
            </a:p>
            <a:p>
              <a:pPr algn="ctr">
                <a:lnSpc>
                  <a:spcPts val="1599"/>
                </a:lnSpc>
              </a:pPr>
              <a:r>
                <a:rPr lang="en-US" sz="1400" b="0" strike="noStrike" spc="-1">
                  <a:solidFill>
                    <a:srgbClr val="000000"/>
                  </a:solidFill>
                  <a:latin typeface="Arial"/>
                  <a:ea typeface="ＭＳ Ｐゴシック"/>
                </a:rPr>
                <a:t>API</a:t>
              </a:r>
              <a:endParaRPr lang="nl-NL" sz="1400" b="0" strike="noStrike" spc="-1">
                <a:latin typeface="Calibri"/>
              </a:endParaRPr>
            </a:p>
          </p:txBody>
        </p:sp>
      </p:grpSp>
      <p:sp>
        <p:nvSpPr>
          <p:cNvPr id="1550" name="CustomShape 38"/>
          <p:cNvSpPr/>
          <p:nvPr/>
        </p:nvSpPr>
        <p:spPr>
          <a:xfrm>
            <a:off x="2914920" y="195804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551" name="Line 39"/>
          <p:cNvSpPr/>
          <p:nvPr/>
        </p:nvSpPr>
        <p:spPr>
          <a:xfrm>
            <a:off x="521280" y="1924920"/>
            <a:ext cx="411732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sp>
        <p:nvSpPr>
          <p:cNvPr id="1552" name="CustomShape 40"/>
          <p:cNvSpPr/>
          <p:nvPr/>
        </p:nvSpPr>
        <p:spPr>
          <a:xfrm>
            <a:off x="509040" y="5069880"/>
            <a:ext cx="4057200" cy="1392840"/>
          </a:xfrm>
          <a:custGeom>
            <a:avLst/>
            <a:gdLst/>
            <a:ahLst/>
            <a:cxnLst/>
            <a:rect l="l" t="t"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1553" name="Line 41"/>
          <p:cNvSpPr/>
          <p:nvPr/>
        </p:nvSpPr>
        <p:spPr>
          <a:xfrm flipV="1">
            <a:off x="1591920" y="5453280"/>
            <a:ext cx="615600" cy="282240"/>
          </a:xfrm>
          <a:prstGeom prst="line">
            <a:avLst/>
          </a:prstGeom>
          <a:ln w="34920">
            <a:solidFill>
              <a:srgbClr val="FF0000"/>
            </a:solidFill>
            <a:round/>
          </a:ln>
        </p:spPr>
        <p:style>
          <a:lnRef idx="0">
            <a:scrgbClr r="0" g="0" b="0"/>
          </a:lnRef>
          <a:fillRef idx="0">
            <a:scrgbClr r="0" g="0" b="0"/>
          </a:fillRef>
          <a:effectRef idx="0">
            <a:scrgbClr r="0" g="0" b="0"/>
          </a:effectRef>
          <a:fontRef idx="minor"/>
        </p:style>
      </p:sp>
      <p:sp>
        <p:nvSpPr>
          <p:cNvPr id="1554" name="Line 42"/>
          <p:cNvSpPr/>
          <p:nvPr/>
        </p:nvSpPr>
        <p:spPr>
          <a:xfrm>
            <a:off x="1581840" y="5759280"/>
            <a:ext cx="1651320" cy="13860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555" name="Line 43"/>
          <p:cNvSpPr/>
          <p:nvPr/>
        </p:nvSpPr>
        <p:spPr>
          <a:xfrm>
            <a:off x="1591920" y="5815800"/>
            <a:ext cx="317880" cy="38772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556" name="Line 44"/>
          <p:cNvSpPr/>
          <p:nvPr/>
        </p:nvSpPr>
        <p:spPr>
          <a:xfrm>
            <a:off x="2893680" y="5449320"/>
            <a:ext cx="333360" cy="42120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557" name="Line 45"/>
          <p:cNvSpPr/>
          <p:nvPr/>
        </p:nvSpPr>
        <p:spPr>
          <a:xfrm flipV="1">
            <a:off x="2371320" y="5956560"/>
            <a:ext cx="861840" cy="27540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558" name="CustomShape 46"/>
          <p:cNvSpPr/>
          <p:nvPr/>
        </p:nvSpPr>
        <p:spPr>
          <a:xfrm>
            <a:off x="1449360" y="1774800"/>
            <a:ext cx="710640" cy="3730320"/>
          </a:xfrm>
          <a:custGeom>
            <a:avLst/>
            <a:gdLst/>
            <a:ahLst/>
            <a:cxnLst/>
            <a:rect l="l" t="t" r="r" b="b"/>
            <a:pathLst>
              <a:path w="710887" h="2943061">
                <a:moveTo>
                  <a:pt x="34392" y="2943061"/>
                </a:moveTo>
                <a:cubicBezTo>
                  <a:pt x="643118" y="2216702"/>
                  <a:pt x="436371" y="2471136"/>
                  <a:pt x="710887" y="2082254"/>
                </a:cubicBezTo>
                <a:cubicBezTo>
                  <a:pt x="710690" y="1923079"/>
                  <a:pt x="710492" y="1881572"/>
                  <a:pt x="710295" y="1722397"/>
                </a:cubicBezTo>
                <a:cubicBezTo>
                  <a:pt x="566067" y="1680698"/>
                  <a:pt x="166093" y="1573759"/>
                  <a:pt x="21865" y="1532060"/>
                </a:cubicBezTo>
                <a:cubicBezTo>
                  <a:pt x="5542" y="849989"/>
                  <a:pt x="1676" y="727768"/>
                  <a:pt x="0" y="0"/>
                </a:cubicBezTo>
              </a:path>
            </a:pathLst>
          </a:custGeom>
          <a:noFill/>
          <a:ln w="12600">
            <a:solidFill>
              <a:schemeClr val="tx1"/>
            </a:solidFill>
            <a:round/>
            <a:tailEnd type="triangle" w="med" len="med"/>
          </a:ln>
        </p:spPr>
        <p:style>
          <a:lnRef idx="0">
            <a:scrgbClr r="0" g="0" b="0"/>
          </a:lnRef>
          <a:fillRef idx="0">
            <a:scrgbClr r="0" g="0" b="0"/>
          </a:fillRef>
          <a:effectRef idx="0">
            <a:scrgbClr r="0" g="0" b="0"/>
          </a:effectRef>
          <a:fontRef idx="minor"/>
        </p:style>
      </p:sp>
      <p:grpSp>
        <p:nvGrpSpPr>
          <p:cNvPr id="1559" name="Group 47"/>
          <p:cNvGrpSpPr/>
          <p:nvPr/>
        </p:nvGrpSpPr>
        <p:grpSpPr>
          <a:xfrm>
            <a:off x="1675080" y="4825080"/>
            <a:ext cx="307440" cy="364680"/>
            <a:chOff x="1675080" y="4825080"/>
            <a:chExt cx="307440" cy="364680"/>
          </a:xfrm>
        </p:grpSpPr>
        <p:sp>
          <p:nvSpPr>
            <p:cNvPr id="1560" name="CustomShape 48"/>
            <p:cNvSpPr/>
            <p:nvPr/>
          </p:nvSpPr>
          <p:spPr>
            <a:xfrm>
              <a:off x="1701720" y="488700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561" name="CustomShape 49"/>
            <p:cNvSpPr/>
            <p:nvPr/>
          </p:nvSpPr>
          <p:spPr>
            <a:xfrm>
              <a:off x="1675080" y="48250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1</a:t>
              </a:r>
              <a:endParaRPr lang="nl-NL" sz="1800" b="0" strike="noStrike" spc="-1">
                <a:latin typeface="Calibri"/>
              </a:endParaRPr>
            </a:p>
          </p:txBody>
        </p:sp>
      </p:grpSp>
      <p:grpSp>
        <p:nvGrpSpPr>
          <p:cNvPr id="1562" name="Group 50"/>
          <p:cNvGrpSpPr/>
          <p:nvPr/>
        </p:nvGrpSpPr>
        <p:grpSpPr>
          <a:xfrm>
            <a:off x="1767600" y="3717720"/>
            <a:ext cx="307440" cy="364680"/>
            <a:chOff x="1767600" y="3717720"/>
            <a:chExt cx="307440" cy="364680"/>
          </a:xfrm>
        </p:grpSpPr>
        <p:sp>
          <p:nvSpPr>
            <p:cNvPr id="1563" name="CustomShape 51"/>
            <p:cNvSpPr/>
            <p:nvPr/>
          </p:nvSpPr>
          <p:spPr>
            <a:xfrm>
              <a:off x="1794600" y="378000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564" name="CustomShape 52"/>
            <p:cNvSpPr/>
            <p:nvPr/>
          </p:nvSpPr>
          <p:spPr>
            <a:xfrm>
              <a:off x="1767600" y="371772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2</a:t>
              </a:r>
              <a:endParaRPr lang="nl-NL" sz="1800" b="0" strike="noStrike" spc="-1">
                <a:latin typeface="Calibri"/>
              </a:endParaRPr>
            </a:p>
          </p:txBody>
        </p:sp>
      </p:grpSp>
      <p:grpSp>
        <p:nvGrpSpPr>
          <p:cNvPr id="1565" name="Group 53"/>
          <p:cNvGrpSpPr/>
          <p:nvPr/>
        </p:nvGrpSpPr>
        <p:grpSpPr>
          <a:xfrm>
            <a:off x="1288080" y="2532240"/>
            <a:ext cx="307440" cy="364680"/>
            <a:chOff x="1288080" y="2532240"/>
            <a:chExt cx="307440" cy="364680"/>
          </a:xfrm>
        </p:grpSpPr>
        <p:sp>
          <p:nvSpPr>
            <p:cNvPr id="1566" name="CustomShape 54"/>
            <p:cNvSpPr/>
            <p:nvPr/>
          </p:nvSpPr>
          <p:spPr>
            <a:xfrm>
              <a:off x="1314720" y="259416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567" name="CustomShape 55"/>
            <p:cNvSpPr/>
            <p:nvPr/>
          </p:nvSpPr>
          <p:spPr>
            <a:xfrm>
              <a:off x="1288080" y="25322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3</a:t>
              </a:r>
              <a:endParaRPr lang="nl-NL" sz="1800" b="0" strike="noStrike" spc="-1">
                <a:latin typeface="Calibri"/>
              </a:endParaRPr>
            </a:p>
          </p:txBody>
        </p:sp>
      </p:grpSp>
      <p:sp>
        <p:nvSpPr>
          <p:cNvPr id="1568" name="CustomShape 56"/>
          <p:cNvSpPr/>
          <p:nvPr/>
        </p:nvSpPr>
        <p:spPr>
          <a:xfrm>
            <a:off x="1635480" y="1382040"/>
            <a:ext cx="36360" cy="1995480"/>
          </a:xfrm>
          <a:custGeom>
            <a:avLst/>
            <a:gdLst/>
            <a:ahLst/>
            <a:cxnLst/>
            <a:rect l="l" t="t" r="r" b="b"/>
            <a:pathLst>
              <a:path w="21600" h="21600">
                <a:moveTo>
                  <a:pt x="0" y="0"/>
                </a:moveTo>
                <a:lnTo>
                  <a:pt x="21600" y="21600"/>
                </a:lnTo>
              </a:path>
            </a:pathLst>
          </a:custGeom>
          <a:solidFill>
            <a:schemeClr val="accent1"/>
          </a:solidFill>
          <a:ln w="12600">
            <a:solidFill>
              <a:schemeClr val="tx1"/>
            </a:solidFill>
            <a:round/>
            <a:headEnd type="triangle" w="med" len="med"/>
            <a:tailEnd type="triangle" w="med" len="med"/>
          </a:ln>
        </p:spPr>
        <p:style>
          <a:lnRef idx="0">
            <a:scrgbClr r="0" g="0" b="0"/>
          </a:lnRef>
          <a:fillRef idx="0">
            <a:scrgbClr r="0" g="0" b="0"/>
          </a:fillRef>
          <a:effectRef idx="0">
            <a:scrgbClr r="0" g="0" b="0"/>
          </a:effectRef>
          <a:fontRef idx="minor"/>
        </p:style>
      </p:sp>
      <p:grpSp>
        <p:nvGrpSpPr>
          <p:cNvPr id="1569" name="Group 57"/>
          <p:cNvGrpSpPr/>
          <p:nvPr/>
        </p:nvGrpSpPr>
        <p:grpSpPr>
          <a:xfrm>
            <a:off x="1509120" y="1883880"/>
            <a:ext cx="307440" cy="364680"/>
            <a:chOff x="1509120" y="1883880"/>
            <a:chExt cx="307440" cy="364680"/>
          </a:xfrm>
        </p:grpSpPr>
        <p:sp>
          <p:nvSpPr>
            <p:cNvPr id="1570" name="CustomShape 58"/>
            <p:cNvSpPr/>
            <p:nvPr/>
          </p:nvSpPr>
          <p:spPr>
            <a:xfrm>
              <a:off x="1535760" y="194616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571" name="CustomShape 59"/>
            <p:cNvSpPr/>
            <p:nvPr/>
          </p:nvSpPr>
          <p:spPr>
            <a:xfrm>
              <a:off x="1509120" y="18838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4</a:t>
              </a:r>
              <a:endParaRPr lang="nl-NL" sz="1800" b="0" strike="noStrike" spc="-1">
                <a:latin typeface="Calibri"/>
              </a:endParaRPr>
            </a:p>
          </p:txBody>
        </p:sp>
      </p:grpSp>
      <p:sp>
        <p:nvSpPr>
          <p:cNvPr id="1572" name="CustomShape 60"/>
          <p:cNvSpPr/>
          <p:nvPr/>
        </p:nvSpPr>
        <p:spPr>
          <a:xfrm>
            <a:off x="2295720" y="1680480"/>
            <a:ext cx="1029240" cy="3309480"/>
          </a:xfrm>
          <a:custGeom>
            <a:avLst/>
            <a:gdLst/>
            <a:ahLst/>
            <a:cxnLst/>
            <a:rect l="l" t="t" r="r" b="b"/>
            <a:pathLst>
              <a:path w="1029459" h="2611201">
                <a:moveTo>
                  <a:pt x="19366" y="2611201"/>
                </a:moveTo>
                <a:lnTo>
                  <a:pt x="0" y="1719468"/>
                </a:lnTo>
                <a:lnTo>
                  <a:pt x="690772" y="1713969"/>
                </a:lnTo>
                <a:cubicBezTo>
                  <a:pt x="953779" y="1301650"/>
                  <a:pt x="837892" y="1502072"/>
                  <a:pt x="1029198" y="1174881"/>
                </a:cubicBezTo>
                <a:cubicBezTo>
                  <a:pt x="1031684" y="714767"/>
                  <a:pt x="1016613" y="902614"/>
                  <a:pt x="976765" y="0"/>
                </a:cubicBezTo>
              </a:path>
            </a:pathLst>
          </a:custGeom>
          <a:noFill/>
          <a:ln w="12600">
            <a:solidFill>
              <a:schemeClr val="tx1"/>
            </a:solidFill>
            <a:round/>
            <a:headEnd type="triangle" w="med" len="med"/>
          </a:ln>
        </p:spPr>
        <p:style>
          <a:lnRef idx="0">
            <a:scrgbClr r="0" g="0" b="0"/>
          </a:lnRef>
          <a:fillRef idx="0">
            <a:scrgbClr r="0" g="0" b="0"/>
          </a:fillRef>
          <a:effectRef idx="0">
            <a:scrgbClr r="0" g="0" b="0"/>
          </a:effectRef>
          <a:fontRef idx="minor"/>
        </p:style>
      </p:sp>
      <p:sp>
        <p:nvSpPr>
          <p:cNvPr id="1573" name="CustomShape 61"/>
          <p:cNvSpPr/>
          <p:nvPr/>
        </p:nvSpPr>
        <p:spPr>
          <a:xfrm>
            <a:off x="2333880" y="4796280"/>
            <a:ext cx="165600" cy="44352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574" name="CustomShape 62"/>
          <p:cNvSpPr/>
          <p:nvPr/>
        </p:nvSpPr>
        <p:spPr>
          <a:xfrm flipH="1">
            <a:off x="1630080" y="4825080"/>
            <a:ext cx="697320" cy="76248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grpSp>
        <p:nvGrpSpPr>
          <p:cNvPr id="1575" name="Group 63"/>
          <p:cNvGrpSpPr/>
          <p:nvPr/>
        </p:nvGrpSpPr>
        <p:grpSpPr>
          <a:xfrm>
            <a:off x="2184120" y="4660920"/>
            <a:ext cx="323280" cy="378000"/>
            <a:chOff x="2184120" y="4660920"/>
            <a:chExt cx="323280" cy="378000"/>
          </a:xfrm>
        </p:grpSpPr>
        <p:sp>
          <p:nvSpPr>
            <p:cNvPr id="1576" name="CustomShape 64"/>
            <p:cNvSpPr/>
            <p:nvPr/>
          </p:nvSpPr>
          <p:spPr>
            <a:xfrm rot="21446400">
              <a:off x="2219040" y="472932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577" name="CustomShape 65"/>
            <p:cNvSpPr/>
            <p:nvPr/>
          </p:nvSpPr>
          <p:spPr>
            <a:xfrm rot="21446400">
              <a:off x="2192040" y="466740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6</a:t>
              </a:r>
              <a:endParaRPr lang="nl-NL" sz="1800" b="0" strike="noStrike" spc="-1">
                <a:latin typeface="Calibri"/>
              </a:endParaRPr>
            </a:p>
          </p:txBody>
        </p:sp>
      </p:grpSp>
      <p:grpSp>
        <p:nvGrpSpPr>
          <p:cNvPr id="1578" name="Group 66"/>
          <p:cNvGrpSpPr/>
          <p:nvPr/>
        </p:nvGrpSpPr>
        <p:grpSpPr>
          <a:xfrm>
            <a:off x="3132720" y="1900440"/>
            <a:ext cx="307440" cy="364680"/>
            <a:chOff x="3132720" y="1900440"/>
            <a:chExt cx="307440" cy="364680"/>
          </a:xfrm>
        </p:grpSpPr>
        <p:sp>
          <p:nvSpPr>
            <p:cNvPr id="1579" name="CustomShape 67"/>
            <p:cNvSpPr/>
            <p:nvPr/>
          </p:nvSpPr>
          <p:spPr>
            <a:xfrm>
              <a:off x="3159360" y="196236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580" name="CustomShape 68"/>
            <p:cNvSpPr/>
            <p:nvPr/>
          </p:nvSpPr>
          <p:spPr>
            <a:xfrm>
              <a:off x="3132720" y="19004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5</a:t>
              </a:r>
              <a:endParaRPr lang="nl-NL" sz="1800" b="0" strike="noStrike" spc="-1">
                <a:latin typeface="Calibri"/>
              </a:endParaRPr>
            </a:p>
          </p:txBody>
        </p:sp>
      </p:grpSp>
      <p:sp>
        <p:nvSpPr>
          <p:cNvPr id="1581" name="CustomShape 69"/>
          <p:cNvSpPr/>
          <p:nvPr/>
        </p:nvSpPr>
        <p:spPr>
          <a:xfrm rot="5400000">
            <a:off x="1970640" y="419400"/>
            <a:ext cx="630720" cy="2234880"/>
          </a:xfrm>
          <a:prstGeom prst="ellipse">
            <a:avLst/>
          </a:prstGeom>
          <a:solidFill>
            <a:schemeClr val="accent1">
              <a:lumMod val="60000"/>
              <a:lumOff val="40000"/>
            </a:schemeClr>
          </a:solidFill>
          <a:ln w="12600">
            <a:noFill/>
          </a:ln>
          <a:effectLst>
            <a:outerShdw blurRad="50800" dist="37674" dir="2700000" algn="tl" rotWithShape="0">
              <a:schemeClr val="accent1">
                <a:lumMod val="75000"/>
                <a:alpha val="43000"/>
              </a:schemeClr>
            </a:outerShdw>
          </a:effectLst>
        </p:spPr>
        <p:style>
          <a:lnRef idx="0">
            <a:scrgbClr r="0" g="0" b="0"/>
          </a:lnRef>
          <a:fillRef idx="0">
            <a:scrgbClr r="0" g="0" b="0"/>
          </a:fillRef>
          <a:effectRef idx="0">
            <a:scrgbClr r="0" g="0" b="0"/>
          </a:effectRef>
          <a:fontRef idx="minor"/>
        </p:style>
      </p:sp>
      <p:sp>
        <p:nvSpPr>
          <p:cNvPr id="1582" name="CustomShape 70"/>
          <p:cNvSpPr/>
          <p:nvPr/>
        </p:nvSpPr>
        <p:spPr>
          <a:xfrm>
            <a:off x="1318320" y="1335960"/>
            <a:ext cx="1927800" cy="4964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600" b="0" strike="noStrike" spc="-1">
                <a:solidFill>
                  <a:srgbClr val="000000"/>
                </a:solidFill>
                <a:latin typeface="Arial"/>
                <a:ea typeface="ＭＳ Ｐゴシック"/>
              </a:rPr>
              <a:t>Dijkstra’s link-state </a:t>
            </a:r>
            <a:endParaRPr lang="nl-NL" sz="1600" b="0" strike="noStrike" spc="-1">
              <a:latin typeface="Calibri"/>
            </a:endParaRPr>
          </a:p>
          <a:p>
            <a:pPr algn="ctr">
              <a:lnSpc>
                <a:spcPts val="1599"/>
              </a:lnSpc>
            </a:pPr>
            <a:r>
              <a:rPr lang="en-US" sz="1600" b="0" strike="noStrike" spc="-1">
                <a:solidFill>
                  <a:srgbClr val="000000"/>
                </a:solidFill>
                <a:latin typeface="Arial"/>
                <a:ea typeface="ＭＳ Ｐゴシック"/>
              </a:rPr>
              <a:t>Routing</a:t>
            </a:r>
            <a:endParaRPr lang="nl-NL" sz="1600" b="0" strike="noStrike" spc="-1">
              <a:latin typeface="Calibri"/>
            </a:endParaRPr>
          </a:p>
        </p:txBody>
      </p:sp>
      <p:grpSp>
        <p:nvGrpSpPr>
          <p:cNvPr id="1583" name="Group 71"/>
          <p:cNvGrpSpPr/>
          <p:nvPr/>
        </p:nvGrpSpPr>
        <p:grpSpPr>
          <a:xfrm>
            <a:off x="921600" y="5536440"/>
            <a:ext cx="687600" cy="465480"/>
            <a:chOff x="921600" y="5536440"/>
            <a:chExt cx="687600" cy="465480"/>
          </a:xfrm>
        </p:grpSpPr>
        <p:grpSp>
          <p:nvGrpSpPr>
            <p:cNvPr id="1584" name="Group 72"/>
            <p:cNvGrpSpPr/>
            <p:nvPr/>
          </p:nvGrpSpPr>
          <p:grpSpPr>
            <a:xfrm>
              <a:off x="921600" y="5536440"/>
              <a:ext cx="687600" cy="403560"/>
              <a:chOff x="921600" y="5536440"/>
              <a:chExt cx="687600" cy="403560"/>
            </a:xfrm>
          </p:grpSpPr>
          <p:sp>
            <p:nvSpPr>
              <p:cNvPr id="1585" name="CustomShape 73"/>
              <p:cNvSpPr/>
              <p:nvPr/>
            </p:nvSpPr>
            <p:spPr>
              <a:xfrm flipV="1">
                <a:off x="923760" y="564408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86" name="CustomShape 74"/>
              <p:cNvSpPr/>
              <p:nvPr/>
            </p:nvSpPr>
            <p:spPr>
              <a:xfrm>
                <a:off x="921960" y="568800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87" name="CustomShape 75"/>
              <p:cNvSpPr/>
              <p:nvPr/>
            </p:nvSpPr>
            <p:spPr>
              <a:xfrm flipV="1">
                <a:off x="921960" y="553644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88" name="CustomShape 76"/>
              <p:cNvSpPr/>
              <p:nvPr/>
            </p:nvSpPr>
            <p:spPr>
              <a:xfrm>
                <a:off x="1097640" y="562644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89" name="CustomShape 77"/>
              <p:cNvSpPr/>
              <p:nvPr/>
            </p:nvSpPr>
            <p:spPr>
              <a:xfrm>
                <a:off x="1062720" y="558936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90" name="CustomShape 78"/>
              <p:cNvSpPr/>
              <p:nvPr/>
            </p:nvSpPr>
            <p:spPr>
              <a:xfrm>
                <a:off x="1327320" y="567720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91" name="CustomShape 79"/>
              <p:cNvSpPr/>
              <p:nvPr/>
            </p:nvSpPr>
            <p:spPr>
              <a:xfrm>
                <a:off x="1055160" y="56793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92" name="Line 80"/>
              <p:cNvSpPr/>
              <p:nvPr/>
            </p:nvSpPr>
            <p:spPr>
              <a:xfrm flipH="1" flipV="1">
                <a:off x="921600" y="568332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593" name="Line 81"/>
              <p:cNvSpPr/>
              <p:nvPr/>
            </p:nvSpPr>
            <p:spPr>
              <a:xfrm flipH="1" flipV="1">
                <a:off x="1607040" y="568116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594" name="Group 82"/>
            <p:cNvGrpSpPr/>
            <p:nvPr/>
          </p:nvGrpSpPr>
          <p:grpSpPr>
            <a:xfrm>
              <a:off x="1036440" y="5606640"/>
              <a:ext cx="450720" cy="395280"/>
              <a:chOff x="1036440" y="5606640"/>
              <a:chExt cx="450720" cy="395280"/>
            </a:xfrm>
          </p:grpSpPr>
          <p:sp>
            <p:nvSpPr>
              <p:cNvPr id="1595" name="CustomShape 83"/>
              <p:cNvSpPr/>
              <p:nvPr/>
            </p:nvSpPr>
            <p:spPr>
              <a:xfrm>
                <a:off x="1054080" y="570492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96" name="CustomShape 84"/>
              <p:cNvSpPr/>
              <p:nvPr/>
            </p:nvSpPr>
            <p:spPr>
              <a:xfrm>
                <a:off x="1036440" y="560664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s1</a:t>
                </a:r>
                <a:endParaRPr lang="nl-NL" sz="2000" b="0" strike="noStrike" spc="-1">
                  <a:latin typeface="Calibri"/>
                </a:endParaRPr>
              </a:p>
            </p:txBody>
          </p:sp>
        </p:grpSp>
      </p:grpSp>
      <p:grpSp>
        <p:nvGrpSpPr>
          <p:cNvPr id="1597" name="Group 85"/>
          <p:cNvGrpSpPr/>
          <p:nvPr/>
        </p:nvGrpSpPr>
        <p:grpSpPr>
          <a:xfrm>
            <a:off x="2206440" y="5245200"/>
            <a:ext cx="687240" cy="465480"/>
            <a:chOff x="2206440" y="5245200"/>
            <a:chExt cx="687240" cy="465480"/>
          </a:xfrm>
        </p:grpSpPr>
        <p:grpSp>
          <p:nvGrpSpPr>
            <p:cNvPr id="1598" name="Group 86"/>
            <p:cNvGrpSpPr/>
            <p:nvPr/>
          </p:nvGrpSpPr>
          <p:grpSpPr>
            <a:xfrm>
              <a:off x="2206440" y="5245200"/>
              <a:ext cx="687240" cy="403560"/>
              <a:chOff x="2206440" y="5245200"/>
              <a:chExt cx="687240" cy="403560"/>
            </a:xfrm>
          </p:grpSpPr>
          <p:sp>
            <p:nvSpPr>
              <p:cNvPr id="1599" name="CustomShape 87"/>
              <p:cNvSpPr/>
              <p:nvPr/>
            </p:nvSpPr>
            <p:spPr>
              <a:xfrm flipV="1">
                <a:off x="2208600" y="535284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0" name="CustomShape 88"/>
              <p:cNvSpPr/>
              <p:nvPr/>
            </p:nvSpPr>
            <p:spPr>
              <a:xfrm>
                <a:off x="2206440" y="539676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1" name="CustomShape 89"/>
              <p:cNvSpPr/>
              <p:nvPr/>
            </p:nvSpPr>
            <p:spPr>
              <a:xfrm flipV="1">
                <a:off x="2206440" y="524520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2" name="CustomShape 90"/>
              <p:cNvSpPr/>
              <p:nvPr/>
            </p:nvSpPr>
            <p:spPr>
              <a:xfrm>
                <a:off x="2382480" y="533520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3" name="CustomShape 91"/>
              <p:cNvSpPr/>
              <p:nvPr/>
            </p:nvSpPr>
            <p:spPr>
              <a:xfrm>
                <a:off x="2347560" y="529776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4" name="CustomShape 92"/>
              <p:cNvSpPr/>
              <p:nvPr/>
            </p:nvSpPr>
            <p:spPr>
              <a:xfrm>
                <a:off x="2612160" y="538560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5" name="CustomShape 93"/>
              <p:cNvSpPr/>
              <p:nvPr/>
            </p:nvSpPr>
            <p:spPr>
              <a:xfrm>
                <a:off x="2340000" y="53877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6" name="Line 94"/>
              <p:cNvSpPr/>
              <p:nvPr/>
            </p:nvSpPr>
            <p:spPr>
              <a:xfrm flipH="1" flipV="1">
                <a:off x="2206440" y="539208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607" name="Line 95"/>
              <p:cNvSpPr/>
              <p:nvPr/>
            </p:nvSpPr>
            <p:spPr>
              <a:xfrm flipH="1" flipV="1">
                <a:off x="2891880" y="538992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608" name="Group 96"/>
            <p:cNvGrpSpPr/>
            <p:nvPr/>
          </p:nvGrpSpPr>
          <p:grpSpPr>
            <a:xfrm>
              <a:off x="2321280" y="5315400"/>
              <a:ext cx="450720" cy="395280"/>
              <a:chOff x="2321280" y="5315400"/>
              <a:chExt cx="450720" cy="395280"/>
            </a:xfrm>
          </p:grpSpPr>
          <p:sp>
            <p:nvSpPr>
              <p:cNvPr id="1609" name="CustomShape 97"/>
              <p:cNvSpPr/>
              <p:nvPr/>
            </p:nvSpPr>
            <p:spPr>
              <a:xfrm>
                <a:off x="2338560" y="541368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0" name="CustomShape 98"/>
              <p:cNvSpPr/>
              <p:nvPr/>
            </p:nvSpPr>
            <p:spPr>
              <a:xfrm>
                <a:off x="2321280" y="531540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s2</a:t>
                </a:r>
                <a:endParaRPr lang="nl-NL" sz="2000" b="0" strike="noStrike" spc="-1">
                  <a:latin typeface="Calibri"/>
                </a:endParaRPr>
              </a:p>
            </p:txBody>
          </p:sp>
        </p:grpSp>
      </p:grpSp>
      <p:grpSp>
        <p:nvGrpSpPr>
          <p:cNvPr id="1611" name="Group 99"/>
          <p:cNvGrpSpPr/>
          <p:nvPr/>
        </p:nvGrpSpPr>
        <p:grpSpPr>
          <a:xfrm>
            <a:off x="1909800" y="5999400"/>
            <a:ext cx="687600" cy="465480"/>
            <a:chOff x="1909800" y="5999400"/>
            <a:chExt cx="687600" cy="465480"/>
          </a:xfrm>
        </p:grpSpPr>
        <p:grpSp>
          <p:nvGrpSpPr>
            <p:cNvPr id="1612" name="Group 100"/>
            <p:cNvGrpSpPr/>
            <p:nvPr/>
          </p:nvGrpSpPr>
          <p:grpSpPr>
            <a:xfrm>
              <a:off x="1909800" y="5999400"/>
              <a:ext cx="687600" cy="403560"/>
              <a:chOff x="1909800" y="5999400"/>
              <a:chExt cx="687600" cy="403560"/>
            </a:xfrm>
          </p:grpSpPr>
          <p:sp>
            <p:nvSpPr>
              <p:cNvPr id="1613" name="CustomShape 101"/>
              <p:cNvSpPr/>
              <p:nvPr/>
            </p:nvSpPr>
            <p:spPr>
              <a:xfrm flipV="1">
                <a:off x="1911960" y="610704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4" name="CustomShape 102"/>
              <p:cNvSpPr/>
              <p:nvPr/>
            </p:nvSpPr>
            <p:spPr>
              <a:xfrm>
                <a:off x="1910160" y="615096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5" name="CustomShape 103"/>
              <p:cNvSpPr/>
              <p:nvPr/>
            </p:nvSpPr>
            <p:spPr>
              <a:xfrm flipV="1">
                <a:off x="1910160" y="599940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6" name="CustomShape 104"/>
              <p:cNvSpPr/>
              <p:nvPr/>
            </p:nvSpPr>
            <p:spPr>
              <a:xfrm>
                <a:off x="2085840" y="608940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7" name="CustomShape 105"/>
              <p:cNvSpPr/>
              <p:nvPr/>
            </p:nvSpPr>
            <p:spPr>
              <a:xfrm>
                <a:off x="2051280" y="605196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8" name="CustomShape 106"/>
              <p:cNvSpPr/>
              <p:nvPr/>
            </p:nvSpPr>
            <p:spPr>
              <a:xfrm>
                <a:off x="2315520" y="613980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9" name="CustomShape 107"/>
              <p:cNvSpPr/>
              <p:nvPr/>
            </p:nvSpPr>
            <p:spPr>
              <a:xfrm>
                <a:off x="2043360" y="61419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0" name="Line 108"/>
              <p:cNvSpPr/>
              <p:nvPr/>
            </p:nvSpPr>
            <p:spPr>
              <a:xfrm flipH="1" flipV="1">
                <a:off x="1909800" y="614628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621" name="Line 109"/>
              <p:cNvSpPr/>
              <p:nvPr/>
            </p:nvSpPr>
            <p:spPr>
              <a:xfrm flipH="1" flipV="1">
                <a:off x="2595600" y="614412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622" name="Group 110"/>
            <p:cNvGrpSpPr/>
            <p:nvPr/>
          </p:nvGrpSpPr>
          <p:grpSpPr>
            <a:xfrm>
              <a:off x="2024640" y="6069600"/>
              <a:ext cx="450720" cy="395280"/>
              <a:chOff x="2024640" y="6069600"/>
              <a:chExt cx="450720" cy="395280"/>
            </a:xfrm>
          </p:grpSpPr>
          <p:sp>
            <p:nvSpPr>
              <p:cNvPr id="1623" name="CustomShape 111"/>
              <p:cNvSpPr/>
              <p:nvPr/>
            </p:nvSpPr>
            <p:spPr>
              <a:xfrm>
                <a:off x="2042280" y="616788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4" name="CustomShape 112"/>
              <p:cNvSpPr/>
              <p:nvPr/>
            </p:nvSpPr>
            <p:spPr>
              <a:xfrm>
                <a:off x="2024640" y="606960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s3</a:t>
                </a:r>
                <a:endParaRPr lang="nl-NL" sz="2000" b="0" strike="noStrike" spc="-1">
                  <a:latin typeface="Calibri"/>
                </a:endParaRPr>
              </a:p>
            </p:txBody>
          </p:sp>
        </p:grpSp>
      </p:grpSp>
      <p:grpSp>
        <p:nvGrpSpPr>
          <p:cNvPr id="1625" name="Group 113"/>
          <p:cNvGrpSpPr/>
          <p:nvPr/>
        </p:nvGrpSpPr>
        <p:grpSpPr>
          <a:xfrm>
            <a:off x="3077280" y="5718240"/>
            <a:ext cx="687600" cy="465480"/>
            <a:chOff x="3077280" y="5718240"/>
            <a:chExt cx="687600" cy="465480"/>
          </a:xfrm>
        </p:grpSpPr>
        <p:grpSp>
          <p:nvGrpSpPr>
            <p:cNvPr id="1626" name="Group 114"/>
            <p:cNvGrpSpPr/>
            <p:nvPr/>
          </p:nvGrpSpPr>
          <p:grpSpPr>
            <a:xfrm>
              <a:off x="3077280" y="5718240"/>
              <a:ext cx="687600" cy="403560"/>
              <a:chOff x="3077280" y="5718240"/>
              <a:chExt cx="687600" cy="403560"/>
            </a:xfrm>
          </p:grpSpPr>
          <p:sp>
            <p:nvSpPr>
              <p:cNvPr id="1627" name="CustomShape 115"/>
              <p:cNvSpPr/>
              <p:nvPr/>
            </p:nvSpPr>
            <p:spPr>
              <a:xfrm flipV="1">
                <a:off x="3079440" y="582588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8" name="CustomShape 116"/>
              <p:cNvSpPr/>
              <p:nvPr/>
            </p:nvSpPr>
            <p:spPr>
              <a:xfrm>
                <a:off x="3077640" y="586980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9" name="CustomShape 117"/>
              <p:cNvSpPr/>
              <p:nvPr/>
            </p:nvSpPr>
            <p:spPr>
              <a:xfrm flipV="1">
                <a:off x="3077640" y="571824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0" name="CustomShape 118"/>
              <p:cNvSpPr/>
              <p:nvPr/>
            </p:nvSpPr>
            <p:spPr>
              <a:xfrm>
                <a:off x="3253320" y="580824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1" name="CustomShape 119"/>
              <p:cNvSpPr/>
              <p:nvPr/>
            </p:nvSpPr>
            <p:spPr>
              <a:xfrm>
                <a:off x="3218400" y="577080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2" name="CustomShape 120"/>
              <p:cNvSpPr/>
              <p:nvPr/>
            </p:nvSpPr>
            <p:spPr>
              <a:xfrm>
                <a:off x="3483000" y="585864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3" name="CustomShape 121"/>
              <p:cNvSpPr/>
              <p:nvPr/>
            </p:nvSpPr>
            <p:spPr>
              <a:xfrm>
                <a:off x="3210840" y="58611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4" name="Line 122"/>
              <p:cNvSpPr/>
              <p:nvPr/>
            </p:nvSpPr>
            <p:spPr>
              <a:xfrm flipH="1" flipV="1">
                <a:off x="3077280" y="586512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635" name="Line 123"/>
              <p:cNvSpPr/>
              <p:nvPr/>
            </p:nvSpPr>
            <p:spPr>
              <a:xfrm flipH="1" flipV="1">
                <a:off x="3762720" y="586296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636" name="Group 124"/>
            <p:cNvGrpSpPr/>
            <p:nvPr/>
          </p:nvGrpSpPr>
          <p:grpSpPr>
            <a:xfrm>
              <a:off x="3192120" y="5788440"/>
              <a:ext cx="450720" cy="395280"/>
              <a:chOff x="3192120" y="5788440"/>
              <a:chExt cx="450720" cy="395280"/>
            </a:xfrm>
          </p:grpSpPr>
          <p:sp>
            <p:nvSpPr>
              <p:cNvPr id="1637" name="CustomShape 125"/>
              <p:cNvSpPr/>
              <p:nvPr/>
            </p:nvSpPr>
            <p:spPr>
              <a:xfrm>
                <a:off x="3209760" y="588672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8" name="CustomShape 126"/>
              <p:cNvSpPr/>
              <p:nvPr/>
            </p:nvSpPr>
            <p:spPr>
              <a:xfrm>
                <a:off x="3192120" y="578844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s4</a:t>
                </a:r>
                <a:endParaRPr lang="nl-NL" sz="2000" b="0" strike="noStrike" spc="-1">
                  <a:latin typeface="Calibri"/>
                </a:endParaRPr>
              </a:p>
            </p:txBody>
          </p:sp>
        </p:grpSp>
      </p:grpSp>
      <p:sp>
        <p:nvSpPr>
          <p:cNvPr id="1639" name="CustomShape 127"/>
          <p:cNvSpPr/>
          <p:nvPr/>
        </p:nvSpPr>
        <p:spPr>
          <a:xfrm>
            <a:off x="2476080" y="4898520"/>
            <a:ext cx="905760" cy="76932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pic>
        <p:nvPicPr>
          <p:cNvPr id="1640" name="Picture 12" descr="underline_base"/>
          <p:cNvPicPr/>
          <p:nvPr/>
        </p:nvPicPr>
        <p:blipFill>
          <a:blip r:embed="rId2"/>
          <a:stretch/>
        </p:blipFill>
        <p:spPr>
          <a:xfrm>
            <a:off x="2464200" y="773640"/>
            <a:ext cx="6613920" cy="154800"/>
          </a:xfrm>
          <a:prstGeom prst="rect">
            <a:avLst/>
          </a:prstGeom>
          <a:ln>
            <a:noFill/>
          </a:ln>
        </p:spPr>
      </p:pic>
      <p:sp>
        <p:nvSpPr>
          <p:cNvPr id="1641" name="CustomShape 128"/>
          <p:cNvSpPr/>
          <p:nvPr/>
        </p:nvSpPr>
        <p:spPr>
          <a:xfrm>
            <a:off x="2390040" y="203760"/>
            <a:ext cx="7421040" cy="11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600" b="0" strike="noStrike" spc="-1">
                <a:solidFill>
                  <a:srgbClr val="000099"/>
                </a:solidFill>
                <a:latin typeface="Calibri"/>
                <a:ea typeface="ＭＳ Ｐゴシック"/>
              </a:rPr>
              <a:t>SDN: control/data plane interaction</a:t>
            </a:r>
            <a:endParaRPr lang="nl-NL" sz="3600" b="0" strike="noStrike" spc="-1">
              <a:latin typeface="Calibri"/>
            </a:endParaRPr>
          </a:p>
        </p:txBody>
      </p:sp>
      <p:grpSp>
        <p:nvGrpSpPr>
          <p:cNvPr id="1642" name="Group 129"/>
          <p:cNvGrpSpPr/>
          <p:nvPr/>
        </p:nvGrpSpPr>
        <p:grpSpPr>
          <a:xfrm>
            <a:off x="5329080" y="1234440"/>
            <a:ext cx="3373200" cy="843840"/>
            <a:chOff x="5329080" y="1234440"/>
            <a:chExt cx="3373200" cy="843840"/>
          </a:xfrm>
        </p:grpSpPr>
        <p:sp>
          <p:nvSpPr>
            <p:cNvPr id="1643" name="CustomShape 130"/>
            <p:cNvSpPr/>
            <p:nvPr/>
          </p:nvSpPr>
          <p:spPr>
            <a:xfrm>
              <a:off x="5654520" y="1248120"/>
              <a:ext cx="3047760" cy="83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000000"/>
                  </a:solidFill>
                  <a:latin typeface="Calibri"/>
                  <a:ea typeface="ＭＳ Ｐゴシック"/>
                </a:rPr>
                <a:t>S1, experiencing link failure using OpenFlow port status message to notify controller</a:t>
              </a:r>
              <a:endParaRPr lang="nl-NL" sz="1800" b="0" strike="noStrike" spc="-1">
                <a:latin typeface="Calibri"/>
              </a:endParaRPr>
            </a:p>
          </p:txBody>
        </p:sp>
        <p:grpSp>
          <p:nvGrpSpPr>
            <p:cNvPr id="1644" name="Group 131"/>
            <p:cNvGrpSpPr/>
            <p:nvPr/>
          </p:nvGrpSpPr>
          <p:grpSpPr>
            <a:xfrm>
              <a:off x="5329080" y="1234440"/>
              <a:ext cx="307440" cy="364680"/>
              <a:chOff x="5329080" y="1234440"/>
              <a:chExt cx="307440" cy="364680"/>
            </a:xfrm>
          </p:grpSpPr>
          <p:sp>
            <p:nvSpPr>
              <p:cNvPr id="1645" name="CustomShape 132"/>
              <p:cNvSpPr/>
              <p:nvPr/>
            </p:nvSpPr>
            <p:spPr>
              <a:xfrm>
                <a:off x="5345640" y="1296360"/>
                <a:ext cx="27180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646" name="CustomShape 133"/>
              <p:cNvSpPr/>
              <p:nvPr/>
            </p:nvSpPr>
            <p:spPr>
              <a:xfrm>
                <a:off x="5329080" y="12344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1</a:t>
                </a:r>
                <a:endParaRPr lang="nl-NL" sz="1800" b="0" strike="noStrike" spc="-1">
                  <a:latin typeface="Calibri"/>
                </a:endParaRPr>
              </a:p>
            </p:txBody>
          </p:sp>
        </p:grpSp>
      </p:grpSp>
      <p:grpSp>
        <p:nvGrpSpPr>
          <p:cNvPr id="1647" name="Group 134"/>
          <p:cNvGrpSpPr/>
          <p:nvPr/>
        </p:nvGrpSpPr>
        <p:grpSpPr>
          <a:xfrm>
            <a:off x="5361840" y="2228760"/>
            <a:ext cx="3386160" cy="844200"/>
            <a:chOff x="5361840" y="2228760"/>
            <a:chExt cx="3386160" cy="844200"/>
          </a:xfrm>
        </p:grpSpPr>
        <p:sp>
          <p:nvSpPr>
            <p:cNvPr id="1648" name="CustomShape 135"/>
            <p:cNvSpPr/>
            <p:nvPr/>
          </p:nvSpPr>
          <p:spPr>
            <a:xfrm>
              <a:off x="5700240" y="2242800"/>
              <a:ext cx="3047760" cy="83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000000"/>
                  </a:solidFill>
                  <a:latin typeface="Calibri"/>
                  <a:ea typeface="ＭＳ Ｐゴシック"/>
                </a:rPr>
                <a:t>SDN controller receives OpenFlow message, updates link status info</a:t>
              </a:r>
              <a:endParaRPr lang="nl-NL" sz="1800" b="0" strike="noStrike" spc="-1">
                <a:latin typeface="Calibri"/>
              </a:endParaRPr>
            </a:p>
          </p:txBody>
        </p:sp>
        <p:grpSp>
          <p:nvGrpSpPr>
            <p:cNvPr id="1649" name="Group 136"/>
            <p:cNvGrpSpPr/>
            <p:nvPr/>
          </p:nvGrpSpPr>
          <p:grpSpPr>
            <a:xfrm>
              <a:off x="5361840" y="2228760"/>
              <a:ext cx="307440" cy="364680"/>
              <a:chOff x="5361840" y="2228760"/>
              <a:chExt cx="307440" cy="364680"/>
            </a:xfrm>
          </p:grpSpPr>
          <p:sp>
            <p:nvSpPr>
              <p:cNvPr id="1650" name="CustomShape 137"/>
              <p:cNvSpPr/>
              <p:nvPr/>
            </p:nvSpPr>
            <p:spPr>
              <a:xfrm>
                <a:off x="5391000" y="2291040"/>
                <a:ext cx="27180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651" name="CustomShape 138"/>
              <p:cNvSpPr/>
              <p:nvPr/>
            </p:nvSpPr>
            <p:spPr>
              <a:xfrm>
                <a:off x="5361840" y="222876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2</a:t>
                </a:r>
                <a:endParaRPr lang="nl-NL" sz="1800" b="0" strike="noStrike" spc="-1">
                  <a:latin typeface="Calibri"/>
                </a:endParaRPr>
              </a:p>
            </p:txBody>
          </p:sp>
        </p:grpSp>
      </p:grpSp>
      <p:grpSp>
        <p:nvGrpSpPr>
          <p:cNvPr id="1652" name="Group 139"/>
          <p:cNvGrpSpPr/>
          <p:nvPr/>
        </p:nvGrpSpPr>
        <p:grpSpPr>
          <a:xfrm>
            <a:off x="5367240" y="3156480"/>
            <a:ext cx="3385800" cy="1337400"/>
            <a:chOff x="5367240" y="3156480"/>
            <a:chExt cx="3385800" cy="1337400"/>
          </a:xfrm>
        </p:grpSpPr>
        <p:sp>
          <p:nvSpPr>
            <p:cNvPr id="1653" name="CustomShape 140"/>
            <p:cNvSpPr/>
            <p:nvPr/>
          </p:nvSpPr>
          <p:spPr>
            <a:xfrm>
              <a:off x="5705280" y="3170520"/>
              <a:ext cx="304776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000000"/>
                  </a:solidFill>
                  <a:latin typeface="Calibri"/>
                  <a:ea typeface="ＭＳ Ｐゴシック"/>
                </a:rPr>
                <a:t>Dijkstra’s routing algorithm application has previously registered to be called when ever link status changes.  It is called.</a:t>
              </a:r>
              <a:endParaRPr lang="nl-NL" sz="1800" b="0" strike="noStrike" spc="-1">
                <a:latin typeface="Calibri"/>
              </a:endParaRPr>
            </a:p>
          </p:txBody>
        </p:sp>
        <p:grpSp>
          <p:nvGrpSpPr>
            <p:cNvPr id="1654" name="Group 141"/>
            <p:cNvGrpSpPr/>
            <p:nvPr/>
          </p:nvGrpSpPr>
          <p:grpSpPr>
            <a:xfrm>
              <a:off x="5367240" y="3156480"/>
              <a:ext cx="307440" cy="364680"/>
              <a:chOff x="5367240" y="3156480"/>
              <a:chExt cx="307440" cy="364680"/>
            </a:xfrm>
          </p:grpSpPr>
          <p:sp>
            <p:nvSpPr>
              <p:cNvPr id="1655" name="CustomShape 142"/>
              <p:cNvSpPr/>
              <p:nvPr/>
            </p:nvSpPr>
            <p:spPr>
              <a:xfrm>
                <a:off x="5396400" y="3218760"/>
                <a:ext cx="27180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656" name="CustomShape 143"/>
              <p:cNvSpPr/>
              <p:nvPr/>
            </p:nvSpPr>
            <p:spPr>
              <a:xfrm>
                <a:off x="5367240" y="31564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3</a:t>
                </a:r>
                <a:endParaRPr lang="nl-NL" sz="1800" b="0" strike="noStrike" spc="-1">
                  <a:latin typeface="Calibri"/>
                </a:endParaRPr>
              </a:p>
            </p:txBody>
          </p:sp>
        </p:grpSp>
      </p:grpSp>
      <p:grpSp>
        <p:nvGrpSpPr>
          <p:cNvPr id="1657" name="Group 144"/>
          <p:cNvGrpSpPr/>
          <p:nvPr/>
        </p:nvGrpSpPr>
        <p:grpSpPr>
          <a:xfrm>
            <a:off x="5359320" y="4538880"/>
            <a:ext cx="3385800" cy="1090800"/>
            <a:chOff x="5359320" y="4538880"/>
            <a:chExt cx="3385800" cy="1090800"/>
          </a:xfrm>
        </p:grpSpPr>
        <p:sp>
          <p:nvSpPr>
            <p:cNvPr id="1658" name="CustomShape 145"/>
            <p:cNvSpPr/>
            <p:nvPr/>
          </p:nvSpPr>
          <p:spPr>
            <a:xfrm>
              <a:off x="5697360" y="4552920"/>
              <a:ext cx="3047760" cy="1076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000000"/>
                  </a:solidFill>
                  <a:latin typeface="Calibri"/>
                  <a:ea typeface="ＭＳ Ｐゴシック"/>
                </a:rPr>
                <a:t>Dijkstra’s routing algorithm access network graph info, link state info in controller,  computes new routes</a:t>
              </a:r>
              <a:endParaRPr lang="nl-NL" sz="1800" b="0" strike="noStrike" spc="-1">
                <a:latin typeface="Calibri"/>
              </a:endParaRPr>
            </a:p>
          </p:txBody>
        </p:sp>
        <p:grpSp>
          <p:nvGrpSpPr>
            <p:cNvPr id="1659" name="Group 146"/>
            <p:cNvGrpSpPr/>
            <p:nvPr/>
          </p:nvGrpSpPr>
          <p:grpSpPr>
            <a:xfrm>
              <a:off x="5359320" y="4538880"/>
              <a:ext cx="307440" cy="364680"/>
              <a:chOff x="5359320" y="4538880"/>
              <a:chExt cx="307440" cy="364680"/>
            </a:xfrm>
          </p:grpSpPr>
          <p:sp>
            <p:nvSpPr>
              <p:cNvPr id="1660" name="CustomShape 147"/>
              <p:cNvSpPr/>
              <p:nvPr/>
            </p:nvSpPr>
            <p:spPr>
              <a:xfrm>
                <a:off x="5388480" y="4601160"/>
                <a:ext cx="27180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661" name="CustomShape 148"/>
              <p:cNvSpPr/>
              <p:nvPr/>
            </p:nvSpPr>
            <p:spPr>
              <a:xfrm>
                <a:off x="5359320" y="45388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4</a:t>
                </a:r>
                <a:endParaRPr lang="nl-NL" sz="1800" b="0" strike="noStrike" spc="-1">
                  <a:latin typeface="Calibri"/>
                </a:endParaRPr>
              </a:p>
            </p:txBody>
          </p:sp>
        </p:grpSp>
      </p:grpSp>
      <p:sp>
        <p:nvSpPr>
          <p:cNvPr id="1662" name="TextShape 149"/>
          <p:cNvSpPr txBox="1"/>
          <p:nvPr/>
        </p:nvSpPr>
        <p:spPr>
          <a:xfrm>
            <a:off x="8255160" y="6124680"/>
            <a:ext cx="626760" cy="364680"/>
          </a:xfrm>
          <a:prstGeom prst="rect">
            <a:avLst/>
          </a:prstGeom>
          <a:noFill/>
          <a:ln>
            <a:noFill/>
          </a:ln>
        </p:spPr>
        <p:txBody>
          <a:bodyPr anchor="ctr">
            <a:noAutofit/>
          </a:bodyPr>
          <a:lstStyle/>
          <a:p>
            <a:pPr algn="r">
              <a:lnSpc>
                <a:spcPct val="100000"/>
              </a:lnSpc>
            </a:pPr>
            <a:fld id="{421367E3-C60C-469E-96AF-5544178E3192}" type="slidenum">
              <a:rPr lang="nl-NL" sz="1000" b="0" strike="noStrike" spc="-1">
                <a:solidFill>
                  <a:srgbClr val="FFFFFF"/>
                </a:solidFill>
                <a:latin typeface="Arial"/>
                <a:ea typeface="ＭＳ Ｐゴシック"/>
              </a:rPr>
              <a:t>27</a:t>
            </a:fld>
            <a:endParaRPr lang="nl-NL" sz="1000" b="0" strike="noStrike" spc="-1">
              <a:latin typeface="Calibri"/>
            </a:endParaRPr>
          </a:p>
        </p:txBody>
      </p:sp>
      <p:sp>
        <p:nvSpPr>
          <p:cNvPr id="1663" name="CustomShape 150"/>
          <p:cNvSpPr/>
          <p:nvPr/>
        </p:nvSpPr>
        <p:spPr>
          <a:xfrm>
            <a:off x="4360680" y="656208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8</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p:cTn id="6" dur="1" fill="hold">
                                          <p:stCondLst>
                                            <p:cond delay="0"/>
                                          </p:stCondLst>
                                        </p:cTn>
                                        <p:tgtEl>
                                          <p:spTgt spid="1642"/>
                                        </p:tgtEl>
                                        <p:attrNameLst>
                                          <p:attrName>style.visibility</p:attrName>
                                        </p:attrNameLst>
                                      </p:cBhvr>
                                      <p:to>
                                        <p:strVal val="visible"/>
                                      </p:to>
                                    </p:set>
                                    <p:animEffect transition="in" filter="dissolve">
                                      <p:cBhvr additive="repl">
                                        <p:cTn id="7" dur="500"/>
                                        <p:tgtEl>
                                          <p:spTgt spid="16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fill="hold" nodeType="clickEffect">
                                  <p:stCondLst>
                                    <p:cond delay="0"/>
                                  </p:stCondLst>
                                  <p:childTnLst>
                                    <p:set>
                                      <p:cBhvr>
                                        <p:cTn id="11" dur="1" fill="hold">
                                          <p:stCondLst>
                                            <p:cond delay="0"/>
                                          </p:stCondLst>
                                        </p:cTn>
                                        <p:tgtEl>
                                          <p:spTgt spid="1647"/>
                                        </p:tgtEl>
                                        <p:attrNameLst>
                                          <p:attrName>style.visibility</p:attrName>
                                        </p:attrNameLst>
                                      </p:cBhvr>
                                      <p:to>
                                        <p:strVal val="visible"/>
                                      </p:to>
                                    </p:set>
                                    <p:animEffect transition="in" filter="dissolve">
                                      <p:cBhvr additive="repl">
                                        <p:cTn id="12" dur="500"/>
                                        <p:tgtEl>
                                          <p:spTgt spid="16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fill="hold" nodeType="clickEffect">
                                  <p:stCondLst>
                                    <p:cond delay="0"/>
                                  </p:stCondLst>
                                  <p:childTnLst>
                                    <p:set>
                                      <p:cBhvr>
                                        <p:cTn id="16" dur="1" fill="hold">
                                          <p:stCondLst>
                                            <p:cond delay="0"/>
                                          </p:stCondLst>
                                        </p:cTn>
                                        <p:tgtEl>
                                          <p:spTgt spid="1652"/>
                                        </p:tgtEl>
                                        <p:attrNameLst>
                                          <p:attrName>style.visibility</p:attrName>
                                        </p:attrNameLst>
                                      </p:cBhvr>
                                      <p:to>
                                        <p:strVal val="visible"/>
                                      </p:to>
                                    </p:set>
                                    <p:animEffect transition="in" filter="dissolve">
                                      <p:cBhvr additive="repl">
                                        <p:cTn id="17" dur="500"/>
                                        <p:tgtEl>
                                          <p:spTgt spid="165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fill="hold" nodeType="clickEffect">
                                  <p:stCondLst>
                                    <p:cond delay="0"/>
                                  </p:stCondLst>
                                  <p:childTnLst>
                                    <p:set>
                                      <p:cBhvr>
                                        <p:cTn id="21" dur="1" fill="hold">
                                          <p:stCondLst>
                                            <p:cond delay="0"/>
                                          </p:stCondLst>
                                        </p:cTn>
                                        <p:tgtEl>
                                          <p:spTgt spid="1657"/>
                                        </p:tgtEl>
                                        <p:attrNameLst>
                                          <p:attrName>style.visibility</p:attrName>
                                        </p:attrNameLst>
                                      </p:cBhvr>
                                      <p:to>
                                        <p:strVal val="visible"/>
                                      </p:to>
                                    </p:set>
                                    <p:animEffect transition="in" filter="dissolve">
                                      <p:cBhvr additive="repl">
                                        <p:cTn id="22" dur="500"/>
                                        <p:tgtEl>
                                          <p:spTgt spid="1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4" name="CustomShape 1"/>
          <p:cNvSpPr/>
          <p:nvPr/>
        </p:nvSpPr>
        <p:spPr>
          <a:xfrm>
            <a:off x="441000" y="2793960"/>
            <a:ext cx="4210560" cy="106200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sp>
        <p:nvSpPr>
          <p:cNvPr id="1665" name="CustomShape 2"/>
          <p:cNvSpPr/>
          <p:nvPr/>
        </p:nvSpPr>
        <p:spPr>
          <a:xfrm>
            <a:off x="468000" y="3990600"/>
            <a:ext cx="4183920" cy="54504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sp>
        <p:nvSpPr>
          <p:cNvPr id="1666" name="Line 3"/>
          <p:cNvSpPr/>
          <p:nvPr/>
        </p:nvSpPr>
        <p:spPr>
          <a:xfrm>
            <a:off x="507960" y="4638600"/>
            <a:ext cx="410400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grpSp>
        <p:nvGrpSpPr>
          <p:cNvPr id="1667" name="Group 4"/>
          <p:cNvGrpSpPr/>
          <p:nvPr/>
        </p:nvGrpSpPr>
        <p:grpSpPr>
          <a:xfrm>
            <a:off x="552600" y="3368880"/>
            <a:ext cx="1293840" cy="411480"/>
            <a:chOff x="552600" y="3368880"/>
            <a:chExt cx="1293840" cy="411480"/>
          </a:xfrm>
        </p:grpSpPr>
        <p:sp>
          <p:nvSpPr>
            <p:cNvPr id="1668" name="CustomShape 5"/>
            <p:cNvSpPr/>
            <p:nvPr/>
          </p:nvSpPr>
          <p:spPr>
            <a:xfrm>
              <a:off x="590040" y="3368880"/>
              <a:ext cx="1244160" cy="41148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69" name="CustomShape 6"/>
            <p:cNvSpPr/>
            <p:nvPr/>
          </p:nvSpPr>
          <p:spPr>
            <a:xfrm>
              <a:off x="552600" y="3444120"/>
              <a:ext cx="129384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Link-state info</a:t>
              </a:r>
              <a:endParaRPr lang="nl-NL" sz="1400" b="0" strike="noStrike" spc="-1">
                <a:latin typeface="Calibri"/>
              </a:endParaRPr>
            </a:p>
          </p:txBody>
        </p:sp>
      </p:grpSp>
      <p:grpSp>
        <p:nvGrpSpPr>
          <p:cNvPr id="1670" name="Group 7"/>
          <p:cNvGrpSpPr/>
          <p:nvPr/>
        </p:nvGrpSpPr>
        <p:grpSpPr>
          <a:xfrm>
            <a:off x="3531960" y="3382200"/>
            <a:ext cx="1018800" cy="398160"/>
            <a:chOff x="3531960" y="3382200"/>
            <a:chExt cx="1018800" cy="398160"/>
          </a:xfrm>
        </p:grpSpPr>
        <p:sp>
          <p:nvSpPr>
            <p:cNvPr id="1671" name="CustomShape 8"/>
            <p:cNvSpPr/>
            <p:nvPr/>
          </p:nvSpPr>
          <p:spPr>
            <a:xfrm>
              <a:off x="3531960" y="3382200"/>
              <a:ext cx="1012680" cy="3981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72" name="CustomShape 9"/>
            <p:cNvSpPr/>
            <p:nvPr/>
          </p:nvSpPr>
          <p:spPr>
            <a:xfrm>
              <a:off x="3534480" y="3442680"/>
              <a:ext cx="1016280" cy="293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switch info</a:t>
              </a:r>
              <a:endParaRPr lang="nl-NL" sz="1400" b="0" strike="noStrike" spc="-1">
                <a:latin typeface="Calibri"/>
              </a:endParaRPr>
            </a:p>
          </p:txBody>
        </p:sp>
      </p:grpSp>
      <p:grpSp>
        <p:nvGrpSpPr>
          <p:cNvPr id="1673" name="Group 10"/>
          <p:cNvGrpSpPr/>
          <p:nvPr/>
        </p:nvGrpSpPr>
        <p:grpSpPr>
          <a:xfrm>
            <a:off x="1982160" y="3368880"/>
            <a:ext cx="960120" cy="411480"/>
            <a:chOff x="1982160" y="3368880"/>
            <a:chExt cx="960120" cy="411480"/>
          </a:xfrm>
        </p:grpSpPr>
        <p:sp>
          <p:nvSpPr>
            <p:cNvPr id="1674" name="CustomShape 11"/>
            <p:cNvSpPr/>
            <p:nvPr/>
          </p:nvSpPr>
          <p:spPr>
            <a:xfrm>
              <a:off x="1982160" y="3368880"/>
              <a:ext cx="960120" cy="41148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75" name="CustomShape 12"/>
            <p:cNvSpPr/>
            <p:nvPr/>
          </p:nvSpPr>
          <p:spPr>
            <a:xfrm>
              <a:off x="2036160" y="3444120"/>
              <a:ext cx="85788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host info</a:t>
              </a:r>
              <a:endParaRPr lang="nl-NL" sz="1400" b="0" strike="noStrike" spc="-1">
                <a:latin typeface="Calibri"/>
              </a:endParaRPr>
            </a:p>
          </p:txBody>
        </p:sp>
      </p:grpSp>
      <p:grpSp>
        <p:nvGrpSpPr>
          <p:cNvPr id="1676" name="Group 13"/>
          <p:cNvGrpSpPr/>
          <p:nvPr/>
        </p:nvGrpSpPr>
        <p:grpSpPr>
          <a:xfrm>
            <a:off x="522000" y="2874240"/>
            <a:ext cx="889200" cy="382320"/>
            <a:chOff x="522000" y="2874240"/>
            <a:chExt cx="889200" cy="382320"/>
          </a:xfrm>
        </p:grpSpPr>
        <p:sp>
          <p:nvSpPr>
            <p:cNvPr id="1677" name="CustomShape 14"/>
            <p:cNvSpPr/>
            <p:nvPr/>
          </p:nvSpPr>
          <p:spPr>
            <a:xfrm>
              <a:off x="522000" y="2874240"/>
              <a:ext cx="889200" cy="38232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78" name="CustomShape 15"/>
            <p:cNvSpPr/>
            <p:nvPr/>
          </p:nvSpPr>
          <p:spPr>
            <a:xfrm>
              <a:off x="535320" y="2917440"/>
              <a:ext cx="86832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statistics</a:t>
              </a:r>
              <a:endParaRPr lang="nl-NL" sz="1400" b="0" strike="noStrike" spc="-1">
                <a:latin typeface="Calibri"/>
              </a:endParaRPr>
            </a:p>
          </p:txBody>
        </p:sp>
      </p:grpSp>
      <p:grpSp>
        <p:nvGrpSpPr>
          <p:cNvPr id="1679" name="Group 16"/>
          <p:cNvGrpSpPr/>
          <p:nvPr/>
        </p:nvGrpSpPr>
        <p:grpSpPr>
          <a:xfrm>
            <a:off x="3253320" y="2860920"/>
            <a:ext cx="1025280" cy="404640"/>
            <a:chOff x="3253320" y="2860920"/>
            <a:chExt cx="1025280" cy="404640"/>
          </a:xfrm>
        </p:grpSpPr>
        <p:sp>
          <p:nvSpPr>
            <p:cNvPr id="1680" name="CustomShape 17"/>
            <p:cNvSpPr/>
            <p:nvPr/>
          </p:nvSpPr>
          <p:spPr>
            <a:xfrm>
              <a:off x="3269520" y="2860920"/>
              <a:ext cx="960120" cy="40464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81" name="CustomShape 18"/>
            <p:cNvSpPr/>
            <p:nvPr/>
          </p:nvSpPr>
          <p:spPr>
            <a:xfrm>
              <a:off x="3253320" y="2921400"/>
              <a:ext cx="102528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flow tables</a:t>
              </a:r>
              <a:endParaRPr lang="nl-NL" sz="1400" b="0" strike="noStrike" spc="-1">
                <a:latin typeface="Calibri"/>
              </a:endParaRPr>
            </a:p>
          </p:txBody>
        </p:sp>
      </p:grpSp>
      <p:sp>
        <p:nvSpPr>
          <p:cNvPr id="1682" name="CustomShape 19"/>
          <p:cNvSpPr/>
          <p:nvPr/>
        </p:nvSpPr>
        <p:spPr>
          <a:xfrm>
            <a:off x="2458800" y="2496240"/>
            <a:ext cx="569880" cy="106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683" name="CustomShape 20"/>
          <p:cNvSpPr/>
          <p:nvPr/>
        </p:nvSpPr>
        <p:spPr>
          <a:xfrm>
            <a:off x="2896560" y="313308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grpSp>
        <p:nvGrpSpPr>
          <p:cNvPr id="1684" name="Group 21"/>
          <p:cNvGrpSpPr/>
          <p:nvPr/>
        </p:nvGrpSpPr>
        <p:grpSpPr>
          <a:xfrm>
            <a:off x="1076760" y="4121640"/>
            <a:ext cx="1257120" cy="292680"/>
            <a:chOff x="1076760" y="4121640"/>
            <a:chExt cx="1257120" cy="292680"/>
          </a:xfrm>
        </p:grpSpPr>
        <p:sp>
          <p:nvSpPr>
            <p:cNvPr id="1685" name="CustomShape 22"/>
            <p:cNvSpPr/>
            <p:nvPr/>
          </p:nvSpPr>
          <p:spPr>
            <a:xfrm>
              <a:off x="1076760" y="4121640"/>
              <a:ext cx="1257120" cy="2865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86" name="CustomShape 23"/>
            <p:cNvSpPr/>
            <p:nvPr/>
          </p:nvSpPr>
          <p:spPr>
            <a:xfrm>
              <a:off x="1213200" y="4121640"/>
              <a:ext cx="99180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OpenFlow</a:t>
              </a:r>
              <a:endParaRPr lang="nl-NL" sz="1400" b="0" strike="noStrike" spc="-1">
                <a:latin typeface="Calibri"/>
              </a:endParaRPr>
            </a:p>
          </p:txBody>
        </p:sp>
      </p:grpSp>
      <p:grpSp>
        <p:nvGrpSpPr>
          <p:cNvPr id="1687" name="Group 24"/>
          <p:cNvGrpSpPr/>
          <p:nvPr/>
        </p:nvGrpSpPr>
        <p:grpSpPr>
          <a:xfrm>
            <a:off x="2945880" y="4126320"/>
            <a:ext cx="1244160" cy="310680"/>
            <a:chOff x="2945880" y="4126320"/>
            <a:chExt cx="1244160" cy="310680"/>
          </a:xfrm>
        </p:grpSpPr>
        <p:sp>
          <p:nvSpPr>
            <p:cNvPr id="1688" name="CustomShape 25"/>
            <p:cNvSpPr/>
            <p:nvPr/>
          </p:nvSpPr>
          <p:spPr>
            <a:xfrm>
              <a:off x="2945880" y="4126320"/>
              <a:ext cx="1244160" cy="30708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89" name="CustomShape 26"/>
            <p:cNvSpPr/>
            <p:nvPr/>
          </p:nvSpPr>
          <p:spPr>
            <a:xfrm>
              <a:off x="3224520" y="4144320"/>
              <a:ext cx="694800" cy="292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400" b="0" strike="noStrike" spc="-1">
                  <a:solidFill>
                    <a:srgbClr val="000000"/>
                  </a:solidFill>
                  <a:latin typeface="Arial"/>
                  <a:ea typeface="ＭＳ Ｐゴシック"/>
                </a:rPr>
                <a:t>SNMP</a:t>
              </a:r>
              <a:endParaRPr lang="nl-NL" sz="1400" b="0" strike="noStrike" spc="-1">
                <a:latin typeface="Calibri"/>
              </a:endParaRPr>
            </a:p>
          </p:txBody>
        </p:sp>
      </p:grpSp>
      <p:sp>
        <p:nvSpPr>
          <p:cNvPr id="1690" name="CustomShape 27"/>
          <p:cNvSpPr/>
          <p:nvPr/>
        </p:nvSpPr>
        <p:spPr>
          <a:xfrm>
            <a:off x="2219760" y="379656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691" name="CustomShape 28"/>
          <p:cNvSpPr/>
          <p:nvPr/>
        </p:nvSpPr>
        <p:spPr>
          <a:xfrm>
            <a:off x="441000" y="2098800"/>
            <a:ext cx="4210560" cy="574560"/>
          </a:xfrm>
          <a:prstGeom prst="roundRect">
            <a:avLst>
              <a:gd name="adj" fmla="val 16667"/>
            </a:avLst>
          </a:prstGeom>
          <a:solidFill>
            <a:schemeClr val="accent5">
              <a:lumMod val="75000"/>
            </a:schemeClr>
          </a:solidFill>
          <a:ln w="12600">
            <a:noFill/>
          </a:ln>
        </p:spPr>
        <p:style>
          <a:lnRef idx="0">
            <a:scrgbClr r="0" g="0" b="0"/>
          </a:lnRef>
          <a:fillRef idx="0">
            <a:scrgbClr r="0" g="0" b="0"/>
          </a:fillRef>
          <a:effectRef idx="0">
            <a:scrgbClr r="0" g="0" b="0"/>
          </a:effectRef>
          <a:fontRef idx="minor"/>
        </p:style>
      </p:sp>
      <p:grpSp>
        <p:nvGrpSpPr>
          <p:cNvPr id="1692" name="Group 29"/>
          <p:cNvGrpSpPr/>
          <p:nvPr/>
        </p:nvGrpSpPr>
        <p:grpSpPr>
          <a:xfrm>
            <a:off x="535320" y="2131560"/>
            <a:ext cx="1033560" cy="496440"/>
            <a:chOff x="535320" y="2131560"/>
            <a:chExt cx="1033560" cy="496440"/>
          </a:xfrm>
        </p:grpSpPr>
        <p:sp>
          <p:nvSpPr>
            <p:cNvPr id="1693" name="CustomShape 30"/>
            <p:cNvSpPr/>
            <p:nvPr/>
          </p:nvSpPr>
          <p:spPr>
            <a:xfrm>
              <a:off x="553680" y="215676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94" name="CustomShape 31"/>
            <p:cNvSpPr/>
            <p:nvPr/>
          </p:nvSpPr>
          <p:spPr>
            <a:xfrm>
              <a:off x="535320" y="2131560"/>
              <a:ext cx="1033560" cy="496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network graph</a:t>
              </a:r>
              <a:endParaRPr lang="nl-NL" sz="1400" b="0" strike="noStrike" spc="-1">
                <a:latin typeface="Calibri"/>
              </a:endParaRPr>
            </a:p>
          </p:txBody>
        </p:sp>
      </p:grpSp>
      <p:grpSp>
        <p:nvGrpSpPr>
          <p:cNvPr id="1695" name="Group 32"/>
          <p:cNvGrpSpPr/>
          <p:nvPr/>
        </p:nvGrpSpPr>
        <p:grpSpPr>
          <a:xfrm>
            <a:off x="3508920" y="2156760"/>
            <a:ext cx="1033560" cy="459360"/>
            <a:chOff x="3508920" y="2156760"/>
            <a:chExt cx="1033560" cy="459360"/>
          </a:xfrm>
        </p:grpSpPr>
        <p:sp>
          <p:nvSpPr>
            <p:cNvPr id="1696" name="CustomShape 33"/>
            <p:cNvSpPr/>
            <p:nvPr/>
          </p:nvSpPr>
          <p:spPr>
            <a:xfrm>
              <a:off x="3526920" y="215676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697" name="CustomShape 34"/>
            <p:cNvSpPr/>
            <p:nvPr/>
          </p:nvSpPr>
          <p:spPr>
            <a:xfrm>
              <a:off x="3508920" y="2252160"/>
              <a:ext cx="1033560" cy="293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intent</a:t>
              </a:r>
              <a:endParaRPr lang="nl-NL" sz="1400" b="0" strike="noStrike" spc="-1">
                <a:latin typeface="Calibri"/>
              </a:endParaRPr>
            </a:p>
          </p:txBody>
        </p:sp>
      </p:grpSp>
      <p:grpSp>
        <p:nvGrpSpPr>
          <p:cNvPr id="1698" name="Group 35"/>
          <p:cNvGrpSpPr/>
          <p:nvPr/>
        </p:nvGrpSpPr>
        <p:grpSpPr>
          <a:xfrm>
            <a:off x="1951920" y="2129760"/>
            <a:ext cx="1033560" cy="496440"/>
            <a:chOff x="1951920" y="2129760"/>
            <a:chExt cx="1033560" cy="496440"/>
          </a:xfrm>
        </p:grpSpPr>
        <p:sp>
          <p:nvSpPr>
            <p:cNvPr id="1699" name="CustomShape 36"/>
            <p:cNvSpPr/>
            <p:nvPr/>
          </p:nvSpPr>
          <p:spPr>
            <a:xfrm>
              <a:off x="1970280" y="2155320"/>
              <a:ext cx="1013040" cy="459360"/>
            </a:xfrm>
            <a:prstGeom prst="roundRect">
              <a:avLst>
                <a:gd name="adj" fmla="val 16667"/>
              </a:avLst>
            </a:prstGeom>
            <a:solidFill>
              <a:schemeClr val="accent1">
                <a:lumMod val="60000"/>
                <a:lumOff val="40000"/>
              </a:schemeClr>
            </a:solidFill>
            <a:ln w="12600">
              <a:solidFill>
                <a:schemeClr val="accent1">
                  <a:lumMod val="20000"/>
                  <a:lumOff val="80000"/>
                </a:schemeClr>
              </a:solidFill>
              <a:round/>
            </a:ln>
            <a:effectLst>
              <a:outerShdw blurRad="50800" dist="37674" dir="2700000" algn="tl" rotWithShape="0">
                <a:schemeClr val="accent1">
                  <a:lumMod val="75000"/>
                  <a:alpha val="99000"/>
                </a:schemeClr>
              </a:outerShdw>
            </a:effectLst>
          </p:spPr>
          <p:style>
            <a:lnRef idx="0">
              <a:scrgbClr r="0" g="0" b="0"/>
            </a:lnRef>
            <a:fillRef idx="0">
              <a:scrgbClr r="0" g="0" b="0"/>
            </a:fillRef>
            <a:effectRef idx="0">
              <a:scrgbClr r="0" g="0" b="0"/>
            </a:effectRef>
            <a:fontRef idx="minor"/>
          </p:style>
        </p:sp>
        <p:sp>
          <p:nvSpPr>
            <p:cNvPr id="1700" name="CustomShape 37"/>
            <p:cNvSpPr/>
            <p:nvPr/>
          </p:nvSpPr>
          <p:spPr>
            <a:xfrm>
              <a:off x="1951920" y="2129760"/>
              <a:ext cx="1033560" cy="496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599"/>
                </a:lnSpc>
              </a:pPr>
              <a:r>
                <a:rPr lang="en-US" sz="1400" b="0" strike="noStrike" spc="-1">
                  <a:solidFill>
                    <a:srgbClr val="000000"/>
                  </a:solidFill>
                  <a:latin typeface="Arial"/>
                  <a:ea typeface="ＭＳ Ｐゴシック"/>
                </a:rPr>
                <a:t>RESTful</a:t>
              </a:r>
              <a:endParaRPr lang="nl-NL" sz="1400" b="0" strike="noStrike" spc="-1">
                <a:latin typeface="Calibri"/>
              </a:endParaRPr>
            </a:p>
            <a:p>
              <a:pPr algn="ctr">
                <a:lnSpc>
                  <a:spcPts val="1599"/>
                </a:lnSpc>
              </a:pPr>
              <a:r>
                <a:rPr lang="en-US" sz="1400" b="0" strike="noStrike" spc="-1">
                  <a:solidFill>
                    <a:srgbClr val="000000"/>
                  </a:solidFill>
                  <a:latin typeface="Arial"/>
                  <a:ea typeface="ＭＳ Ｐゴシック"/>
                </a:rPr>
                <a:t>API</a:t>
              </a:r>
              <a:endParaRPr lang="nl-NL" sz="1400" b="0" strike="noStrike" spc="-1">
                <a:latin typeface="Calibri"/>
              </a:endParaRPr>
            </a:p>
          </p:txBody>
        </p:sp>
      </p:grpSp>
      <p:sp>
        <p:nvSpPr>
          <p:cNvPr id="1701" name="CustomShape 38"/>
          <p:cNvSpPr/>
          <p:nvPr/>
        </p:nvSpPr>
        <p:spPr>
          <a:xfrm>
            <a:off x="2914920" y="1958040"/>
            <a:ext cx="812160" cy="577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3200" b="0" strike="noStrike" spc="-1">
                <a:solidFill>
                  <a:srgbClr val="95B3D7"/>
                </a:solidFill>
                <a:latin typeface="Arial"/>
                <a:ea typeface="ＭＳ Ｐゴシック"/>
              </a:rPr>
              <a:t>…  </a:t>
            </a:r>
            <a:endParaRPr lang="nl-NL" sz="3200" b="0" strike="noStrike" spc="-1">
              <a:latin typeface="Calibri"/>
            </a:endParaRPr>
          </a:p>
        </p:txBody>
      </p:sp>
      <p:sp>
        <p:nvSpPr>
          <p:cNvPr id="1702" name="Line 39"/>
          <p:cNvSpPr/>
          <p:nvPr/>
        </p:nvSpPr>
        <p:spPr>
          <a:xfrm>
            <a:off x="521280" y="1924920"/>
            <a:ext cx="4117320" cy="0"/>
          </a:xfrm>
          <a:prstGeom prst="line">
            <a:avLst/>
          </a:prstGeom>
          <a:ln w="19080">
            <a:solidFill>
              <a:schemeClr val="tx1"/>
            </a:solidFill>
            <a:prstDash val="dash"/>
            <a:round/>
          </a:ln>
        </p:spPr>
        <p:style>
          <a:lnRef idx="0">
            <a:scrgbClr r="0" g="0" b="0"/>
          </a:lnRef>
          <a:fillRef idx="0">
            <a:scrgbClr r="0" g="0" b="0"/>
          </a:fillRef>
          <a:effectRef idx="0">
            <a:scrgbClr r="0" g="0" b="0"/>
          </a:effectRef>
          <a:fontRef idx="minor"/>
        </p:style>
      </p:sp>
      <p:sp>
        <p:nvSpPr>
          <p:cNvPr id="1703" name="CustomShape 40"/>
          <p:cNvSpPr/>
          <p:nvPr/>
        </p:nvSpPr>
        <p:spPr>
          <a:xfrm>
            <a:off x="509040" y="5069880"/>
            <a:ext cx="4057200" cy="1392840"/>
          </a:xfrm>
          <a:custGeom>
            <a:avLst/>
            <a:gdLst/>
            <a:ahLst/>
            <a:cxnLst/>
            <a:rect l="l" t="t"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style>
          <a:lnRef idx="0">
            <a:scrgbClr r="0" g="0" b="0"/>
          </a:lnRef>
          <a:fillRef idx="0">
            <a:scrgbClr r="0" g="0" b="0"/>
          </a:fillRef>
          <a:effectRef idx="0">
            <a:scrgbClr r="0" g="0" b="0"/>
          </a:effectRef>
          <a:fontRef idx="minor"/>
        </p:style>
      </p:sp>
      <p:sp>
        <p:nvSpPr>
          <p:cNvPr id="1704" name="Line 41"/>
          <p:cNvSpPr/>
          <p:nvPr/>
        </p:nvSpPr>
        <p:spPr>
          <a:xfrm flipV="1">
            <a:off x="1591920" y="5453280"/>
            <a:ext cx="615600" cy="282240"/>
          </a:xfrm>
          <a:prstGeom prst="line">
            <a:avLst/>
          </a:prstGeom>
          <a:ln w="34920">
            <a:solidFill>
              <a:srgbClr val="FF0000"/>
            </a:solidFill>
            <a:round/>
          </a:ln>
        </p:spPr>
        <p:style>
          <a:lnRef idx="0">
            <a:scrgbClr r="0" g="0" b="0"/>
          </a:lnRef>
          <a:fillRef idx="0">
            <a:scrgbClr r="0" g="0" b="0"/>
          </a:fillRef>
          <a:effectRef idx="0">
            <a:scrgbClr r="0" g="0" b="0"/>
          </a:effectRef>
          <a:fontRef idx="minor"/>
        </p:style>
      </p:sp>
      <p:sp>
        <p:nvSpPr>
          <p:cNvPr id="1705" name="Line 42"/>
          <p:cNvSpPr/>
          <p:nvPr/>
        </p:nvSpPr>
        <p:spPr>
          <a:xfrm>
            <a:off x="1581840" y="5759280"/>
            <a:ext cx="1651320" cy="13860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706" name="Line 43"/>
          <p:cNvSpPr/>
          <p:nvPr/>
        </p:nvSpPr>
        <p:spPr>
          <a:xfrm>
            <a:off x="1591920" y="5815800"/>
            <a:ext cx="317880" cy="38772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707" name="Line 44"/>
          <p:cNvSpPr/>
          <p:nvPr/>
        </p:nvSpPr>
        <p:spPr>
          <a:xfrm>
            <a:off x="2893680" y="5449320"/>
            <a:ext cx="333360" cy="42120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708" name="Line 45"/>
          <p:cNvSpPr/>
          <p:nvPr/>
        </p:nvSpPr>
        <p:spPr>
          <a:xfrm flipV="1">
            <a:off x="2371320" y="5956560"/>
            <a:ext cx="861840" cy="275400"/>
          </a:xfrm>
          <a:prstGeom prst="line">
            <a:avLst/>
          </a:prstGeom>
          <a:ln w="9360">
            <a:solidFill>
              <a:schemeClr val="bg1">
                <a:lumMod val="50000"/>
              </a:schemeClr>
            </a:solidFill>
            <a:round/>
          </a:ln>
        </p:spPr>
        <p:style>
          <a:lnRef idx="0">
            <a:scrgbClr r="0" g="0" b="0"/>
          </a:lnRef>
          <a:fillRef idx="0">
            <a:scrgbClr r="0" g="0" b="0"/>
          </a:fillRef>
          <a:effectRef idx="0">
            <a:scrgbClr r="0" g="0" b="0"/>
          </a:effectRef>
          <a:fontRef idx="minor"/>
        </p:style>
      </p:sp>
      <p:sp>
        <p:nvSpPr>
          <p:cNvPr id="1709" name="CustomShape 46"/>
          <p:cNvSpPr/>
          <p:nvPr/>
        </p:nvSpPr>
        <p:spPr>
          <a:xfrm>
            <a:off x="1449360" y="1774800"/>
            <a:ext cx="710640" cy="3730320"/>
          </a:xfrm>
          <a:custGeom>
            <a:avLst/>
            <a:gdLst/>
            <a:ahLst/>
            <a:cxnLst/>
            <a:rect l="l" t="t" r="r" b="b"/>
            <a:pathLst>
              <a:path w="710887" h="2943061">
                <a:moveTo>
                  <a:pt x="34392" y="2943061"/>
                </a:moveTo>
                <a:cubicBezTo>
                  <a:pt x="643118" y="2216702"/>
                  <a:pt x="436371" y="2471136"/>
                  <a:pt x="710887" y="2082254"/>
                </a:cubicBezTo>
                <a:cubicBezTo>
                  <a:pt x="710690" y="1923079"/>
                  <a:pt x="710492" y="1881572"/>
                  <a:pt x="710295" y="1722397"/>
                </a:cubicBezTo>
                <a:cubicBezTo>
                  <a:pt x="566067" y="1680698"/>
                  <a:pt x="166093" y="1573759"/>
                  <a:pt x="21865" y="1532060"/>
                </a:cubicBezTo>
                <a:cubicBezTo>
                  <a:pt x="5542" y="849989"/>
                  <a:pt x="1676" y="727768"/>
                  <a:pt x="0" y="0"/>
                </a:cubicBezTo>
              </a:path>
            </a:pathLst>
          </a:custGeom>
          <a:noFill/>
          <a:ln w="12600">
            <a:solidFill>
              <a:schemeClr val="tx1"/>
            </a:solidFill>
            <a:round/>
            <a:tailEnd type="triangle" w="med" len="med"/>
          </a:ln>
        </p:spPr>
        <p:style>
          <a:lnRef idx="0">
            <a:scrgbClr r="0" g="0" b="0"/>
          </a:lnRef>
          <a:fillRef idx="0">
            <a:scrgbClr r="0" g="0" b="0"/>
          </a:fillRef>
          <a:effectRef idx="0">
            <a:scrgbClr r="0" g="0" b="0"/>
          </a:effectRef>
          <a:fontRef idx="minor"/>
        </p:style>
      </p:sp>
      <p:grpSp>
        <p:nvGrpSpPr>
          <p:cNvPr id="1710" name="Group 47"/>
          <p:cNvGrpSpPr/>
          <p:nvPr/>
        </p:nvGrpSpPr>
        <p:grpSpPr>
          <a:xfrm>
            <a:off x="1675080" y="4825080"/>
            <a:ext cx="307440" cy="364680"/>
            <a:chOff x="1675080" y="4825080"/>
            <a:chExt cx="307440" cy="364680"/>
          </a:xfrm>
        </p:grpSpPr>
        <p:sp>
          <p:nvSpPr>
            <p:cNvPr id="1711" name="CustomShape 48"/>
            <p:cNvSpPr/>
            <p:nvPr/>
          </p:nvSpPr>
          <p:spPr>
            <a:xfrm>
              <a:off x="1701720" y="488700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712" name="CustomShape 49"/>
            <p:cNvSpPr/>
            <p:nvPr/>
          </p:nvSpPr>
          <p:spPr>
            <a:xfrm>
              <a:off x="1675080" y="48250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1</a:t>
              </a:r>
              <a:endParaRPr lang="nl-NL" sz="1800" b="0" strike="noStrike" spc="-1">
                <a:latin typeface="Calibri"/>
              </a:endParaRPr>
            </a:p>
          </p:txBody>
        </p:sp>
      </p:grpSp>
      <p:grpSp>
        <p:nvGrpSpPr>
          <p:cNvPr id="1713" name="Group 50"/>
          <p:cNvGrpSpPr/>
          <p:nvPr/>
        </p:nvGrpSpPr>
        <p:grpSpPr>
          <a:xfrm>
            <a:off x="1767600" y="3717720"/>
            <a:ext cx="307440" cy="364680"/>
            <a:chOff x="1767600" y="3717720"/>
            <a:chExt cx="307440" cy="364680"/>
          </a:xfrm>
        </p:grpSpPr>
        <p:sp>
          <p:nvSpPr>
            <p:cNvPr id="1714" name="CustomShape 51"/>
            <p:cNvSpPr/>
            <p:nvPr/>
          </p:nvSpPr>
          <p:spPr>
            <a:xfrm>
              <a:off x="1794600" y="378000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715" name="CustomShape 52"/>
            <p:cNvSpPr/>
            <p:nvPr/>
          </p:nvSpPr>
          <p:spPr>
            <a:xfrm>
              <a:off x="1767600" y="371772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2</a:t>
              </a:r>
              <a:endParaRPr lang="nl-NL" sz="1800" b="0" strike="noStrike" spc="-1">
                <a:latin typeface="Calibri"/>
              </a:endParaRPr>
            </a:p>
          </p:txBody>
        </p:sp>
      </p:grpSp>
      <p:grpSp>
        <p:nvGrpSpPr>
          <p:cNvPr id="1716" name="Group 53"/>
          <p:cNvGrpSpPr/>
          <p:nvPr/>
        </p:nvGrpSpPr>
        <p:grpSpPr>
          <a:xfrm>
            <a:off x="1288080" y="2532240"/>
            <a:ext cx="307440" cy="364680"/>
            <a:chOff x="1288080" y="2532240"/>
            <a:chExt cx="307440" cy="364680"/>
          </a:xfrm>
        </p:grpSpPr>
        <p:sp>
          <p:nvSpPr>
            <p:cNvPr id="1717" name="CustomShape 54"/>
            <p:cNvSpPr/>
            <p:nvPr/>
          </p:nvSpPr>
          <p:spPr>
            <a:xfrm>
              <a:off x="1314720" y="259416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718" name="CustomShape 55"/>
            <p:cNvSpPr/>
            <p:nvPr/>
          </p:nvSpPr>
          <p:spPr>
            <a:xfrm>
              <a:off x="1288080" y="25322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3</a:t>
              </a:r>
              <a:endParaRPr lang="nl-NL" sz="1800" b="0" strike="noStrike" spc="-1">
                <a:latin typeface="Calibri"/>
              </a:endParaRPr>
            </a:p>
          </p:txBody>
        </p:sp>
      </p:grpSp>
      <p:sp>
        <p:nvSpPr>
          <p:cNvPr id="1719" name="CustomShape 56"/>
          <p:cNvSpPr/>
          <p:nvPr/>
        </p:nvSpPr>
        <p:spPr>
          <a:xfrm>
            <a:off x="1635480" y="1382040"/>
            <a:ext cx="36360" cy="1995480"/>
          </a:xfrm>
          <a:custGeom>
            <a:avLst/>
            <a:gdLst/>
            <a:ahLst/>
            <a:cxnLst/>
            <a:rect l="l" t="t" r="r" b="b"/>
            <a:pathLst>
              <a:path w="21600" h="21600">
                <a:moveTo>
                  <a:pt x="0" y="0"/>
                </a:moveTo>
                <a:lnTo>
                  <a:pt x="21600" y="21600"/>
                </a:lnTo>
              </a:path>
            </a:pathLst>
          </a:custGeom>
          <a:solidFill>
            <a:schemeClr val="accent1"/>
          </a:solidFill>
          <a:ln w="12600">
            <a:solidFill>
              <a:schemeClr val="tx1"/>
            </a:solidFill>
            <a:round/>
            <a:headEnd type="triangle" w="med" len="med"/>
            <a:tailEnd type="triangle" w="med" len="med"/>
          </a:ln>
        </p:spPr>
        <p:style>
          <a:lnRef idx="0">
            <a:scrgbClr r="0" g="0" b="0"/>
          </a:lnRef>
          <a:fillRef idx="0">
            <a:scrgbClr r="0" g="0" b="0"/>
          </a:fillRef>
          <a:effectRef idx="0">
            <a:scrgbClr r="0" g="0" b="0"/>
          </a:effectRef>
          <a:fontRef idx="minor"/>
        </p:style>
      </p:sp>
      <p:grpSp>
        <p:nvGrpSpPr>
          <p:cNvPr id="1720" name="Group 57"/>
          <p:cNvGrpSpPr/>
          <p:nvPr/>
        </p:nvGrpSpPr>
        <p:grpSpPr>
          <a:xfrm>
            <a:off x="1509120" y="1883880"/>
            <a:ext cx="307440" cy="364680"/>
            <a:chOff x="1509120" y="1883880"/>
            <a:chExt cx="307440" cy="364680"/>
          </a:xfrm>
        </p:grpSpPr>
        <p:sp>
          <p:nvSpPr>
            <p:cNvPr id="1721" name="CustomShape 58"/>
            <p:cNvSpPr/>
            <p:nvPr/>
          </p:nvSpPr>
          <p:spPr>
            <a:xfrm>
              <a:off x="1535760" y="194616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722" name="CustomShape 59"/>
            <p:cNvSpPr/>
            <p:nvPr/>
          </p:nvSpPr>
          <p:spPr>
            <a:xfrm>
              <a:off x="1509120" y="18838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4</a:t>
              </a:r>
              <a:endParaRPr lang="nl-NL" sz="1800" b="0" strike="noStrike" spc="-1">
                <a:latin typeface="Calibri"/>
              </a:endParaRPr>
            </a:p>
          </p:txBody>
        </p:sp>
      </p:grpSp>
      <p:sp>
        <p:nvSpPr>
          <p:cNvPr id="1723" name="CustomShape 60"/>
          <p:cNvSpPr/>
          <p:nvPr/>
        </p:nvSpPr>
        <p:spPr>
          <a:xfrm>
            <a:off x="2295720" y="1680480"/>
            <a:ext cx="1029240" cy="3309480"/>
          </a:xfrm>
          <a:custGeom>
            <a:avLst/>
            <a:gdLst/>
            <a:ahLst/>
            <a:cxnLst/>
            <a:rect l="l" t="t" r="r" b="b"/>
            <a:pathLst>
              <a:path w="1029459" h="2611201">
                <a:moveTo>
                  <a:pt x="19366" y="2611201"/>
                </a:moveTo>
                <a:lnTo>
                  <a:pt x="0" y="1719468"/>
                </a:lnTo>
                <a:lnTo>
                  <a:pt x="690772" y="1713969"/>
                </a:lnTo>
                <a:cubicBezTo>
                  <a:pt x="953779" y="1301650"/>
                  <a:pt x="837892" y="1502072"/>
                  <a:pt x="1029198" y="1174881"/>
                </a:cubicBezTo>
                <a:cubicBezTo>
                  <a:pt x="1031684" y="714767"/>
                  <a:pt x="1016613" y="902614"/>
                  <a:pt x="976765" y="0"/>
                </a:cubicBezTo>
              </a:path>
            </a:pathLst>
          </a:custGeom>
          <a:noFill/>
          <a:ln w="12600">
            <a:solidFill>
              <a:schemeClr val="tx1"/>
            </a:solidFill>
            <a:round/>
            <a:headEnd type="triangle" w="med" len="med"/>
          </a:ln>
        </p:spPr>
        <p:style>
          <a:lnRef idx="0">
            <a:scrgbClr r="0" g="0" b="0"/>
          </a:lnRef>
          <a:fillRef idx="0">
            <a:scrgbClr r="0" g="0" b="0"/>
          </a:fillRef>
          <a:effectRef idx="0">
            <a:scrgbClr r="0" g="0" b="0"/>
          </a:effectRef>
          <a:fontRef idx="minor"/>
        </p:style>
      </p:sp>
      <p:sp>
        <p:nvSpPr>
          <p:cNvPr id="1724" name="CustomShape 61"/>
          <p:cNvSpPr/>
          <p:nvPr/>
        </p:nvSpPr>
        <p:spPr>
          <a:xfrm>
            <a:off x="2333880" y="4796280"/>
            <a:ext cx="165600" cy="44352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1725" name="CustomShape 62"/>
          <p:cNvSpPr/>
          <p:nvPr/>
        </p:nvSpPr>
        <p:spPr>
          <a:xfrm flipH="1">
            <a:off x="1630080" y="4825080"/>
            <a:ext cx="697320" cy="76248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grpSp>
        <p:nvGrpSpPr>
          <p:cNvPr id="1726" name="Group 63"/>
          <p:cNvGrpSpPr/>
          <p:nvPr/>
        </p:nvGrpSpPr>
        <p:grpSpPr>
          <a:xfrm>
            <a:off x="2184120" y="4660920"/>
            <a:ext cx="323280" cy="378000"/>
            <a:chOff x="2184120" y="4660920"/>
            <a:chExt cx="323280" cy="378000"/>
          </a:xfrm>
        </p:grpSpPr>
        <p:sp>
          <p:nvSpPr>
            <p:cNvPr id="1727" name="CustomShape 64"/>
            <p:cNvSpPr/>
            <p:nvPr/>
          </p:nvSpPr>
          <p:spPr>
            <a:xfrm rot="21446400">
              <a:off x="2219040" y="472932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728" name="CustomShape 65"/>
            <p:cNvSpPr/>
            <p:nvPr/>
          </p:nvSpPr>
          <p:spPr>
            <a:xfrm rot="21446400">
              <a:off x="2192040" y="466740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6</a:t>
              </a:r>
              <a:endParaRPr lang="nl-NL" sz="1800" b="0" strike="noStrike" spc="-1">
                <a:latin typeface="Calibri"/>
              </a:endParaRPr>
            </a:p>
          </p:txBody>
        </p:sp>
      </p:grpSp>
      <p:grpSp>
        <p:nvGrpSpPr>
          <p:cNvPr id="1729" name="Group 66"/>
          <p:cNvGrpSpPr/>
          <p:nvPr/>
        </p:nvGrpSpPr>
        <p:grpSpPr>
          <a:xfrm>
            <a:off x="3132720" y="1900440"/>
            <a:ext cx="307440" cy="364680"/>
            <a:chOff x="3132720" y="1900440"/>
            <a:chExt cx="307440" cy="364680"/>
          </a:xfrm>
        </p:grpSpPr>
        <p:sp>
          <p:nvSpPr>
            <p:cNvPr id="1730" name="CustomShape 67"/>
            <p:cNvSpPr/>
            <p:nvPr/>
          </p:nvSpPr>
          <p:spPr>
            <a:xfrm>
              <a:off x="3159360" y="1962360"/>
              <a:ext cx="25128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731" name="CustomShape 68"/>
            <p:cNvSpPr/>
            <p:nvPr/>
          </p:nvSpPr>
          <p:spPr>
            <a:xfrm>
              <a:off x="3132720" y="19004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5</a:t>
              </a:r>
              <a:endParaRPr lang="nl-NL" sz="1800" b="0" strike="noStrike" spc="-1">
                <a:latin typeface="Calibri"/>
              </a:endParaRPr>
            </a:p>
          </p:txBody>
        </p:sp>
      </p:grpSp>
      <p:sp>
        <p:nvSpPr>
          <p:cNvPr id="1732" name="CustomShape 69"/>
          <p:cNvSpPr/>
          <p:nvPr/>
        </p:nvSpPr>
        <p:spPr>
          <a:xfrm rot="5400000">
            <a:off x="1970640" y="419400"/>
            <a:ext cx="630720" cy="2234880"/>
          </a:xfrm>
          <a:prstGeom prst="ellipse">
            <a:avLst/>
          </a:prstGeom>
          <a:solidFill>
            <a:schemeClr val="accent1">
              <a:lumMod val="60000"/>
              <a:lumOff val="40000"/>
            </a:schemeClr>
          </a:solidFill>
          <a:ln w="12600">
            <a:noFill/>
          </a:ln>
          <a:effectLst>
            <a:outerShdw blurRad="50800" dist="37674" dir="2700000" algn="tl" rotWithShape="0">
              <a:schemeClr val="accent1">
                <a:lumMod val="75000"/>
                <a:alpha val="43000"/>
              </a:schemeClr>
            </a:outerShdw>
          </a:effectLst>
        </p:spPr>
        <p:style>
          <a:lnRef idx="0">
            <a:scrgbClr r="0" g="0" b="0"/>
          </a:lnRef>
          <a:fillRef idx="0">
            <a:scrgbClr r="0" g="0" b="0"/>
          </a:fillRef>
          <a:effectRef idx="0">
            <a:scrgbClr r="0" g="0" b="0"/>
          </a:effectRef>
          <a:fontRef idx="minor"/>
        </p:style>
      </p:sp>
      <p:sp>
        <p:nvSpPr>
          <p:cNvPr id="1733" name="CustomShape 70"/>
          <p:cNvSpPr/>
          <p:nvPr/>
        </p:nvSpPr>
        <p:spPr>
          <a:xfrm>
            <a:off x="1318320" y="1335960"/>
            <a:ext cx="1927800" cy="4964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ts val="1599"/>
              </a:lnSpc>
            </a:pPr>
            <a:r>
              <a:rPr lang="en-US" sz="1600" b="0" strike="noStrike" spc="-1">
                <a:solidFill>
                  <a:srgbClr val="000000"/>
                </a:solidFill>
                <a:latin typeface="Arial"/>
                <a:ea typeface="ＭＳ Ｐゴシック"/>
              </a:rPr>
              <a:t>Dijkstra’s link-state </a:t>
            </a:r>
            <a:endParaRPr lang="nl-NL" sz="1600" b="0" strike="noStrike" spc="-1">
              <a:latin typeface="Calibri"/>
            </a:endParaRPr>
          </a:p>
          <a:p>
            <a:pPr algn="ctr">
              <a:lnSpc>
                <a:spcPts val="1599"/>
              </a:lnSpc>
            </a:pPr>
            <a:r>
              <a:rPr lang="en-US" sz="1600" b="0" strike="noStrike" spc="-1">
                <a:solidFill>
                  <a:srgbClr val="000000"/>
                </a:solidFill>
                <a:latin typeface="Arial"/>
                <a:ea typeface="ＭＳ Ｐゴシック"/>
              </a:rPr>
              <a:t>Routing</a:t>
            </a:r>
            <a:endParaRPr lang="nl-NL" sz="1600" b="0" strike="noStrike" spc="-1">
              <a:latin typeface="Calibri"/>
            </a:endParaRPr>
          </a:p>
        </p:txBody>
      </p:sp>
      <p:grpSp>
        <p:nvGrpSpPr>
          <p:cNvPr id="1734" name="Group 71"/>
          <p:cNvGrpSpPr/>
          <p:nvPr/>
        </p:nvGrpSpPr>
        <p:grpSpPr>
          <a:xfrm>
            <a:off x="921600" y="5536440"/>
            <a:ext cx="687600" cy="465480"/>
            <a:chOff x="921600" y="5536440"/>
            <a:chExt cx="687600" cy="465480"/>
          </a:xfrm>
        </p:grpSpPr>
        <p:grpSp>
          <p:nvGrpSpPr>
            <p:cNvPr id="1735" name="Group 72"/>
            <p:cNvGrpSpPr/>
            <p:nvPr/>
          </p:nvGrpSpPr>
          <p:grpSpPr>
            <a:xfrm>
              <a:off x="921600" y="5536440"/>
              <a:ext cx="687600" cy="403560"/>
              <a:chOff x="921600" y="5536440"/>
              <a:chExt cx="687600" cy="403560"/>
            </a:xfrm>
          </p:grpSpPr>
          <p:sp>
            <p:nvSpPr>
              <p:cNvPr id="1736" name="CustomShape 73"/>
              <p:cNvSpPr/>
              <p:nvPr/>
            </p:nvSpPr>
            <p:spPr>
              <a:xfrm flipV="1">
                <a:off x="923760" y="564408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37" name="CustomShape 74"/>
              <p:cNvSpPr/>
              <p:nvPr/>
            </p:nvSpPr>
            <p:spPr>
              <a:xfrm>
                <a:off x="921960" y="568800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38" name="CustomShape 75"/>
              <p:cNvSpPr/>
              <p:nvPr/>
            </p:nvSpPr>
            <p:spPr>
              <a:xfrm flipV="1">
                <a:off x="921960" y="553644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39" name="CustomShape 76"/>
              <p:cNvSpPr/>
              <p:nvPr/>
            </p:nvSpPr>
            <p:spPr>
              <a:xfrm>
                <a:off x="1097640" y="562644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0" name="CustomShape 77"/>
              <p:cNvSpPr/>
              <p:nvPr/>
            </p:nvSpPr>
            <p:spPr>
              <a:xfrm>
                <a:off x="1062720" y="558936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1" name="CustomShape 78"/>
              <p:cNvSpPr/>
              <p:nvPr/>
            </p:nvSpPr>
            <p:spPr>
              <a:xfrm>
                <a:off x="1327320" y="567720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2" name="CustomShape 79"/>
              <p:cNvSpPr/>
              <p:nvPr/>
            </p:nvSpPr>
            <p:spPr>
              <a:xfrm>
                <a:off x="1055160" y="56793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3" name="Line 80"/>
              <p:cNvSpPr/>
              <p:nvPr/>
            </p:nvSpPr>
            <p:spPr>
              <a:xfrm flipH="1" flipV="1">
                <a:off x="921600" y="568332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744" name="Line 81"/>
              <p:cNvSpPr/>
              <p:nvPr/>
            </p:nvSpPr>
            <p:spPr>
              <a:xfrm flipH="1" flipV="1">
                <a:off x="1607040" y="568116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745" name="Group 82"/>
            <p:cNvGrpSpPr/>
            <p:nvPr/>
          </p:nvGrpSpPr>
          <p:grpSpPr>
            <a:xfrm>
              <a:off x="1036440" y="5606640"/>
              <a:ext cx="450720" cy="395280"/>
              <a:chOff x="1036440" y="5606640"/>
              <a:chExt cx="450720" cy="395280"/>
            </a:xfrm>
          </p:grpSpPr>
          <p:sp>
            <p:nvSpPr>
              <p:cNvPr id="1746" name="CustomShape 83"/>
              <p:cNvSpPr/>
              <p:nvPr/>
            </p:nvSpPr>
            <p:spPr>
              <a:xfrm>
                <a:off x="1054080" y="570492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7" name="CustomShape 84"/>
              <p:cNvSpPr/>
              <p:nvPr/>
            </p:nvSpPr>
            <p:spPr>
              <a:xfrm>
                <a:off x="1036440" y="560664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s1</a:t>
                </a:r>
                <a:endParaRPr lang="nl-NL" sz="2000" b="0" strike="noStrike" spc="-1">
                  <a:latin typeface="Calibri"/>
                </a:endParaRPr>
              </a:p>
            </p:txBody>
          </p:sp>
        </p:grpSp>
      </p:grpSp>
      <p:grpSp>
        <p:nvGrpSpPr>
          <p:cNvPr id="1748" name="Group 85"/>
          <p:cNvGrpSpPr/>
          <p:nvPr/>
        </p:nvGrpSpPr>
        <p:grpSpPr>
          <a:xfrm>
            <a:off x="2206440" y="5245200"/>
            <a:ext cx="687240" cy="465480"/>
            <a:chOff x="2206440" y="5245200"/>
            <a:chExt cx="687240" cy="465480"/>
          </a:xfrm>
        </p:grpSpPr>
        <p:grpSp>
          <p:nvGrpSpPr>
            <p:cNvPr id="1749" name="Group 86"/>
            <p:cNvGrpSpPr/>
            <p:nvPr/>
          </p:nvGrpSpPr>
          <p:grpSpPr>
            <a:xfrm>
              <a:off x="2206440" y="5245200"/>
              <a:ext cx="687240" cy="403560"/>
              <a:chOff x="2206440" y="5245200"/>
              <a:chExt cx="687240" cy="403560"/>
            </a:xfrm>
          </p:grpSpPr>
          <p:sp>
            <p:nvSpPr>
              <p:cNvPr id="1750" name="CustomShape 87"/>
              <p:cNvSpPr/>
              <p:nvPr/>
            </p:nvSpPr>
            <p:spPr>
              <a:xfrm flipV="1">
                <a:off x="2208600" y="535284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1" name="CustomShape 88"/>
              <p:cNvSpPr/>
              <p:nvPr/>
            </p:nvSpPr>
            <p:spPr>
              <a:xfrm>
                <a:off x="2206440" y="539676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2" name="CustomShape 89"/>
              <p:cNvSpPr/>
              <p:nvPr/>
            </p:nvSpPr>
            <p:spPr>
              <a:xfrm flipV="1">
                <a:off x="2206440" y="524520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3" name="CustomShape 90"/>
              <p:cNvSpPr/>
              <p:nvPr/>
            </p:nvSpPr>
            <p:spPr>
              <a:xfrm>
                <a:off x="2382480" y="533520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4" name="CustomShape 91"/>
              <p:cNvSpPr/>
              <p:nvPr/>
            </p:nvSpPr>
            <p:spPr>
              <a:xfrm>
                <a:off x="2347560" y="529776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5" name="CustomShape 92"/>
              <p:cNvSpPr/>
              <p:nvPr/>
            </p:nvSpPr>
            <p:spPr>
              <a:xfrm>
                <a:off x="2612160" y="538560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6" name="CustomShape 93"/>
              <p:cNvSpPr/>
              <p:nvPr/>
            </p:nvSpPr>
            <p:spPr>
              <a:xfrm>
                <a:off x="2340000" y="53877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7" name="Line 94"/>
              <p:cNvSpPr/>
              <p:nvPr/>
            </p:nvSpPr>
            <p:spPr>
              <a:xfrm flipH="1" flipV="1">
                <a:off x="2206440" y="539208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758" name="Line 95"/>
              <p:cNvSpPr/>
              <p:nvPr/>
            </p:nvSpPr>
            <p:spPr>
              <a:xfrm flipH="1" flipV="1">
                <a:off x="2891880" y="538992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759" name="Group 96"/>
            <p:cNvGrpSpPr/>
            <p:nvPr/>
          </p:nvGrpSpPr>
          <p:grpSpPr>
            <a:xfrm>
              <a:off x="2321280" y="5315400"/>
              <a:ext cx="450720" cy="395280"/>
              <a:chOff x="2321280" y="5315400"/>
              <a:chExt cx="450720" cy="395280"/>
            </a:xfrm>
          </p:grpSpPr>
          <p:sp>
            <p:nvSpPr>
              <p:cNvPr id="1760" name="CustomShape 97"/>
              <p:cNvSpPr/>
              <p:nvPr/>
            </p:nvSpPr>
            <p:spPr>
              <a:xfrm>
                <a:off x="2338560" y="541368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61" name="CustomShape 98"/>
              <p:cNvSpPr/>
              <p:nvPr/>
            </p:nvSpPr>
            <p:spPr>
              <a:xfrm>
                <a:off x="2321280" y="531540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s2</a:t>
                </a:r>
                <a:endParaRPr lang="nl-NL" sz="2000" b="0" strike="noStrike" spc="-1">
                  <a:latin typeface="Calibri"/>
                </a:endParaRPr>
              </a:p>
            </p:txBody>
          </p:sp>
        </p:grpSp>
      </p:grpSp>
      <p:grpSp>
        <p:nvGrpSpPr>
          <p:cNvPr id="1762" name="Group 99"/>
          <p:cNvGrpSpPr/>
          <p:nvPr/>
        </p:nvGrpSpPr>
        <p:grpSpPr>
          <a:xfrm>
            <a:off x="1909800" y="5999400"/>
            <a:ext cx="687600" cy="465480"/>
            <a:chOff x="1909800" y="5999400"/>
            <a:chExt cx="687600" cy="465480"/>
          </a:xfrm>
        </p:grpSpPr>
        <p:grpSp>
          <p:nvGrpSpPr>
            <p:cNvPr id="1763" name="Group 100"/>
            <p:cNvGrpSpPr/>
            <p:nvPr/>
          </p:nvGrpSpPr>
          <p:grpSpPr>
            <a:xfrm>
              <a:off x="1909800" y="5999400"/>
              <a:ext cx="687600" cy="403560"/>
              <a:chOff x="1909800" y="5999400"/>
              <a:chExt cx="687600" cy="403560"/>
            </a:xfrm>
          </p:grpSpPr>
          <p:sp>
            <p:nvSpPr>
              <p:cNvPr id="1764" name="CustomShape 101"/>
              <p:cNvSpPr/>
              <p:nvPr/>
            </p:nvSpPr>
            <p:spPr>
              <a:xfrm flipV="1">
                <a:off x="1911960" y="610704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65" name="CustomShape 102"/>
              <p:cNvSpPr/>
              <p:nvPr/>
            </p:nvSpPr>
            <p:spPr>
              <a:xfrm>
                <a:off x="1910160" y="615096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66" name="CustomShape 103"/>
              <p:cNvSpPr/>
              <p:nvPr/>
            </p:nvSpPr>
            <p:spPr>
              <a:xfrm flipV="1">
                <a:off x="1910160" y="599940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67" name="CustomShape 104"/>
              <p:cNvSpPr/>
              <p:nvPr/>
            </p:nvSpPr>
            <p:spPr>
              <a:xfrm>
                <a:off x="2085840" y="608940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68" name="CustomShape 105"/>
              <p:cNvSpPr/>
              <p:nvPr/>
            </p:nvSpPr>
            <p:spPr>
              <a:xfrm>
                <a:off x="2051280" y="605196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69" name="CustomShape 106"/>
              <p:cNvSpPr/>
              <p:nvPr/>
            </p:nvSpPr>
            <p:spPr>
              <a:xfrm>
                <a:off x="2315520" y="613980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70" name="CustomShape 107"/>
              <p:cNvSpPr/>
              <p:nvPr/>
            </p:nvSpPr>
            <p:spPr>
              <a:xfrm>
                <a:off x="2043360" y="61419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71" name="Line 108"/>
              <p:cNvSpPr/>
              <p:nvPr/>
            </p:nvSpPr>
            <p:spPr>
              <a:xfrm flipH="1" flipV="1">
                <a:off x="1909800" y="614628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772" name="Line 109"/>
              <p:cNvSpPr/>
              <p:nvPr/>
            </p:nvSpPr>
            <p:spPr>
              <a:xfrm flipH="1" flipV="1">
                <a:off x="2595600" y="6144120"/>
                <a:ext cx="180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773" name="Group 110"/>
            <p:cNvGrpSpPr/>
            <p:nvPr/>
          </p:nvGrpSpPr>
          <p:grpSpPr>
            <a:xfrm>
              <a:off x="2024640" y="6069600"/>
              <a:ext cx="450720" cy="395280"/>
              <a:chOff x="2024640" y="6069600"/>
              <a:chExt cx="450720" cy="395280"/>
            </a:xfrm>
          </p:grpSpPr>
          <p:sp>
            <p:nvSpPr>
              <p:cNvPr id="1774" name="CustomShape 111"/>
              <p:cNvSpPr/>
              <p:nvPr/>
            </p:nvSpPr>
            <p:spPr>
              <a:xfrm>
                <a:off x="2042280" y="616788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75" name="CustomShape 112"/>
              <p:cNvSpPr/>
              <p:nvPr/>
            </p:nvSpPr>
            <p:spPr>
              <a:xfrm>
                <a:off x="2024640" y="606960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s3</a:t>
                </a:r>
                <a:endParaRPr lang="nl-NL" sz="2000" b="0" strike="noStrike" spc="-1">
                  <a:latin typeface="Calibri"/>
                </a:endParaRPr>
              </a:p>
            </p:txBody>
          </p:sp>
        </p:grpSp>
      </p:grpSp>
      <p:grpSp>
        <p:nvGrpSpPr>
          <p:cNvPr id="1776" name="Group 113"/>
          <p:cNvGrpSpPr/>
          <p:nvPr/>
        </p:nvGrpSpPr>
        <p:grpSpPr>
          <a:xfrm>
            <a:off x="3077280" y="5718240"/>
            <a:ext cx="687600" cy="465480"/>
            <a:chOff x="3077280" y="5718240"/>
            <a:chExt cx="687600" cy="465480"/>
          </a:xfrm>
        </p:grpSpPr>
        <p:grpSp>
          <p:nvGrpSpPr>
            <p:cNvPr id="1777" name="Group 114"/>
            <p:cNvGrpSpPr/>
            <p:nvPr/>
          </p:nvGrpSpPr>
          <p:grpSpPr>
            <a:xfrm>
              <a:off x="3077280" y="5718240"/>
              <a:ext cx="687600" cy="403560"/>
              <a:chOff x="3077280" y="5718240"/>
              <a:chExt cx="687600" cy="403560"/>
            </a:xfrm>
          </p:grpSpPr>
          <p:sp>
            <p:nvSpPr>
              <p:cNvPr id="1778" name="CustomShape 115"/>
              <p:cNvSpPr/>
              <p:nvPr/>
            </p:nvSpPr>
            <p:spPr>
              <a:xfrm flipV="1">
                <a:off x="3079440" y="5825880"/>
                <a:ext cx="685080" cy="295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79" name="CustomShape 116"/>
              <p:cNvSpPr/>
              <p:nvPr/>
            </p:nvSpPr>
            <p:spPr>
              <a:xfrm>
                <a:off x="3077640" y="5869800"/>
                <a:ext cx="686880" cy="105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0" name="CustomShape 117"/>
              <p:cNvSpPr/>
              <p:nvPr/>
            </p:nvSpPr>
            <p:spPr>
              <a:xfrm flipV="1">
                <a:off x="3077640" y="5718240"/>
                <a:ext cx="685080" cy="295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1" name="CustomShape 118"/>
              <p:cNvSpPr/>
              <p:nvPr/>
            </p:nvSpPr>
            <p:spPr>
              <a:xfrm>
                <a:off x="3253320" y="5808240"/>
                <a:ext cx="333720" cy="1468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2" name="CustomShape 119"/>
              <p:cNvSpPr/>
              <p:nvPr/>
            </p:nvSpPr>
            <p:spPr>
              <a:xfrm>
                <a:off x="3218400" y="5770800"/>
                <a:ext cx="403200" cy="10296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3" name="CustomShape 120"/>
              <p:cNvSpPr/>
              <p:nvPr/>
            </p:nvSpPr>
            <p:spPr>
              <a:xfrm>
                <a:off x="3483000" y="5858640"/>
                <a:ext cx="148320" cy="896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4" name="CustomShape 121"/>
              <p:cNvSpPr/>
              <p:nvPr/>
            </p:nvSpPr>
            <p:spPr>
              <a:xfrm>
                <a:off x="3210840" y="5861160"/>
                <a:ext cx="146520" cy="874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5" name="Line 122"/>
              <p:cNvSpPr/>
              <p:nvPr/>
            </p:nvSpPr>
            <p:spPr>
              <a:xfrm flipH="1" flipV="1">
                <a:off x="3077280" y="586512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1786" name="Line 123"/>
              <p:cNvSpPr/>
              <p:nvPr/>
            </p:nvSpPr>
            <p:spPr>
              <a:xfrm flipH="1" flipV="1">
                <a:off x="3762720" y="5862960"/>
                <a:ext cx="2160" cy="1141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1787" name="Group 124"/>
            <p:cNvGrpSpPr/>
            <p:nvPr/>
          </p:nvGrpSpPr>
          <p:grpSpPr>
            <a:xfrm>
              <a:off x="3192120" y="5788440"/>
              <a:ext cx="450720" cy="395280"/>
              <a:chOff x="3192120" y="5788440"/>
              <a:chExt cx="450720" cy="395280"/>
            </a:xfrm>
          </p:grpSpPr>
          <p:sp>
            <p:nvSpPr>
              <p:cNvPr id="1788" name="CustomShape 125"/>
              <p:cNvSpPr/>
              <p:nvPr/>
            </p:nvSpPr>
            <p:spPr>
              <a:xfrm>
                <a:off x="3209760" y="5886720"/>
                <a:ext cx="433080" cy="232560"/>
              </a:xfrm>
              <a:prstGeom prst="ellipse">
                <a:avLst/>
              </a:prstGeom>
              <a:solidFill>
                <a:schemeClr val="bg1">
                  <a:alpha val="76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89" name="CustomShape 126"/>
              <p:cNvSpPr/>
              <p:nvPr/>
            </p:nvSpPr>
            <p:spPr>
              <a:xfrm>
                <a:off x="3192120" y="5788440"/>
                <a:ext cx="45072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strike="noStrike" spc="-1">
                    <a:solidFill>
                      <a:srgbClr val="000000"/>
                    </a:solidFill>
                    <a:latin typeface="Arial"/>
                    <a:ea typeface="ＭＳ Ｐゴシック"/>
                  </a:rPr>
                  <a:t>s4</a:t>
                </a:r>
                <a:endParaRPr lang="nl-NL" sz="2000" b="0" strike="noStrike" spc="-1">
                  <a:latin typeface="Calibri"/>
                </a:endParaRPr>
              </a:p>
            </p:txBody>
          </p:sp>
        </p:grpSp>
      </p:grpSp>
      <p:sp>
        <p:nvSpPr>
          <p:cNvPr id="1790" name="CustomShape 127"/>
          <p:cNvSpPr/>
          <p:nvPr/>
        </p:nvSpPr>
        <p:spPr>
          <a:xfrm>
            <a:off x="2476080" y="4898520"/>
            <a:ext cx="905760" cy="769320"/>
          </a:xfrm>
          <a:custGeom>
            <a:avLst/>
            <a:gdLst/>
            <a:ahLst/>
            <a:cxnLst/>
            <a:rect l="l" t="t" r="r" b="b"/>
            <a:pathLst>
              <a:path w="21600" h="21600">
                <a:moveTo>
                  <a:pt x="0" y="0"/>
                </a:moveTo>
                <a:lnTo>
                  <a:pt x="21600" y="21600"/>
                </a:lnTo>
              </a:path>
            </a:pathLst>
          </a:custGeom>
          <a:solidFill>
            <a:schemeClr val="accent1"/>
          </a:solidFill>
          <a:ln w="9360">
            <a:solidFill>
              <a:schemeClr val="tx1"/>
            </a:solidFill>
            <a:round/>
            <a:tailEnd type="triangle" w="med" len="med"/>
          </a:ln>
        </p:spPr>
        <p:style>
          <a:lnRef idx="0">
            <a:scrgbClr r="0" g="0" b="0"/>
          </a:lnRef>
          <a:fillRef idx="0">
            <a:scrgbClr r="0" g="0" b="0"/>
          </a:fillRef>
          <a:effectRef idx="0">
            <a:scrgbClr r="0" g="0" b="0"/>
          </a:effectRef>
          <a:fontRef idx="minor"/>
        </p:style>
      </p:sp>
      <p:grpSp>
        <p:nvGrpSpPr>
          <p:cNvPr id="1791" name="Group 128"/>
          <p:cNvGrpSpPr/>
          <p:nvPr/>
        </p:nvGrpSpPr>
        <p:grpSpPr>
          <a:xfrm>
            <a:off x="5361840" y="2228760"/>
            <a:ext cx="3386160" cy="1337400"/>
            <a:chOff x="5361840" y="2228760"/>
            <a:chExt cx="3386160" cy="1337400"/>
          </a:xfrm>
        </p:grpSpPr>
        <p:sp>
          <p:nvSpPr>
            <p:cNvPr id="1792" name="CustomShape 129"/>
            <p:cNvSpPr/>
            <p:nvPr/>
          </p:nvSpPr>
          <p:spPr>
            <a:xfrm>
              <a:off x="5700240" y="2242800"/>
              <a:ext cx="304776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000000"/>
                  </a:solidFill>
                  <a:latin typeface="Calibri"/>
                  <a:ea typeface="ＭＳ Ｐゴシック"/>
                </a:rPr>
                <a:t>link state routing app interacts with flow-table-computation component in SDN controller, which computes new flow tables needed</a:t>
              </a:r>
              <a:endParaRPr lang="nl-NL" sz="1800" b="0" strike="noStrike" spc="-1">
                <a:latin typeface="Calibri"/>
              </a:endParaRPr>
            </a:p>
          </p:txBody>
        </p:sp>
        <p:grpSp>
          <p:nvGrpSpPr>
            <p:cNvPr id="1793" name="Group 130"/>
            <p:cNvGrpSpPr/>
            <p:nvPr/>
          </p:nvGrpSpPr>
          <p:grpSpPr>
            <a:xfrm>
              <a:off x="5361840" y="2228760"/>
              <a:ext cx="307440" cy="364680"/>
              <a:chOff x="5361840" y="2228760"/>
              <a:chExt cx="307440" cy="364680"/>
            </a:xfrm>
          </p:grpSpPr>
          <p:sp>
            <p:nvSpPr>
              <p:cNvPr id="1794" name="CustomShape 131"/>
              <p:cNvSpPr/>
              <p:nvPr/>
            </p:nvSpPr>
            <p:spPr>
              <a:xfrm>
                <a:off x="5391000" y="2291040"/>
                <a:ext cx="27180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795" name="CustomShape 132"/>
              <p:cNvSpPr/>
              <p:nvPr/>
            </p:nvSpPr>
            <p:spPr>
              <a:xfrm>
                <a:off x="5361840" y="222876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5</a:t>
                </a:r>
                <a:endParaRPr lang="nl-NL" sz="1800" b="0" strike="noStrike" spc="-1">
                  <a:latin typeface="Calibri"/>
                </a:endParaRPr>
              </a:p>
            </p:txBody>
          </p:sp>
        </p:grpSp>
      </p:grpSp>
      <p:grpSp>
        <p:nvGrpSpPr>
          <p:cNvPr id="1796" name="Group 133"/>
          <p:cNvGrpSpPr/>
          <p:nvPr/>
        </p:nvGrpSpPr>
        <p:grpSpPr>
          <a:xfrm>
            <a:off x="5452920" y="3736800"/>
            <a:ext cx="3385800" cy="844200"/>
            <a:chOff x="5452920" y="3736800"/>
            <a:chExt cx="3385800" cy="844200"/>
          </a:xfrm>
        </p:grpSpPr>
        <p:sp>
          <p:nvSpPr>
            <p:cNvPr id="1797" name="CustomShape 134"/>
            <p:cNvSpPr/>
            <p:nvPr/>
          </p:nvSpPr>
          <p:spPr>
            <a:xfrm>
              <a:off x="5790960" y="3750840"/>
              <a:ext cx="3047760" cy="83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90000"/>
                </a:lnSpc>
              </a:pPr>
              <a:r>
                <a:rPr lang="en-US" sz="1800" b="0" strike="noStrike" spc="-1">
                  <a:solidFill>
                    <a:srgbClr val="000000"/>
                  </a:solidFill>
                  <a:latin typeface="Calibri"/>
                  <a:ea typeface="ＭＳ Ｐゴシック"/>
                </a:rPr>
                <a:t>Controller uses OpenFlow to install new tables in switches that need updating</a:t>
              </a:r>
              <a:endParaRPr lang="nl-NL" sz="1800" b="0" strike="noStrike" spc="-1">
                <a:latin typeface="Calibri"/>
              </a:endParaRPr>
            </a:p>
          </p:txBody>
        </p:sp>
        <p:grpSp>
          <p:nvGrpSpPr>
            <p:cNvPr id="1798" name="Group 135"/>
            <p:cNvGrpSpPr/>
            <p:nvPr/>
          </p:nvGrpSpPr>
          <p:grpSpPr>
            <a:xfrm>
              <a:off x="5452920" y="3736800"/>
              <a:ext cx="307440" cy="364680"/>
              <a:chOff x="5452920" y="3736800"/>
              <a:chExt cx="307440" cy="364680"/>
            </a:xfrm>
          </p:grpSpPr>
          <p:sp>
            <p:nvSpPr>
              <p:cNvPr id="1799" name="CustomShape 136"/>
              <p:cNvSpPr/>
              <p:nvPr/>
            </p:nvSpPr>
            <p:spPr>
              <a:xfrm>
                <a:off x="5482080" y="3799080"/>
                <a:ext cx="271800" cy="262800"/>
              </a:xfrm>
              <a:prstGeom prst="ellipse">
                <a:avLst/>
              </a:prstGeom>
              <a:solidFill>
                <a:schemeClr val="bg1"/>
              </a:solidFill>
              <a:ln w="12600">
                <a:solidFill>
                  <a:schemeClr val="tx1"/>
                </a:solidFill>
                <a:round/>
              </a:ln>
            </p:spPr>
            <p:style>
              <a:lnRef idx="0">
                <a:scrgbClr r="0" g="0" b="0"/>
              </a:lnRef>
              <a:fillRef idx="0">
                <a:scrgbClr r="0" g="0" b="0"/>
              </a:fillRef>
              <a:effectRef idx="0">
                <a:scrgbClr r="0" g="0" b="0"/>
              </a:effectRef>
              <a:fontRef idx="minor"/>
            </p:style>
          </p:sp>
          <p:sp>
            <p:nvSpPr>
              <p:cNvPr id="1800" name="CustomShape 137"/>
              <p:cNvSpPr/>
              <p:nvPr/>
            </p:nvSpPr>
            <p:spPr>
              <a:xfrm>
                <a:off x="5452920" y="373680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6</a:t>
                </a:r>
                <a:endParaRPr lang="nl-NL" sz="1800" b="0" strike="noStrike" spc="-1">
                  <a:latin typeface="Calibri"/>
                </a:endParaRPr>
              </a:p>
            </p:txBody>
          </p:sp>
        </p:grpSp>
      </p:grpSp>
      <p:pic>
        <p:nvPicPr>
          <p:cNvPr id="1801" name="Picture 12" descr="underline_base"/>
          <p:cNvPicPr/>
          <p:nvPr/>
        </p:nvPicPr>
        <p:blipFill>
          <a:blip r:embed="rId2"/>
          <a:stretch/>
        </p:blipFill>
        <p:spPr>
          <a:xfrm>
            <a:off x="2464200" y="773640"/>
            <a:ext cx="6613920" cy="154800"/>
          </a:xfrm>
          <a:prstGeom prst="rect">
            <a:avLst/>
          </a:prstGeom>
          <a:ln>
            <a:noFill/>
          </a:ln>
        </p:spPr>
      </p:pic>
      <p:sp>
        <p:nvSpPr>
          <p:cNvPr id="1802" name="CustomShape 138"/>
          <p:cNvSpPr/>
          <p:nvPr/>
        </p:nvSpPr>
        <p:spPr>
          <a:xfrm>
            <a:off x="2390040" y="203760"/>
            <a:ext cx="7421040" cy="11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600" b="0" strike="noStrike" spc="-1">
                <a:solidFill>
                  <a:srgbClr val="000099"/>
                </a:solidFill>
                <a:latin typeface="Calibri"/>
                <a:ea typeface="ＭＳ Ｐゴシック"/>
              </a:rPr>
              <a:t>SDN: control/data plane interaction</a:t>
            </a:r>
            <a:endParaRPr lang="nl-NL" sz="3600" b="0" strike="noStrike" spc="-1">
              <a:latin typeface="Calibri"/>
            </a:endParaRPr>
          </a:p>
        </p:txBody>
      </p:sp>
      <p:sp>
        <p:nvSpPr>
          <p:cNvPr id="1803" name="TextShape 139"/>
          <p:cNvSpPr txBox="1"/>
          <p:nvPr/>
        </p:nvSpPr>
        <p:spPr>
          <a:xfrm>
            <a:off x="8255160" y="6124680"/>
            <a:ext cx="626760" cy="364680"/>
          </a:xfrm>
          <a:prstGeom prst="rect">
            <a:avLst/>
          </a:prstGeom>
          <a:noFill/>
          <a:ln>
            <a:noFill/>
          </a:ln>
        </p:spPr>
        <p:txBody>
          <a:bodyPr anchor="ctr">
            <a:noAutofit/>
          </a:bodyPr>
          <a:lstStyle/>
          <a:p>
            <a:pPr algn="r">
              <a:lnSpc>
                <a:spcPct val="100000"/>
              </a:lnSpc>
            </a:pPr>
            <a:fld id="{993A8884-621E-4860-B18D-DA851DA5A132}" type="slidenum">
              <a:rPr lang="nl-NL" sz="1000" b="0" strike="noStrike" spc="-1">
                <a:solidFill>
                  <a:srgbClr val="FFFFFF"/>
                </a:solidFill>
                <a:latin typeface="Arial"/>
                <a:ea typeface="ＭＳ Ｐゴシック"/>
              </a:rPr>
              <a:t>28</a:t>
            </a:fld>
            <a:endParaRPr lang="nl-NL" sz="1000" b="0" strike="noStrike" spc="-1">
              <a:latin typeface="Calibri"/>
            </a:endParaRPr>
          </a:p>
        </p:txBody>
      </p:sp>
      <p:sp>
        <p:nvSpPr>
          <p:cNvPr id="1804" name="CustomShape 140"/>
          <p:cNvSpPr/>
          <p:nvPr/>
        </p:nvSpPr>
        <p:spPr>
          <a:xfrm>
            <a:off x="4360680" y="656208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8</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p:cTn id="6" dur="1" fill="hold">
                                          <p:stCondLst>
                                            <p:cond delay="0"/>
                                          </p:stCondLst>
                                        </p:cTn>
                                        <p:tgtEl>
                                          <p:spTgt spid="1796"/>
                                        </p:tgtEl>
                                        <p:attrNameLst>
                                          <p:attrName>style.visibility</p:attrName>
                                        </p:attrNameLst>
                                      </p:cBhvr>
                                      <p:to>
                                        <p:strVal val="visible"/>
                                      </p:to>
                                    </p:set>
                                    <p:animEffect transition="in" filter="dissolve">
                                      <p:cBhvr additive="repl">
                                        <p:cTn id="7" dur="500"/>
                                        <p:tgtEl>
                                          <p:spTgt spid="1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BAA374-21EB-1E4A-AAA2-6F371A55B45B}"/>
              </a:ext>
            </a:extLst>
          </p:cNvPr>
          <p:cNvSpPr>
            <a:spLocks noGrp="1"/>
          </p:cNvSpPr>
          <p:nvPr>
            <p:ph type="title"/>
          </p:nvPr>
        </p:nvSpPr>
        <p:spPr>
          <a:xfrm>
            <a:off x="457200" y="944640"/>
            <a:ext cx="8229240" cy="860714"/>
          </a:xfrm>
        </p:spPr>
        <p:txBody>
          <a:bodyPr/>
          <a:lstStyle/>
          <a:p>
            <a:r>
              <a:rPr lang="nl-NL" dirty="0"/>
              <a:t>Software </a:t>
            </a:r>
            <a:r>
              <a:rPr lang="nl-NL" dirty="0" err="1"/>
              <a:t>Defined</a:t>
            </a:r>
            <a:r>
              <a:rPr lang="nl-NL" dirty="0"/>
              <a:t> Networking</a:t>
            </a:r>
          </a:p>
        </p:txBody>
      </p:sp>
      <p:sp>
        <p:nvSpPr>
          <p:cNvPr id="3" name="Ondertitel 2">
            <a:extLst>
              <a:ext uri="{FF2B5EF4-FFF2-40B4-BE49-F238E27FC236}">
                <a16:creationId xmlns:a16="http://schemas.microsoft.com/office/drawing/2014/main" id="{FB8B9145-6395-DE47-811E-D25D7EFF8F43}"/>
              </a:ext>
            </a:extLst>
          </p:cNvPr>
          <p:cNvSpPr>
            <a:spLocks noGrp="1"/>
          </p:cNvSpPr>
          <p:nvPr>
            <p:ph type="subTitle"/>
          </p:nvPr>
        </p:nvSpPr>
        <p:spPr>
          <a:xfrm>
            <a:off x="457200" y="944640"/>
            <a:ext cx="8229240" cy="5777436"/>
          </a:xfrm>
        </p:spPr>
        <p:txBody>
          <a:bodyPr/>
          <a:lstStyle/>
          <a:p>
            <a:r>
              <a:rPr lang="nl-NL" sz="1800" dirty="0"/>
              <a:t>Een netwerk bestaat uit een aantal met elkaar verbonden routers. Eén van deze routers stelt vast dat een bepaalde verbinding offline is gegaan.</a:t>
            </a:r>
          </a:p>
          <a:p>
            <a:r>
              <a:rPr lang="nl-NL" sz="1800" dirty="0"/>
              <a:t>Vroeger zou deze router de andere routers hierover informeren met behulp van een routing protocol. Elke router zou vervolgens voor zichzelf de eigen routing table opnieuw berekenen,.</a:t>
            </a:r>
          </a:p>
          <a:p>
            <a:endParaRPr lang="nl-NL" sz="1800" dirty="0"/>
          </a:p>
          <a:p>
            <a:r>
              <a:rPr lang="nl-NL" sz="1800" dirty="0"/>
              <a:t>Leg uit, hoe SDN (Software </a:t>
            </a:r>
            <a:r>
              <a:rPr lang="nl-NL" sz="1800" dirty="0" err="1"/>
              <a:t>Defined</a:t>
            </a:r>
            <a:r>
              <a:rPr lang="nl-NL" sz="1800" dirty="0"/>
              <a:t> Networking) hier mee omgaat. Welke verschillende stappen worden gezet, om te zorgen dat de routing </a:t>
            </a:r>
            <a:r>
              <a:rPr lang="nl-NL" sz="1800" dirty="0" err="1"/>
              <a:t>tables</a:t>
            </a:r>
            <a:r>
              <a:rPr lang="nl-NL" sz="1800" dirty="0"/>
              <a:t> van alle routers </a:t>
            </a:r>
            <a:r>
              <a:rPr lang="nl-NL" sz="1800" dirty="0" err="1"/>
              <a:t>geupdate</a:t>
            </a:r>
            <a:r>
              <a:rPr lang="nl-NL" sz="1800" dirty="0"/>
              <a:t> worden.</a:t>
            </a:r>
          </a:p>
          <a:p>
            <a:pPr marL="0" indent="0">
              <a:buNone/>
            </a:pPr>
            <a:r>
              <a:rPr lang="nl-NL" sz="1800" b="1" dirty="0"/>
              <a:t>Zet antwoord in chat</a:t>
            </a:r>
          </a:p>
          <a:p>
            <a:endParaRPr lang="nl-NL" dirty="0"/>
          </a:p>
        </p:txBody>
      </p:sp>
    </p:spTree>
    <p:extLst>
      <p:ext uri="{BB962C8B-B14F-4D97-AF65-F5344CB8AC3E}">
        <p14:creationId xmlns:p14="http://schemas.microsoft.com/office/powerpoint/2010/main" val="2170858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2CDE57-613A-4642-BA74-37CEE4F7AC87}"/>
              </a:ext>
            </a:extLst>
          </p:cNvPr>
          <p:cNvSpPr>
            <a:spLocks noGrp="1"/>
          </p:cNvSpPr>
          <p:nvPr>
            <p:ph type="title"/>
          </p:nvPr>
        </p:nvSpPr>
        <p:spPr/>
        <p:txBody>
          <a:bodyPr/>
          <a:lstStyle/>
          <a:p>
            <a:endParaRPr lang="nl-NL" dirty="0"/>
          </a:p>
        </p:txBody>
      </p:sp>
      <p:sp>
        <p:nvSpPr>
          <p:cNvPr id="3" name="Ondertitel 2">
            <a:extLst>
              <a:ext uri="{FF2B5EF4-FFF2-40B4-BE49-F238E27FC236}">
                <a16:creationId xmlns:a16="http://schemas.microsoft.com/office/drawing/2014/main" id="{E73BC65F-3359-0947-9D8E-AE90CD841F31}"/>
              </a:ext>
            </a:extLst>
          </p:cNvPr>
          <p:cNvSpPr>
            <a:spLocks noGrp="1"/>
          </p:cNvSpPr>
          <p:nvPr>
            <p:ph type="subTitle"/>
          </p:nvPr>
        </p:nvSpPr>
        <p:spPr>
          <a:xfrm>
            <a:off x="457200" y="944640"/>
            <a:ext cx="8229240" cy="5653868"/>
          </a:xfrm>
        </p:spPr>
        <p:txBody>
          <a:bodyPr/>
          <a:lstStyle/>
          <a:p>
            <a:r>
              <a:rPr lang="nl-NL" sz="2400" dirty="0"/>
              <a:t>The router </a:t>
            </a:r>
            <a:r>
              <a:rPr lang="nl-NL" sz="2400" dirty="0" err="1"/>
              <a:t>will</a:t>
            </a:r>
            <a:r>
              <a:rPr lang="nl-NL" sz="2400" dirty="0"/>
              <a:t> </a:t>
            </a:r>
            <a:r>
              <a:rPr lang="nl-NL" sz="2400" dirty="0" err="1"/>
              <a:t>notify</a:t>
            </a:r>
            <a:r>
              <a:rPr lang="nl-NL" sz="2400" dirty="0"/>
              <a:t> </a:t>
            </a:r>
            <a:r>
              <a:rPr lang="nl-NL" sz="2400" dirty="0" err="1"/>
              <a:t>the</a:t>
            </a:r>
            <a:r>
              <a:rPr lang="nl-NL" sz="2400" dirty="0"/>
              <a:t> </a:t>
            </a:r>
            <a:r>
              <a:rPr lang="nl-NL" sz="2400" dirty="0" err="1"/>
              <a:t>central</a:t>
            </a:r>
            <a:r>
              <a:rPr lang="nl-NL" sz="2400" dirty="0"/>
              <a:t> SDN controller </a:t>
            </a:r>
            <a:r>
              <a:rPr lang="nl-NL" sz="2400" dirty="0" err="1"/>
              <a:t>about</a:t>
            </a:r>
            <a:r>
              <a:rPr lang="nl-NL" sz="2400" dirty="0"/>
              <a:t> </a:t>
            </a:r>
            <a:r>
              <a:rPr lang="nl-NL" sz="2400" dirty="0" err="1"/>
              <a:t>the</a:t>
            </a:r>
            <a:r>
              <a:rPr lang="nl-NL" sz="2400" dirty="0"/>
              <a:t> link failure. </a:t>
            </a:r>
          </a:p>
          <a:p>
            <a:r>
              <a:rPr lang="nl-NL" sz="2400" dirty="0"/>
              <a:t>The SDN controller </a:t>
            </a:r>
            <a:r>
              <a:rPr lang="nl-NL" sz="2400" dirty="0" err="1"/>
              <a:t>will</a:t>
            </a:r>
            <a:r>
              <a:rPr lang="nl-NL" sz="2400" dirty="0"/>
              <a:t> </a:t>
            </a:r>
            <a:r>
              <a:rPr lang="nl-NL" sz="2400" dirty="0" err="1"/>
              <a:t>invoke</a:t>
            </a:r>
            <a:r>
              <a:rPr lang="nl-NL" sz="2400" dirty="0"/>
              <a:t> a </a:t>
            </a:r>
            <a:r>
              <a:rPr lang="nl-NL" sz="2400" dirty="0" err="1"/>
              <a:t>network</a:t>
            </a:r>
            <a:r>
              <a:rPr lang="nl-NL" sz="2400" dirty="0"/>
              <a:t> control </a:t>
            </a:r>
            <a:r>
              <a:rPr lang="nl-NL" sz="2400" dirty="0" err="1"/>
              <a:t>application</a:t>
            </a:r>
            <a:r>
              <a:rPr lang="nl-NL" sz="2400" dirty="0"/>
              <a:t> </a:t>
            </a:r>
            <a:r>
              <a:rPr lang="nl-NL" sz="2400" dirty="0" err="1"/>
              <a:t>that</a:t>
            </a:r>
            <a:r>
              <a:rPr lang="nl-NL" sz="2400" dirty="0"/>
              <a:t> </a:t>
            </a:r>
            <a:r>
              <a:rPr lang="nl-NL" sz="2400" dirty="0" err="1"/>
              <a:t>will</a:t>
            </a:r>
            <a:r>
              <a:rPr lang="nl-NL" sz="2400" dirty="0"/>
              <a:t> </a:t>
            </a:r>
            <a:r>
              <a:rPr lang="nl-NL" sz="2400" dirty="0" err="1"/>
              <a:t>calculate</a:t>
            </a:r>
            <a:r>
              <a:rPr lang="nl-NL" sz="2400" dirty="0"/>
              <a:t> new routing information. </a:t>
            </a:r>
          </a:p>
          <a:p>
            <a:r>
              <a:rPr lang="nl-NL" sz="2400" dirty="0" err="1"/>
              <a:t>Finally</a:t>
            </a:r>
            <a:r>
              <a:rPr lang="nl-NL" sz="2400" dirty="0"/>
              <a:t>, </a:t>
            </a:r>
            <a:r>
              <a:rPr lang="nl-NL" sz="2400" dirty="0" err="1"/>
              <a:t>the</a:t>
            </a:r>
            <a:r>
              <a:rPr lang="nl-NL" sz="2400" dirty="0"/>
              <a:t> SDN controller </a:t>
            </a:r>
            <a:r>
              <a:rPr lang="nl-NL" sz="2400" dirty="0" err="1"/>
              <a:t>will</a:t>
            </a:r>
            <a:r>
              <a:rPr lang="nl-NL" sz="2400" dirty="0"/>
              <a:t> push </a:t>
            </a:r>
            <a:r>
              <a:rPr lang="nl-NL" sz="2400" dirty="0" err="1"/>
              <a:t>the</a:t>
            </a:r>
            <a:r>
              <a:rPr lang="nl-NL" sz="2400" dirty="0"/>
              <a:t> new routing </a:t>
            </a:r>
            <a:r>
              <a:rPr lang="nl-NL" sz="2400" dirty="0" err="1"/>
              <a:t>tables</a:t>
            </a:r>
            <a:r>
              <a:rPr lang="nl-NL" sz="2400" dirty="0"/>
              <a:t> to </a:t>
            </a:r>
            <a:r>
              <a:rPr lang="nl-NL" sz="2400" dirty="0" err="1"/>
              <a:t>all</a:t>
            </a:r>
            <a:r>
              <a:rPr lang="nl-NL" sz="2400" dirty="0"/>
              <a:t> routers (or </a:t>
            </a:r>
            <a:r>
              <a:rPr lang="nl-NL" sz="2400" dirty="0" err="1"/>
              <a:t>packet</a:t>
            </a:r>
            <a:r>
              <a:rPr lang="nl-NL" sz="2400" dirty="0"/>
              <a:t> switches). </a:t>
            </a:r>
          </a:p>
          <a:p>
            <a:r>
              <a:rPr lang="nl-NL" sz="2400" dirty="0" err="1"/>
              <a:t>Notice</a:t>
            </a:r>
            <a:r>
              <a:rPr lang="nl-NL" sz="2400" dirty="0"/>
              <a:t> </a:t>
            </a:r>
            <a:r>
              <a:rPr lang="nl-NL" sz="2400" dirty="0" err="1"/>
              <a:t>how</a:t>
            </a:r>
            <a:r>
              <a:rPr lang="nl-NL" sz="2400" dirty="0"/>
              <a:t> </a:t>
            </a:r>
            <a:r>
              <a:rPr lang="nl-NL" sz="2400" dirty="0" err="1"/>
              <a:t>the</a:t>
            </a:r>
            <a:r>
              <a:rPr lang="nl-NL" sz="2400" dirty="0"/>
              <a:t> routers </a:t>
            </a:r>
            <a:r>
              <a:rPr lang="nl-NL" sz="2400" dirty="0" err="1"/>
              <a:t>don't</a:t>
            </a:r>
            <a:r>
              <a:rPr lang="nl-NL" sz="2400" dirty="0"/>
              <a:t> </a:t>
            </a:r>
            <a:r>
              <a:rPr lang="nl-NL" sz="2400" dirty="0" err="1"/>
              <a:t>communicate</a:t>
            </a:r>
            <a:r>
              <a:rPr lang="nl-NL" sz="2400" dirty="0"/>
              <a:t> </a:t>
            </a:r>
            <a:r>
              <a:rPr lang="nl-NL" sz="2400" dirty="0" err="1"/>
              <a:t>directly</a:t>
            </a:r>
            <a:r>
              <a:rPr lang="nl-NL" sz="2400" dirty="0"/>
              <a:t> </a:t>
            </a:r>
            <a:r>
              <a:rPr lang="nl-NL" sz="2400" dirty="0" err="1"/>
              <a:t>with</a:t>
            </a:r>
            <a:r>
              <a:rPr lang="nl-NL" sz="2400" dirty="0"/>
              <a:t> </a:t>
            </a:r>
            <a:r>
              <a:rPr lang="nl-NL" sz="2400" dirty="0" err="1"/>
              <a:t>one</a:t>
            </a:r>
            <a:r>
              <a:rPr lang="nl-NL" sz="2400" dirty="0"/>
              <a:t> </a:t>
            </a:r>
            <a:r>
              <a:rPr lang="nl-NL" sz="2400" dirty="0" err="1"/>
              <a:t>another</a:t>
            </a:r>
            <a:r>
              <a:rPr lang="nl-NL" sz="2400" dirty="0"/>
              <a:t>: </a:t>
            </a:r>
            <a:r>
              <a:rPr lang="nl-NL" sz="2400" dirty="0" err="1"/>
              <a:t>the</a:t>
            </a:r>
            <a:r>
              <a:rPr lang="nl-NL" sz="2400" dirty="0"/>
              <a:t> new routing information is </a:t>
            </a:r>
            <a:r>
              <a:rPr lang="nl-NL" sz="2400" dirty="0" err="1"/>
              <a:t>calculated</a:t>
            </a:r>
            <a:r>
              <a:rPr lang="nl-NL" sz="2400" dirty="0"/>
              <a:t> </a:t>
            </a:r>
            <a:r>
              <a:rPr lang="nl-NL" sz="2400" dirty="0" err="1"/>
              <a:t>centrally</a:t>
            </a:r>
            <a:r>
              <a:rPr lang="nl-NL" sz="2400" dirty="0"/>
              <a:t> </a:t>
            </a:r>
            <a:r>
              <a:rPr lang="nl-NL" sz="2400" dirty="0" err="1"/>
              <a:t>and</a:t>
            </a:r>
            <a:r>
              <a:rPr lang="nl-NL" sz="2400" dirty="0"/>
              <a:t> </a:t>
            </a:r>
            <a:r>
              <a:rPr lang="nl-NL" sz="2400" dirty="0" err="1"/>
              <a:t>then</a:t>
            </a:r>
            <a:r>
              <a:rPr lang="nl-NL" sz="2400" dirty="0"/>
              <a:t> </a:t>
            </a:r>
            <a:r>
              <a:rPr lang="nl-NL" sz="2400" dirty="0" err="1"/>
              <a:t>distributed</a:t>
            </a:r>
            <a:r>
              <a:rPr lang="nl-NL" sz="2400" dirty="0"/>
              <a:t> to </a:t>
            </a:r>
            <a:r>
              <a:rPr lang="nl-NL" sz="2400" dirty="0" err="1"/>
              <a:t>the</a:t>
            </a:r>
            <a:r>
              <a:rPr lang="nl-NL" sz="2400" dirty="0"/>
              <a:t> routers.</a:t>
            </a:r>
          </a:p>
        </p:txBody>
      </p:sp>
    </p:spTree>
    <p:extLst>
      <p:ext uri="{BB962C8B-B14F-4D97-AF65-F5344CB8AC3E}">
        <p14:creationId xmlns:p14="http://schemas.microsoft.com/office/powerpoint/2010/main" val="577253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5"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nl-NL" sz="3200" b="0" strike="noStrike" spc="-1">
                <a:solidFill>
                  <a:srgbClr val="25167A"/>
                </a:solidFill>
                <a:latin typeface="Arial"/>
              </a:rPr>
              <a:t>Break</a:t>
            </a:r>
            <a:endParaRPr lang="nl-NL" sz="3200" b="0" strike="noStrike" spc="-1">
              <a:solidFill>
                <a:srgbClr val="000000"/>
              </a:solidFill>
              <a:latin typeface="Arial"/>
            </a:endParaRPr>
          </a:p>
        </p:txBody>
      </p:sp>
      <p:sp>
        <p:nvSpPr>
          <p:cNvPr id="1806" name="TextShape 2"/>
          <p:cNvSpPr txBox="1"/>
          <p:nvPr/>
        </p:nvSpPr>
        <p:spPr>
          <a:xfrm>
            <a:off x="457200" y="2087640"/>
            <a:ext cx="8229240" cy="4038120"/>
          </a:xfrm>
          <a:prstGeom prst="rect">
            <a:avLst/>
          </a:prstGeom>
          <a:noFill/>
          <a:ln>
            <a:noFill/>
          </a:ln>
        </p:spPr>
        <p:txBody>
          <a:bodyPr>
            <a:noAutofit/>
          </a:bodyPr>
          <a:lstStyle/>
          <a:p>
            <a:pPr>
              <a:lnSpc>
                <a:spcPct val="100000"/>
              </a:lnSpc>
              <a:spcBef>
                <a:spcPts val="400"/>
              </a:spcBef>
            </a:pPr>
            <a:endParaRPr lang="nl-NL" sz="2000" b="0" strike="noStrike" spc="-1">
              <a:solidFill>
                <a:srgbClr val="000000"/>
              </a:solidFill>
              <a:latin typeface="Arial"/>
            </a:endParaRPr>
          </a:p>
          <a:p>
            <a:pPr>
              <a:lnSpc>
                <a:spcPct val="100000"/>
              </a:lnSpc>
              <a:spcBef>
                <a:spcPts val="400"/>
              </a:spcBef>
            </a:pPr>
            <a:endParaRPr lang="nl-NL" sz="2000" b="0" strike="noStrike" spc="-1">
              <a:solidFill>
                <a:srgbClr val="000000"/>
              </a:solidFill>
              <a:latin typeface="Arial"/>
            </a:endParaRPr>
          </a:p>
        </p:txBody>
      </p:sp>
      <p:sp>
        <p:nvSpPr>
          <p:cNvPr id="1807"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261FA3D2-8CB0-4D04-95B8-77F6D3BB5B24}" type="slidenum">
              <a:rPr lang="nl-NL" sz="1000" b="0" strike="noStrike" spc="-1">
                <a:solidFill>
                  <a:srgbClr val="FFFFFF"/>
                </a:solidFill>
                <a:latin typeface="Arial"/>
                <a:ea typeface="ＭＳ Ｐゴシック"/>
              </a:rPr>
              <a:t>31</a:t>
            </a:fld>
            <a:endParaRPr lang="nl-NL" sz="1000" b="0" strike="noStrike" spc="-1">
              <a:latin typeface="Calibri"/>
            </a:endParaRPr>
          </a:p>
        </p:txBody>
      </p:sp>
      <p:pic>
        <p:nvPicPr>
          <p:cNvPr id="1808" name="Picture 6" descr="Afbeeldingsresultaat voor windows zandloper"/>
          <p:cNvPicPr/>
          <p:nvPr/>
        </p:nvPicPr>
        <p:blipFill>
          <a:blip r:embed="rId2"/>
          <a:stretch/>
        </p:blipFill>
        <p:spPr>
          <a:xfrm>
            <a:off x="2719440" y="2000160"/>
            <a:ext cx="3704760" cy="2857320"/>
          </a:xfrm>
          <a:prstGeom prst="rect">
            <a:avLst/>
          </a:prstGeom>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9"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Link layer</a:t>
            </a:r>
            <a:endParaRPr lang="nl-NL" sz="2800" b="0" strike="noStrike" spc="-1">
              <a:solidFill>
                <a:srgbClr val="000000"/>
              </a:solidFill>
              <a:latin typeface="Arial"/>
            </a:endParaRPr>
          </a:p>
        </p:txBody>
      </p:sp>
      <p:sp>
        <p:nvSpPr>
          <p:cNvPr id="1810" name="TextShape 2"/>
          <p:cNvSpPr txBox="1"/>
          <p:nvPr/>
        </p:nvSpPr>
        <p:spPr>
          <a:xfrm>
            <a:off x="457200" y="2087640"/>
            <a:ext cx="4547880" cy="4038120"/>
          </a:xfrm>
          <a:prstGeom prst="rect">
            <a:avLst/>
          </a:prstGeom>
          <a:noFill/>
          <a:ln>
            <a:noFill/>
          </a:ln>
        </p:spPr>
        <p:txBody>
          <a:bodyPr>
            <a:noAutofit/>
          </a:bodyPr>
          <a:lstStyle/>
          <a:p>
            <a:pPr>
              <a:lnSpc>
                <a:spcPct val="100000"/>
              </a:lnSpc>
              <a:spcBef>
                <a:spcPts val="400"/>
              </a:spcBef>
              <a:tabLst>
                <a:tab pos="0" algn="l"/>
              </a:tabLst>
            </a:pPr>
            <a:r>
              <a:rPr lang="nl-NL" sz="2000" b="0" strike="noStrike" spc="-1">
                <a:solidFill>
                  <a:srgbClr val="000000"/>
                </a:solidFill>
                <a:latin typeface="Arial"/>
              </a:rPr>
              <a:t>MAC addresses</a:t>
            </a:r>
          </a:p>
          <a:p>
            <a:pPr>
              <a:lnSpc>
                <a:spcPct val="100000"/>
              </a:lnSpc>
              <a:spcBef>
                <a:spcPts val="400"/>
              </a:spcBef>
              <a:tabLst>
                <a:tab pos="0" algn="l"/>
              </a:tabLst>
            </a:pPr>
            <a:r>
              <a:rPr lang="nl-NL" sz="2000" b="0" strike="noStrike" spc="-1">
                <a:solidFill>
                  <a:srgbClr val="000000"/>
                </a:solidFill>
                <a:latin typeface="Arial"/>
              </a:rPr>
              <a:t>Looking up MAC addresses: ARP</a:t>
            </a:r>
          </a:p>
          <a:p>
            <a:pPr>
              <a:lnSpc>
                <a:spcPct val="100000"/>
              </a:lnSpc>
              <a:spcBef>
                <a:spcPts val="400"/>
              </a:spcBef>
              <a:tabLst>
                <a:tab pos="0" algn="l"/>
              </a:tabLst>
            </a:pPr>
            <a:r>
              <a:rPr lang="nl-NL" sz="2000" b="0" strike="noStrike" spc="-1">
                <a:solidFill>
                  <a:srgbClr val="000000"/>
                </a:solidFill>
                <a:latin typeface="Arial"/>
              </a:rPr>
              <a:t>MAC addresses vs IP addresses, a routing example</a:t>
            </a:r>
          </a:p>
          <a:p>
            <a:pPr marL="343080">
              <a:lnSpc>
                <a:spcPct val="100000"/>
              </a:lnSpc>
              <a:spcBef>
                <a:spcPts val="320"/>
              </a:spcBef>
              <a:tabLst>
                <a:tab pos="0" algn="l"/>
              </a:tabLst>
            </a:pPr>
            <a:endParaRPr lang="nl-NL" sz="2000" b="0" strike="noStrike" spc="-1">
              <a:solidFill>
                <a:srgbClr val="000000"/>
              </a:solidFill>
              <a:latin typeface="Arial"/>
            </a:endParaRPr>
          </a:p>
          <a:p>
            <a:pPr>
              <a:lnSpc>
                <a:spcPct val="100000"/>
              </a:lnSpc>
              <a:spcBef>
                <a:spcPts val="320"/>
              </a:spcBef>
              <a:tabLst>
                <a:tab pos="0" algn="l"/>
              </a:tabLst>
            </a:pPr>
            <a:endParaRPr lang="nl-NL" sz="2000" b="0" strike="noStrike" spc="-1">
              <a:solidFill>
                <a:srgbClr val="000000"/>
              </a:solidFill>
              <a:latin typeface="Arial"/>
            </a:endParaRPr>
          </a:p>
        </p:txBody>
      </p:sp>
      <p:sp>
        <p:nvSpPr>
          <p:cNvPr id="1811"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1A27223F-4FCD-452C-A316-983ADADDAF2C}" type="slidenum">
              <a:rPr lang="nl-NL" sz="1000" b="0" strike="noStrike" spc="-1">
                <a:solidFill>
                  <a:srgbClr val="FFFFFF"/>
                </a:solidFill>
                <a:latin typeface="Arial"/>
                <a:ea typeface="ＭＳ Ｐゴシック"/>
              </a:rPr>
              <a:t>32</a:t>
            </a:fld>
            <a:endParaRPr lang="nl-NL" sz="1000" b="0" strike="noStrike" spc="-1">
              <a:latin typeface="Calibri"/>
            </a:endParaRPr>
          </a:p>
        </p:txBody>
      </p:sp>
      <p:pic>
        <p:nvPicPr>
          <p:cNvPr id="1812" name="Afbeelding 11"/>
          <p:cNvPicPr/>
          <p:nvPr/>
        </p:nvPicPr>
        <p:blipFill>
          <a:blip r:embed="rId2"/>
          <a:stretch/>
        </p:blipFill>
        <p:spPr>
          <a:xfrm>
            <a:off x="5548320" y="1332000"/>
            <a:ext cx="3333240" cy="4533480"/>
          </a:xfrm>
          <a:prstGeom prst="rect">
            <a:avLst/>
          </a:prstGeom>
          <a:ln>
            <a:noFill/>
          </a:ln>
        </p:spPr>
      </p:pic>
      <p:sp>
        <p:nvSpPr>
          <p:cNvPr id="1813" name="CustomShape 4"/>
          <p:cNvSpPr/>
          <p:nvPr/>
        </p:nvSpPr>
        <p:spPr>
          <a:xfrm>
            <a:off x="6119640" y="3621240"/>
            <a:ext cx="2355480" cy="502920"/>
          </a:xfrm>
          <a:prstGeom prst="rect">
            <a:avLst/>
          </a:prstGeom>
          <a:solidFill>
            <a:schemeClr val="accent1">
              <a:lumMod val="20000"/>
              <a:lumOff val="80000"/>
              <a:alpha val="30000"/>
            </a:schemeClr>
          </a:solidFill>
          <a:ln>
            <a:round/>
          </a:ln>
        </p:spPr>
        <p:style>
          <a:lnRef idx="2">
            <a:schemeClr val="accent1">
              <a:shade val="50000"/>
            </a:schemeClr>
          </a:lnRef>
          <a:fillRef idx="1">
            <a:schemeClr val="accent1"/>
          </a:fillRef>
          <a:effectRef idx="0">
            <a:schemeClr val="accent1"/>
          </a:effectRef>
          <a:fontRef idx="minor"/>
        </p:style>
      </p:sp>
      <p:sp>
        <p:nvSpPr>
          <p:cNvPr id="1814" name="CustomShape 5"/>
          <p:cNvSpPr/>
          <p:nvPr/>
        </p:nvSpPr>
        <p:spPr>
          <a:xfrm>
            <a:off x="5548320" y="59720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a:t>
            </a:r>
            <a:endParaRPr lang="nl-NL" sz="1400" b="0" strike="noStrike" spc="-1">
              <a:latin typeface="Calibri"/>
            </a:endParaRPr>
          </a:p>
        </p:txBody>
      </p:sp>
      <p:pic>
        <p:nvPicPr>
          <p:cNvPr id="1815" name="Picture 9" descr="underline_base"/>
          <p:cNvPicPr/>
          <p:nvPr/>
        </p:nvPicPr>
        <p:blipFill>
          <a:blip r:embed="rId3"/>
          <a:stretch/>
        </p:blipFill>
        <p:spPr>
          <a:xfrm>
            <a:off x="457200" y="1766880"/>
            <a:ext cx="3762000" cy="139320"/>
          </a:xfrm>
          <a:prstGeom prst="rect">
            <a:avLst/>
          </a:prstGeom>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6" name="Picture 665" descr="underline_base"/>
          <p:cNvPicPr/>
          <p:nvPr/>
        </p:nvPicPr>
        <p:blipFill>
          <a:blip r:embed="rId3"/>
          <a:stretch/>
        </p:blipFill>
        <p:spPr>
          <a:xfrm>
            <a:off x="433440" y="1319040"/>
            <a:ext cx="3580920" cy="167760"/>
          </a:xfrm>
          <a:prstGeom prst="rect">
            <a:avLst/>
          </a:prstGeom>
          <a:ln>
            <a:noFill/>
          </a:ln>
        </p:spPr>
      </p:pic>
      <p:sp>
        <p:nvSpPr>
          <p:cNvPr id="1817" name="TextShape 1"/>
          <p:cNvSpPr txBox="1"/>
          <p:nvPr/>
        </p:nvSpPr>
        <p:spPr>
          <a:xfrm>
            <a:off x="420840" y="422280"/>
            <a:ext cx="8229240" cy="1142640"/>
          </a:xfrm>
          <a:prstGeom prst="rect">
            <a:avLst/>
          </a:prstGeom>
          <a:noFill/>
          <a:ln>
            <a:noFill/>
          </a:ln>
        </p:spPr>
        <p:txBody>
          <a:bodyPr anchor="ctr">
            <a:noAutofit/>
          </a:bodyPr>
          <a:lstStyle/>
          <a:p>
            <a:pPr>
              <a:lnSpc>
                <a:spcPct val="100000"/>
              </a:lnSpc>
            </a:pPr>
            <a:r>
              <a:rPr lang="en-US" sz="3200" b="0" strike="noStrike" spc="-1">
                <a:solidFill>
                  <a:srgbClr val="25167A"/>
                </a:solidFill>
                <a:latin typeface="Gill Sans MT"/>
              </a:rPr>
              <a:t>Link layer: reminder</a:t>
            </a:r>
            <a:endParaRPr lang="nl-NL" sz="3200" b="0" strike="noStrike" spc="-1">
              <a:solidFill>
                <a:srgbClr val="000000"/>
              </a:solidFill>
              <a:latin typeface="Arial"/>
            </a:endParaRPr>
          </a:p>
        </p:txBody>
      </p:sp>
      <p:sp>
        <p:nvSpPr>
          <p:cNvPr id="1818" name="TextShape 2"/>
          <p:cNvSpPr txBox="1"/>
          <p:nvPr/>
        </p:nvSpPr>
        <p:spPr>
          <a:xfrm>
            <a:off x="457200" y="1631880"/>
            <a:ext cx="4568400" cy="3330360"/>
          </a:xfrm>
          <a:prstGeom prst="rect">
            <a:avLst/>
          </a:prstGeom>
          <a:noFill/>
          <a:ln>
            <a:noFill/>
          </a:ln>
        </p:spPr>
        <p:txBody>
          <a:bodyPr>
            <a:normAutofit fontScale="89000" lnSpcReduction="10000"/>
          </a:bodyPr>
          <a:lstStyle/>
          <a:p>
            <a:pPr>
              <a:lnSpc>
                <a:spcPct val="100000"/>
              </a:lnSpc>
              <a:spcBef>
                <a:spcPts val="400"/>
              </a:spcBef>
              <a:tabLst>
                <a:tab pos="0" algn="l"/>
              </a:tabLst>
            </a:pPr>
            <a:r>
              <a:rPr lang="en-US" sz="2000" b="0" i="1" strike="noStrike" spc="-1" dirty="0">
                <a:solidFill>
                  <a:srgbClr val="CC0000"/>
                </a:solidFill>
                <a:latin typeface="Gill Sans MT"/>
              </a:rPr>
              <a:t>terminology:</a:t>
            </a:r>
            <a:endParaRPr lang="nl-NL" sz="2000" b="0" strike="noStrike" spc="-1" dirty="0">
              <a:solidFill>
                <a:srgbClr val="000000"/>
              </a:solidFill>
              <a:latin typeface="Arial"/>
            </a:endParaRPr>
          </a:p>
          <a:p>
            <a:pPr>
              <a:lnSpc>
                <a:spcPct val="100000"/>
              </a:lnSpc>
              <a:spcBef>
                <a:spcPts val="479"/>
              </a:spcBef>
              <a:tabLst>
                <a:tab pos="0" algn="l"/>
              </a:tabLst>
            </a:pPr>
            <a:r>
              <a:rPr lang="en-US" sz="2400" b="0" strike="noStrike" spc="-1" dirty="0">
                <a:solidFill>
                  <a:srgbClr val="000000"/>
                </a:solidFill>
                <a:latin typeface="Gill Sans MT"/>
              </a:rPr>
              <a:t>hosts and routers: </a:t>
            </a:r>
            <a:r>
              <a:rPr lang="en-US" sz="2400" b="0" strike="noStrike" spc="-1" dirty="0">
                <a:solidFill>
                  <a:srgbClr val="CC0000"/>
                </a:solidFill>
                <a:latin typeface="Gill Sans MT"/>
              </a:rPr>
              <a:t>nodes</a:t>
            </a:r>
            <a:endParaRPr lang="nl-NL" sz="2400" b="0" strike="noStrike" spc="-1" dirty="0">
              <a:solidFill>
                <a:srgbClr val="000000"/>
              </a:solidFill>
              <a:latin typeface="Arial"/>
            </a:endParaRPr>
          </a:p>
          <a:p>
            <a:pPr>
              <a:lnSpc>
                <a:spcPct val="100000"/>
              </a:lnSpc>
              <a:spcBef>
                <a:spcPts val="479"/>
              </a:spcBef>
              <a:tabLst>
                <a:tab pos="0" algn="l"/>
              </a:tabLst>
            </a:pPr>
            <a:r>
              <a:rPr lang="en-US" sz="2400" b="0" strike="noStrike" spc="-1" dirty="0">
                <a:solidFill>
                  <a:srgbClr val="000000"/>
                </a:solidFill>
                <a:latin typeface="Gill Sans MT"/>
              </a:rPr>
              <a:t>communication channels that connect adjacent nodes along communication path: </a:t>
            </a:r>
            <a:r>
              <a:rPr lang="en-US" sz="2400" b="0" strike="noStrike" spc="-1" dirty="0">
                <a:solidFill>
                  <a:srgbClr val="CC0000"/>
                </a:solidFill>
                <a:latin typeface="Gill Sans MT"/>
              </a:rPr>
              <a:t>links</a:t>
            </a:r>
            <a:endParaRPr lang="nl-NL" sz="2400" b="0" strike="noStrike" spc="-1" dirty="0">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dirty="0">
                <a:solidFill>
                  <a:srgbClr val="000000"/>
                </a:solidFill>
                <a:latin typeface="Gill Sans MT"/>
              </a:rPr>
              <a:t>wired links</a:t>
            </a:r>
            <a:endParaRPr lang="nl-NL" sz="1800" b="0" strike="noStrike" spc="-1" dirty="0">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dirty="0">
                <a:solidFill>
                  <a:srgbClr val="000000"/>
                </a:solidFill>
                <a:latin typeface="Gill Sans MT"/>
              </a:rPr>
              <a:t>wireless links</a:t>
            </a:r>
            <a:endParaRPr lang="nl-NL" sz="1800" b="0" strike="noStrike" spc="-1" dirty="0">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dirty="0">
                <a:solidFill>
                  <a:srgbClr val="000000"/>
                </a:solidFill>
                <a:latin typeface="Gill Sans MT"/>
              </a:rPr>
              <a:t>LANs</a:t>
            </a:r>
            <a:endParaRPr lang="nl-NL" sz="1800" b="0" strike="noStrike" spc="-1" dirty="0">
              <a:solidFill>
                <a:srgbClr val="000000"/>
              </a:solidFill>
              <a:latin typeface="Arial"/>
            </a:endParaRPr>
          </a:p>
          <a:p>
            <a:pPr>
              <a:lnSpc>
                <a:spcPct val="100000"/>
              </a:lnSpc>
              <a:spcBef>
                <a:spcPts val="479"/>
              </a:spcBef>
              <a:tabLst>
                <a:tab pos="0" algn="l"/>
              </a:tabLst>
            </a:pPr>
            <a:r>
              <a:rPr lang="en-US" sz="2400" b="0" strike="noStrike" spc="-1" dirty="0">
                <a:solidFill>
                  <a:srgbClr val="000000"/>
                </a:solidFill>
                <a:latin typeface="Gill Sans MT"/>
              </a:rPr>
              <a:t>layer-2 packet: </a:t>
            </a:r>
            <a:r>
              <a:rPr lang="en-US" sz="2400" b="0" strike="noStrike" spc="-1" dirty="0">
                <a:solidFill>
                  <a:srgbClr val="CC0000"/>
                </a:solidFill>
                <a:latin typeface="Gill Sans MT"/>
              </a:rPr>
              <a:t>frame,</a:t>
            </a:r>
            <a:r>
              <a:rPr lang="en-US" sz="2400" b="1" strike="noStrike" spc="-1" dirty="0">
                <a:solidFill>
                  <a:srgbClr val="FF0000"/>
                </a:solidFill>
                <a:latin typeface="Gill Sans MT"/>
              </a:rPr>
              <a:t> </a:t>
            </a:r>
            <a:r>
              <a:rPr lang="en-US" sz="2400" b="0" strike="noStrike" spc="-1" dirty="0">
                <a:solidFill>
                  <a:srgbClr val="000000"/>
                </a:solidFill>
                <a:latin typeface="Gill Sans MT"/>
              </a:rPr>
              <a:t>encapsulates datagram</a:t>
            </a:r>
            <a:endParaRPr lang="nl-NL" sz="2400" b="0" strike="noStrike" spc="-1" dirty="0">
              <a:solidFill>
                <a:srgbClr val="000000"/>
              </a:solidFill>
              <a:latin typeface="Arial"/>
            </a:endParaRPr>
          </a:p>
          <a:p>
            <a:pPr>
              <a:lnSpc>
                <a:spcPct val="100000"/>
              </a:lnSpc>
              <a:spcBef>
                <a:spcPts val="479"/>
              </a:spcBef>
              <a:tabLst>
                <a:tab pos="0" algn="l"/>
              </a:tabLst>
            </a:pPr>
            <a:endParaRPr lang="nl-NL" sz="2400" b="0" strike="noStrike" spc="-1" dirty="0">
              <a:solidFill>
                <a:srgbClr val="000000"/>
              </a:solidFill>
              <a:latin typeface="Arial"/>
            </a:endParaRPr>
          </a:p>
          <a:p>
            <a:pPr>
              <a:lnSpc>
                <a:spcPct val="100000"/>
              </a:lnSpc>
              <a:spcBef>
                <a:spcPts val="479"/>
              </a:spcBef>
              <a:tabLst>
                <a:tab pos="0" algn="l"/>
              </a:tabLst>
            </a:pPr>
            <a:endParaRPr lang="nl-NL" sz="2400" b="0" strike="noStrike" spc="-1" dirty="0">
              <a:solidFill>
                <a:srgbClr val="000000"/>
              </a:solidFill>
              <a:latin typeface="Arial"/>
            </a:endParaRPr>
          </a:p>
        </p:txBody>
      </p:sp>
      <p:sp>
        <p:nvSpPr>
          <p:cNvPr id="1819" name="CustomShape 3"/>
          <p:cNvSpPr/>
          <p:nvPr/>
        </p:nvSpPr>
        <p:spPr>
          <a:xfrm>
            <a:off x="189540" y="5314680"/>
            <a:ext cx="6074640" cy="1022400"/>
          </a:xfrm>
          <a:prstGeom prst="rect">
            <a:avLst/>
          </a:prstGeom>
          <a:noFill/>
          <a:ln w="19080">
            <a:solidFill>
              <a:srgbClr val="FF0000"/>
            </a:solidFill>
            <a:miter/>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85000"/>
              </a:lnSpc>
            </a:pPr>
            <a:r>
              <a:rPr lang="en-US" sz="2400" b="0" i="1" strike="noStrike" spc="-1">
                <a:solidFill>
                  <a:srgbClr val="CC0000"/>
                </a:solidFill>
                <a:latin typeface="Gill Sans MT"/>
                <a:ea typeface="MS PGothic"/>
              </a:rPr>
              <a:t>data-link layer</a:t>
            </a:r>
            <a:r>
              <a:rPr lang="en-US" sz="2400" b="0" strike="noStrike" spc="-1">
                <a:solidFill>
                  <a:srgbClr val="000000"/>
                </a:solidFill>
                <a:latin typeface="Gill Sans MT"/>
                <a:ea typeface="MS PGothic"/>
              </a:rPr>
              <a:t> has responsibility of </a:t>
            </a:r>
            <a:endParaRPr lang="nl-NL" sz="2400" b="0" strike="noStrike" spc="-1">
              <a:latin typeface="Calibri"/>
            </a:endParaRPr>
          </a:p>
          <a:p>
            <a:pPr>
              <a:lnSpc>
                <a:spcPct val="85000"/>
              </a:lnSpc>
            </a:pPr>
            <a:r>
              <a:rPr lang="en-US" sz="2400" b="0" strike="noStrike" spc="-1">
                <a:solidFill>
                  <a:srgbClr val="000000"/>
                </a:solidFill>
                <a:latin typeface="Gill Sans MT"/>
                <a:ea typeface="MS PGothic"/>
              </a:rPr>
              <a:t>transferring datagram from one node </a:t>
            </a:r>
            <a:endParaRPr lang="nl-NL" sz="2400" b="0" strike="noStrike" spc="-1">
              <a:latin typeface="Calibri"/>
            </a:endParaRPr>
          </a:p>
          <a:p>
            <a:pPr>
              <a:lnSpc>
                <a:spcPct val="85000"/>
              </a:lnSpc>
            </a:pPr>
            <a:r>
              <a:rPr lang="en-US" sz="2400" b="0" strike="noStrike" spc="-1">
                <a:solidFill>
                  <a:srgbClr val="000000"/>
                </a:solidFill>
                <a:latin typeface="Gill Sans MT"/>
                <a:ea typeface="MS PGothic"/>
              </a:rPr>
              <a:t>to </a:t>
            </a:r>
            <a:r>
              <a:rPr lang="en-US" sz="2400" b="0" i="1" strike="noStrike" spc="-1">
                <a:solidFill>
                  <a:srgbClr val="CC0000"/>
                </a:solidFill>
                <a:latin typeface="Gill Sans MT"/>
                <a:ea typeface="MS PGothic"/>
              </a:rPr>
              <a:t>physically adjacent</a:t>
            </a:r>
            <a:r>
              <a:rPr lang="en-US" sz="2400" b="0" strike="noStrike" spc="-1">
                <a:solidFill>
                  <a:srgbClr val="000000"/>
                </a:solidFill>
                <a:latin typeface="Gill Sans MT"/>
                <a:ea typeface="MS PGothic"/>
              </a:rPr>
              <a:t> node over a link</a:t>
            </a:r>
            <a:endParaRPr lang="nl-NL" sz="2400" b="0" strike="noStrike" spc="-1">
              <a:latin typeface="Calibri"/>
            </a:endParaRPr>
          </a:p>
        </p:txBody>
      </p:sp>
      <p:sp>
        <p:nvSpPr>
          <p:cNvPr id="1820" name="CustomShape 4"/>
          <p:cNvSpPr/>
          <p:nvPr/>
        </p:nvSpPr>
        <p:spPr>
          <a:xfrm>
            <a:off x="7004160" y="3527280"/>
            <a:ext cx="1314000" cy="674280"/>
          </a:xfrm>
          <a:custGeom>
            <a:avLst/>
            <a:gdLst/>
            <a:ahLst/>
            <a:cxnLst/>
            <a:rect l="l" t="t" r="r" b="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style>
          <a:lnRef idx="0">
            <a:scrgbClr r="0" g="0" b="0"/>
          </a:lnRef>
          <a:fillRef idx="0">
            <a:scrgbClr r="0" g="0" b="0"/>
          </a:fillRef>
          <a:effectRef idx="0">
            <a:scrgbClr r="0" g="0" b="0"/>
          </a:effectRef>
          <a:fontRef idx="minor"/>
        </p:style>
      </p:sp>
      <p:sp>
        <p:nvSpPr>
          <p:cNvPr id="1821" name="CustomShape 5"/>
          <p:cNvSpPr/>
          <p:nvPr/>
        </p:nvSpPr>
        <p:spPr>
          <a:xfrm>
            <a:off x="7023240" y="2017800"/>
            <a:ext cx="1730160" cy="1125000"/>
          </a:xfrm>
          <a:custGeom>
            <a:avLst/>
            <a:gdLst/>
            <a:ahLst/>
            <a:cxnLst/>
            <a:rect l="l" t="t" r="r" b="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0">
            <a:gsLst>
              <a:gs pos="0">
                <a:srgbClr val="00CCFF"/>
              </a:gs>
              <a:gs pos="100000">
                <a:srgbClr val="FFFFFF"/>
              </a:gs>
            </a:gsLst>
            <a:lin ang="0"/>
          </a:gradFill>
          <a:ln>
            <a:noFill/>
          </a:ln>
        </p:spPr>
        <p:style>
          <a:lnRef idx="0">
            <a:scrgbClr r="0" g="0" b="0"/>
          </a:lnRef>
          <a:fillRef idx="0">
            <a:scrgbClr r="0" g="0" b="0"/>
          </a:fillRef>
          <a:effectRef idx="0">
            <a:scrgbClr r="0" g="0" b="0"/>
          </a:effectRef>
          <a:fontRef idx="minor"/>
        </p:style>
      </p:sp>
      <p:sp>
        <p:nvSpPr>
          <p:cNvPr id="1822" name="CustomShape 6"/>
          <p:cNvSpPr/>
          <p:nvPr/>
        </p:nvSpPr>
        <p:spPr>
          <a:xfrm>
            <a:off x="5202360" y="1709640"/>
            <a:ext cx="1736280" cy="1071360"/>
          </a:xfrm>
          <a:custGeom>
            <a:avLst/>
            <a:gdLst/>
            <a:ahLst/>
            <a:cxnLst/>
            <a:rect l="l" t="t"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style>
          <a:lnRef idx="0">
            <a:scrgbClr r="0" g="0" b="0"/>
          </a:lnRef>
          <a:fillRef idx="0">
            <a:scrgbClr r="0" g="0" b="0"/>
          </a:fillRef>
          <a:effectRef idx="0">
            <a:scrgbClr r="0" g="0" b="0"/>
          </a:effectRef>
          <a:fontRef idx="minor"/>
        </p:style>
      </p:sp>
      <p:grpSp>
        <p:nvGrpSpPr>
          <p:cNvPr id="1823" name="Group 7"/>
          <p:cNvGrpSpPr/>
          <p:nvPr/>
        </p:nvGrpSpPr>
        <p:grpSpPr>
          <a:xfrm>
            <a:off x="5278320" y="2975040"/>
            <a:ext cx="1458720" cy="933120"/>
            <a:chOff x="5278320" y="2975040"/>
            <a:chExt cx="1458720" cy="933120"/>
          </a:xfrm>
        </p:grpSpPr>
        <p:sp>
          <p:nvSpPr>
            <p:cNvPr id="1824" name="CustomShape 8"/>
            <p:cNvSpPr/>
            <p:nvPr/>
          </p:nvSpPr>
          <p:spPr>
            <a:xfrm>
              <a:off x="5512320" y="3238920"/>
              <a:ext cx="986760" cy="669240"/>
            </a:xfrm>
            <a:prstGeom prst="rect">
              <a:avLst/>
            </a:prstGeom>
            <a:solidFill>
              <a:srgbClr val="00CCFF"/>
            </a:solidFill>
            <a:ln>
              <a:noFill/>
            </a:ln>
          </p:spPr>
          <p:style>
            <a:lnRef idx="0">
              <a:scrgbClr r="0" g="0" b="0"/>
            </a:lnRef>
            <a:fillRef idx="0">
              <a:scrgbClr r="0" g="0" b="0"/>
            </a:fillRef>
            <a:effectRef idx="0">
              <a:scrgbClr r="0" g="0" b="0"/>
            </a:effectRef>
            <a:fontRef idx="minor"/>
          </p:style>
        </p:sp>
        <p:sp>
          <p:nvSpPr>
            <p:cNvPr id="1825" name="CustomShape 9"/>
            <p:cNvSpPr/>
            <p:nvPr/>
          </p:nvSpPr>
          <p:spPr>
            <a:xfrm>
              <a:off x="5278320" y="2975040"/>
              <a:ext cx="1458720" cy="317520"/>
            </a:xfrm>
            <a:prstGeom prst="triangle">
              <a:avLst>
                <a:gd name="adj" fmla="val 50000"/>
              </a:avLst>
            </a:prstGeom>
            <a:solidFill>
              <a:srgbClr val="00CCFF"/>
            </a:solidFill>
            <a:ln>
              <a:noFill/>
            </a:ln>
          </p:spPr>
          <p:style>
            <a:lnRef idx="0">
              <a:scrgbClr r="0" g="0" b="0"/>
            </a:lnRef>
            <a:fillRef idx="0">
              <a:scrgbClr r="0" g="0" b="0"/>
            </a:fillRef>
            <a:effectRef idx="0">
              <a:scrgbClr r="0" g="0" b="0"/>
            </a:effectRef>
            <a:fontRef idx="minor"/>
          </p:style>
        </p:sp>
      </p:grpSp>
      <p:sp>
        <p:nvSpPr>
          <p:cNvPr id="1826" name="Line 10"/>
          <p:cNvSpPr/>
          <p:nvPr/>
        </p:nvSpPr>
        <p:spPr>
          <a:xfrm>
            <a:off x="7395840" y="3813120"/>
            <a:ext cx="163800" cy="12060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27" name="Line 11"/>
          <p:cNvSpPr/>
          <p:nvPr/>
        </p:nvSpPr>
        <p:spPr>
          <a:xfrm>
            <a:off x="7492680" y="3733560"/>
            <a:ext cx="279720" cy="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28" name="Line 12"/>
          <p:cNvSpPr/>
          <p:nvPr/>
        </p:nvSpPr>
        <p:spPr>
          <a:xfrm flipV="1">
            <a:off x="7729200" y="3819240"/>
            <a:ext cx="135000" cy="10476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29" name="Line 13"/>
          <p:cNvSpPr/>
          <p:nvPr/>
        </p:nvSpPr>
        <p:spPr>
          <a:xfrm>
            <a:off x="6427440" y="3740040"/>
            <a:ext cx="679680" cy="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0" name="Line 14"/>
          <p:cNvSpPr/>
          <p:nvPr/>
        </p:nvSpPr>
        <p:spPr>
          <a:xfrm>
            <a:off x="6723000" y="2587320"/>
            <a:ext cx="509400" cy="324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1" name="CustomShape 15"/>
          <p:cNvSpPr/>
          <p:nvPr/>
        </p:nvSpPr>
        <p:spPr>
          <a:xfrm>
            <a:off x="5497560" y="4378320"/>
            <a:ext cx="3079440" cy="1665000"/>
          </a:xfrm>
          <a:custGeom>
            <a:avLst/>
            <a:gdLst/>
            <a:ahLst/>
            <a:cxnLst/>
            <a:rect l="l" t="t" r="r" b="b"/>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p:spPr>
        <p:style>
          <a:lnRef idx="0">
            <a:scrgbClr r="0" g="0" b="0"/>
          </a:lnRef>
          <a:fillRef idx="0">
            <a:scrgbClr r="0" g="0" b="0"/>
          </a:fillRef>
          <a:effectRef idx="0">
            <a:scrgbClr r="0" g="0" b="0"/>
          </a:effectRef>
          <a:fontRef idx="minor"/>
        </p:style>
      </p:sp>
      <p:sp>
        <p:nvSpPr>
          <p:cNvPr id="1832" name="Line 16"/>
          <p:cNvSpPr/>
          <p:nvPr/>
        </p:nvSpPr>
        <p:spPr>
          <a:xfrm flipV="1">
            <a:off x="8037360" y="4967280"/>
            <a:ext cx="139680" cy="52380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3" name="Line 17"/>
          <p:cNvSpPr/>
          <p:nvPr/>
        </p:nvSpPr>
        <p:spPr>
          <a:xfrm>
            <a:off x="7949880" y="5481360"/>
            <a:ext cx="86040" cy="3240"/>
          </a:xfrm>
          <a:prstGeom prst="line">
            <a:avLst/>
          </a:prstGeom>
          <a:ln w="12600">
            <a:solidFill>
              <a:schemeClr val="bg2"/>
            </a:solidFill>
            <a:round/>
          </a:ln>
        </p:spPr>
        <p:style>
          <a:lnRef idx="0">
            <a:scrgbClr r="0" g="0" b="0"/>
          </a:lnRef>
          <a:fillRef idx="0">
            <a:scrgbClr r="0" g="0" b="0"/>
          </a:fillRef>
          <a:effectRef idx="0">
            <a:scrgbClr r="0" g="0" b="0"/>
          </a:effectRef>
          <a:fontRef idx="minor"/>
        </p:style>
      </p:sp>
      <p:sp>
        <p:nvSpPr>
          <p:cNvPr id="1834" name="Line 18"/>
          <p:cNvSpPr/>
          <p:nvPr/>
        </p:nvSpPr>
        <p:spPr>
          <a:xfrm>
            <a:off x="8119800" y="5173560"/>
            <a:ext cx="184320" cy="792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5" name="Line 19"/>
          <p:cNvSpPr/>
          <p:nvPr/>
        </p:nvSpPr>
        <p:spPr>
          <a:xfrm>
            <a:off x="7358040" y="4697280"/>
            <a:ext cx="390240" cy="18396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6" name="Line 20"/>
          <p:cNvSpPr/>
          <p:nvPr/>
        </p:nvSpPr>
        <p:spPr>
          <a:xfrm flipV="1">
            <a:off x="6737040" y="4684680"/>
            <a:ext cx="322560" cy="19836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7" name="Line 21"/>
          <p:cNvSpPr/>
          <p:nvPr/>
        </p:nvSpPr>
        <p:spPr>
          <a:xfrm>
            <a:off x="6779880" y="4976640"/>
            <a:ext cx="971640" cy="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8" name="Line 22"/>
          <p:cNvSpPr/>
          <p:nvPr/>
        </p:nvSpPr>
        <p:spPr>
          <a:xfrm>
            <a:off x="6100560" y="4773600"/>
            <a:ext cx="263520" cy="8568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39" name="Line 23"/>
          <p:cNvSpPr/>
          <p:nvPr/>
        </p:nvSpPr>
        <p:spPr>
          <a:xfrm flipV="1">
            <a:off x="5841720" y="4952880"/>
            <a:ext cx="549360" cy="15696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0" name="Line 24"/>
          <p:cNvSpPr/>
          <p:nvPr/>
        </p:nvSpPr>
        <p:spPr>
          <a:xfrm flipH="1">
            <a:off x="6278400" y="5070240"/>
            <a:ext cx="131760" cy="24444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1" name="Line 25"/>
          <p:cNvSpPr/>
          <p:nvPr/>
        </p:nvSpPr>
        <p:spPr>
          <a:xfrm flipH="1" flipV="1">
            <a:off x="6594120" y="5008320"/>
            <a:ext cx="68400" cy="26208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2" name="Line 26"/>
          <p:cNvSpPr/>
          <p:nvPr/>
        </p:nvSpPr>
        <p:spPr>
          <a:xfrm>
            <a:off x="6690960" y="5003640"/>
            <a:ext cx="555840" cy="31896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3" name="Line 27"/>
          <p:cNvSpPr/>
          <p:nvPr/>
        </p:nvSpPr>
        <p:spPr>
          <a:xfrm>
            <a:off x="6281640" y="3522600"/>
            <a:ext cx="0" cy="13176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4" name="Line 28"/>
          <p:cNvSpPr/>
          <p:nvPr/>
        </p:nvSpPr>
        <p:spPr>
          <a:xfrm flipV="1">
            <a:off x="7576920" y="2492280"/>
            <a:ext cx="123840" cy="8712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5" name="Line 29"/>
          <p:cNvSpPr/>
          <p:nvPr/>
        </p:nvSpPr>
        <p:spPr>
          <a:xfrm>
            <a:off x="7405560" y="2674800"/>
            <a:ext cx="0" cy="8244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6" name="Line 30"/>
          <p:cNvSpPr/>
          <p:nvPr/>
        </p:nvSpPr>
        <p:spPr>
          <a:xfrm flipV="1">
            <a:off x="7576920" y="2562120"/>
            <a:ext cx="263520" cy="28872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7" name="Line 31"/>
          <p:cNvSpPr/>
          <p:nvPr/>
        </p:nvSpPr>
        <p:spPr>
          <a:xfrm>
            <a:off x="7941960" y="2560320"/>
            <a:ext cx="0" cy="19692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8" name="Line 32"/>
          <p:cNvSpPr/>
          <p:nvPr/>
        </p:nvSpPr>
        <p:spPr>
          <a:xfrm>
            <a:off x="7596000" y="2866680"/>
            <a:ext cx="189000" cy="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49" name="Line 33"/>
          <p:cNvSpPr/>
          <p:nvPr/>
        </p:nvSpPr>
        <p:spPr>
          <a:xfrm flipV="1">
            <a:off x="5891040" y="3733560"/>
            <a:ext cx="168120" cy="324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50" name="Line 34"/>
          <p:cNvSpPr/>
          <p:nvPr/>
        </p:nvSpPr>
        <p:spPr>
          <a:xfrm>
            <a:off x="8150040" y="2857320"/>
            <a:ext cx="177840" cy="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51" name="Line 35"/>
          <p:cNvSpPr/>
          <p:nvPr/>
        </p:nvSpPr>
        <p:spPr>
          <a:xfrm flipH="1">
            <a:off x="7296120" y="2933640"/>
            <a:ext cx="98280" cy="70488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52" name="Line 36"/>
          <p:cNvSpPr/>
          <p:nvPr/>
        </p:nvSpPr>
        <p:spPr>
          <a:xfrm flipH="1">
            <a:off x="7887960" y="2933640"/>
            <a:ext cx="111240" cy="726840"/>
          </a:xfrm>
          <a:prstGeom prst="line">
            <a:avLst/>
          </a:prstGeom>
          <a:ln w="25560">
            <a:solidFill>
              <a:srgbClr val="CC0000"/>
            </a:solidFill>
            <a:round/>
          </a:ln>
        </p:spPr>
        <p:style>
          <a:lnRef idx="0">
            <a:scrgbClr r="0" g="0" b="0"/>
          </a:lnRef>
          <a:fillRef idx="0">
            <a:scrgbClr r="0" g="0" b="0"/>
          </a:fillRef>
          <a:effectRef idx="0">
            <a:scrgbClr r="0" g="0" b="0"/>
          </a:effectRef>
          <a:fontRef idx="minor"/>
        </p:style>
      </p:sp>
      <p:sp>
        <p:nvSpPr>
          <p:cNvPr id="1853" name="Line 37"/>
          <p:cNvSpPr/>
          <p:nvPr/>
        </p:nvSpPr>
        <p:spPr>
          <a:xfrm flipV="1">
            <a:off x="7272000" y="4074840"/>
            <a:ext cx="227160" cy="436680"/>
          </a:xfrm>
          <a:prstGeom prst="line">
            <a:avLst/>
          </a:prstGeom>
          <a:ln w="25560">
            <a:solidFill>
              <a:srgbClr val="CC0000"/>
            </a:solidFill>
            <a:round/>
          </a:ln>
        </p:spPr>
        <p:style>
          <a:lnRef idx="0">
            <a:scrgbClr r="0" g="0" b="0"/>
          </a:lnRef>
          <a:fillRef idx="0">
            <a:scrgbClr r="0" g="0" b="0"/>
          </a:fillRef>
          <a:effectRef idx="0">
            <a:scrgbClr r="0" g="0" b="0"/>
          </a:effectRef>
          <a:fontRef idx="minor"/>
        </p:style>
      </p:sp>
      <p:grpSp>
        <p:nvGrpSpPr>
          <p:cNvPr id="1854" name="Group 38"/>
          <p:cNvGrpSpPr/>
          <p:nvPr/>
        </p:nvGrpSpPr>
        <p:grpSpPr>
          <a:xfrm>
            <a:off x="5775840" y="4533840"/>
            <a:ext cx="414000" cy="372600"/>
            <a:chOff x="5775840" y="4533840"/>
            <a:chExt cx="414000" cy="372600"/>
          </a:xfrm>
        </p:grpSpPr>
        <p:pic>
          <p:nvPicPr>
            <p:cNvPr id="1855" name="Picture 591" descr="desktop_computer_stylized_medium"/>
            <p:cNvPicPr/>
            <p:nvPr/>
          </p:nvPicPr>
          <p:blipFill>
            <a:blip r:embed="rId4"/>
            <a:stretch/>
          </p:blipFill>
          <p:spPr>
            <a:xfrm flipH="1">
              <a:off x="5775840" y="4533840"/>
              <a:ext cx="414000" cy="372600"/>
            </a:xfrm>
            <a:prstGeom prst="rect">
              <a:avLst/>
            </a:prstGeom>
            <a:ln>
              <a:noFill/>
            </a:ln>
          </p:spPr>
        </p:pic>
        <p:sp>
          <p:nvSpPr>
            <p:cNvPr id="1856" name="CustomShape 39"/>
            <p:cNvSpPr/>
            <p:nvPr/>
          </p:nvSpPr>
          <p:spPr>
            <a:xfrm flipH="1">
              <a:off x="5951880" y="4569840"/>
              <a:ext cx="195120" cy="1706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1857" name="Group 40"/>
          <p:cNvGrpSpPr/>
          <p:nvPr/>
        </p:nvGrpSpPr>
        <p:grpSpPr>
          <a:xfrm>
            <a:off x="5457960" y="4954680"/>
            <a:ext cx="482400" cy="406080"/>
            <a:chOff x="5457960" y="4954680"/>
            <a:chExt cx="482400" cy="406080"/>
          </a:xfrm>
        </p:grpSpPr>
        <p:pic>
          <p:nvPicPr>
            <p:cNvPr id="1858" name="Picture 594" descr="desktop_computer_stylized_medium"/>
            <p:cNvPicPr/>
            <p:nvPr/>
          </p:nvPicPr>
          <p:blipFill>
            <a:blip r:embed="rId5"/>
            <a:stretch/>
          </p:blipFill>
          <p:spPr>
            <a:xfrm flipH="1">
              <a:off x="5457960" y="4954680"/>
              <a:ext cx="482400" cy="406080"/>
            </a:xfrm>
            <a:prstGeom prst="rect">
              <a:avLst/>
            </a:prstGeom>
            <a:ln>
              <a:noFill/>
            </a:ln>
          </p:spPr>
        </p:pic>
        <p:sp>
          <p:nvSpPr>
            <p:cNvPr id="1859" name="CustomShape 41"/>
            <p:cNvSpPr/>
            <p:nvPr/>
          </p:nvSpPr>
          <p:spPr>
            <a:xfrm flipH="1">
              <a:off x="5662800" y="4993560"/>
              <a:ext cx="227160" cy="1857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1860" name="Group 42"/>
          <p:cNvGrpSpPr/>
          <p:nvPr/>
        </p:nvGrpSpPr>
        <p:grpSpPr>
          <a:xfrm>
            <a:off x="5936040" y="5256360"/>
            <a:ext cx="426600" cy="348840"/>
            <a:chOff x="5936040" y="5256360"/>
            <a:chExt cx="426600" cy="348840"/>
          </a:xfrm>
        </p:grpSpPr>
        <p:pic>
          <p:nvPicPr>
            <p:cNvPr id="1861" name="Picture 597" descr="desktop_computer_stylized_medium"/>
            <p:cNvPicPr/>
            <p:nvPr/>
          </p:nvPicPr>
          <p:blipFill>
            <a:blip r:embed="rId6"/>
            <a:stretch/>
          </p:blipFill>
          <p:spPr>
            <a:xfrm flipH="1">
              <a:off x="5936040" y="5256360"/>
              <a:ext cx="426600" cy="348840"/>
            </a:xfrm>
            <a:prstGeom prst="rect">
              <a:avLst/>
            </a:prstGeom>
            <a:ln>
              <a:noFill/>
            </a:ln>
          </p:spPr>
        </p:pic>
        <p:sp>
          <p:nvSpPr>
            <p:cNvPr id="1862" name="CustomShape 43"/>
            <p:cNvSpPr/>
            <p:nvPr/>
          </p:nvSpPr>
          <p:spPr>
            <a:xfrm flipH="1">
              <a:off x="6117840" y="5289840"/>
              <a:ext cx="200880" cy="1598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1863" name="Group 44"/>
          <p:cNvGrpSpPr/>
          <p:nvPr/>
        </p:nvGrpSpPr>
        <p:grpSpPr>
          <a:xfrm>
            <a:off x="6550200" y="5238720"/>
            <a:ext cx="426600" cy="350640"/>
            <a:chOff x="6550200" y="5238720"/>
            <a:chExt cx="426600" cy="350640"/>
          </a:xfrm>
        </p:grpSpPr>
        <p:pic>
          <p:nvPicPr>
            <p:cNvPr id="1864" name="Picture 600" descr="desktop_computer_stylized_medium"/>
            <p:cNvPicPr/>
            <p:nvPr/>
          </p:nvPicPr>
          <p:blipFill>
            <a:blip r:embed="rId6"/>
            <a:stretch/>
          </p:blipFill>
          <p:spPr>
            <a:xfrm>
              <a:off x="6550200" y="5238720"/>
              <a:ext cx="426600" cy="350640"/>
            </a:xfrm>
            <a:prstGeom prst="rect">
              <a:avLst/>
            </a:prstGeom>
            <a:ln>
              <a:noFill/>
            </a:ln>
          </p:spPr>
        </p:pic>
        <p:sp>
          <p:nvSpPr>
            <p:cNvPr id="1865" name="CustomShape 45"/>
            <p:cNvSpPr/>
            <p:nvPr/>
          </p:nvSpPr>
          <p:spPr>
            <a:xfrm>
              <a:off x="6593400" y="5272560"/>
              <a:ext cx="200880" cy="1605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2700000"/>
            </a:gradFill>
            <a:ln>
              <a:noFill/>
            </a:ln>
          </p:spPr>
          <p:style>
            <a:lnRef idx="0">
              <a:scrgbClr r="0" g="0" b="0"/>
            </a:lnRef>
            <a:fillRef idx="0">
              <a:scrgbClr r="0" g="0" b="0"/>
            </a:fillRef>
            <a:effectRef idx="0">
              <a:scrgbClr r="0" g="0" b="0"/>
            </a:effectRef>
            <a:fontRef idx="minor"/>
          </p:style>
        </p:sp>
      </p:grpSp>
      <p:pic>
        <p:nvPicPr>
          <p:cNvPr id="1866" name="Picture 603" descr="car_icon_small"/>
          <p:cNvPicPr/>
          <p:nvPr/>
        </p:nvPicPr>
        <p:blipFill>
          <a:blip r:embed="rId7"/>
          <a:stretch/>
        </p:blipFill>
        <p:spPr>
          <a:xfrm>
            <a:off x="6362640" y="1803240"/>
            <a:ext cx="848880" cy="167760"/>
          </a:xfrm>
          <a:prstGeom prst="rect">
            <a:avLst/>
          </a:prstGeom>
          <a:ln>
            <a:noFill/>
          </a:ln>
        </p:spPr>
      </p:pic>
      <p:grpSp>
        <p:nvGrpSpPr>
          <p:cNvPr id="1867" name="Group 46"/>
          <p:cNvGrpSpPr/>
          <p:nvPr/>
        </p:nvGrpSpPr>
        <p:grpSpPr>
          <a:xfrm>
            <a:off x="5613480" y="1546200"/>
            <a:ext cx="415440" cy="385200"/>
            <a:chOff x="5613480" y="1546200"/>
            <a:chExt cx="415440" cy="385200"/>
          </a:xfrm>
        </p:grpSpPr>
        <p:pic>
          <p:nvPicPr>
            <p:cNvPr id="1868" name="Picture 653" descr="iphone_stylized_small"/>
            <p:cNvPicPr/>
            <p:nvPr/>
          </p:nvPicPr>
          <p:blipFill>
            <a:blip r:embed="rId8"/>
            <a:stretch/>
          </p:blipFill>
          <p:spPr>
            <a:xfrm>
              <a:off x="5772600" y="1603440"/>
              <a:ext cx="136440" cy="327960"/>
            </a:xfrm>
            <a:prstGeom prst="rect">
              <a:avLst/>
            </a:prstGeom>
            <a:ln>
              <a:noFill/>
            </a:ln>
          </p:spPr>
        </p:pic>
        <p:pic>
          <p:nvPicPr>
            <p:cNvPr id="1869" name="Picture 654" descr="antenna_radiation_stylized"/>
            <p:cNvPicPr/>
            <p:nvPr/>
          </p:nvPicPr>
          <p:blipFill>
            <a:blip r:embed="rId9"/>
            <a:stretch/>
          </p:blipFill>
          <p:spPr>
            <a:xfrm>
              <a:off x="5613480" y="1546200"/>
              <a:ext cx="415440" cy="88560"/>
            </a:xfrm>
            <a:prstGeom prst="rect">
              <a:avLst/>
            </a:prstGeom>
            <a:ln>
              <a:noFill/>
            </a:ln>
          </p:spPr>
        </p:pic>
      </p:grpSp>
      <p:sp>
        <p:nvSpPr>
          <p:cNvPr id="1870" name="Line 47"/>
          <p:cNvSpPr/>
          <p:nvPr/>
        </p:nvSpPr>
        <p:spPr>
          <a:xfrm>
            <a:off x="8345160" y="2855880"/>
            <a:ext cx="304920" cy="0"/>
          </a:xfrm>
          <a:prstGeom prst="line">
            <a:avLst/>
          </a:prstGeom>
          <a:ln w="25560">
            <a:solidFill>
              <a:srgbClr val="CC0000"/>
            </a:solidFill>
            <a:prstDash val="sysDash"/>
            <a:round/>
          </a:ln>
        </p:spPr>
        <p:style>
          <a:lnRef idx="0">
            <a:scrgbClr r="0" g="0" b="0"/>
          </a:lnRef>
          <a:fillRef idx="0">
            <a:scrgbClr r="0" g="0" b="0"/>
          </a:fillRef>
          <a:effectRef idx="0">
            <a:scrgbClr r="0" g="0" b="0"/>
          </a:effectRef>
          <a:fontRef idx="minor"/>
        </p:style>
      </p:sp>
      <p:grpSp>
        <p:nvGrpSpPr>
          <p:cNvPr id="1871" name="Group 48"/>
          <p:cNvGrpSpPr/>
          <p:nvPr/>
        </p:nvGrpSpPr>
        <p:grpSpPr>
          <a:xfrm>
            <a:off x="5611680" y="3500280"/>
            <a:ext cx="506160" cy="352080"/>
            <a:chOff x="5611680" y="3500280"/>
            <a:chExt cx="506160" cy="352080"/>
          </a:xfrm>
        </p:grpSpPr>
        <p:pic>
          <p:nvPicPr>
            <p:cNvPr id="1872" name="Picture 777" descr="access_point_stylized_small"/>
            <p:cNvPicPr/>
            <p:nvPr/>
          </p:nvPicPr>
          <p:blipFill>
            <a:blip r:embed="rId10"/>
            <a:stretch/>
          </p:blipFill>
          <p:spPr>
            <a:xfrm>
              <a:off x="5640840" y="3546000"/>
              <a:ext cx="369720" cy="306360"/>
            </a:xfrm>
            <a:prstGeom prst="rect">
              <a:avLst/>
            </a:prstGeom>
            <a:ln>
              <a:noFill/>
            </a:ln>
          </p:spPr>
        </p:pic>
        <p:pic>
          <p:nvPicPr>
            <p:cNvPr id="1873" name="Picture 778" descr="antenna_radiation_stylized"/>
            <p:cNvPicPr/>
            <p:nvPr/>
          </p:nvPicPr>
          <p:blipFill>
            <a:blip r:embed="rId11"/>
            <a:stretch/>
          </p:blipFill>
          <p:spPr>
            <a:xfrm>
              <a:off x="5611680" y="3500280"/>
              <a:ext cx="506160" cy="105480"/>
            </a:xfrm>
            <a:prstGeom prst="rect">
              <a:avLst/>
            </a:prstGeom>
            <a:ln>
              <a:noFill/>
            </a:ln>
          </p:spPr>
        </p:pic>
      </p:grpSp>
      <p:grpSp>
        <p:nvGrpSpPr>
          <p:cNvPr id="1874" name="Group 49"/>
          <p:cNvGrpSpPr/>
          <p:nvPr/>
        </p:nvGrpSpPr>
        <p:grpSpPr>
          <a:xfrm>
            <a:off x="7132680" y="5003640"/>
            <a:ext cx="563040" cy="420480"/>
            <a:chOff x="7132680" y="5003640"/>
            <a:chExt cx="563040" cy="420480"/>
          </a:xfrm>
        </p:grpSpPr>
        <p:pic>
          <p:nvPicPr>
            <p:cNvPr id="1875" name="Picture 780" descr="access_point_stylized_small"/>
            <p:cNvPicPr/>
            <p:nvPr/>
          </p:nvPicPr>
          <p:blipFill>
            <a:blip r:embed="rId10"/>
            <a:stretch/>
          </p:blipFill>
          <p:spPr>
            <a:xfrm>
              <a:off x="7164720" y="5058360"/>
              <a:ext cx="411480" cy="365760"/>
            </a:xfrm>
            <a:prstGeom prst="rect">
              <a:avLst/>
            </a:prstGeom>
            <a:ln>
              <a:noFill/>
            </a:ln>
          </p:spPr>
        </p:pic>
        <p:pic>
          <p:nvPicPr>
            <p:cNvPr id="1876" name="Picture 781" descr="antenna_radiation_stylized"/>
            <p:cNvPicPr/>
            <p:nvPr/>
          </p:nvPicPr>
          <p:blipFill>
            <a:blip r:embed="rId12"/>
            <a:stretch/>
          </p:blipFill>
          <p:spPr>
            <a:xfrm>
              <a:off x="7132680" y="5003640"/>
              <a:ext cx="563040" cy="126360"/>
            </a:xfrm>
            <a:prstGeom prst="rect">
              <a:avLst/>
            </a:prstGeom>
            <a:ln>
              <a:noFill/>
            </a:ln>
          </p:spPr>
        </p:pic>
      </p:grpSp>
      <p:grpSp>
        <p:nvGrpSpPr>
          <p:cNvPr id="1877" name="Group 50"/>
          <p:cNvGrpSpPr/>
          <p:nvPr/>
        </p:nvGrpSpPr>
        <p:grpSpPr>
          <a:xfrm>
            <a:off x="5889600" y="1844640"/>
            <a:ext cx="456840" cy="733320"/>
            <a:chOff x="5889600" y="1844640"/>
            <a:chExt cx="456840" cy="733320"/>
          </a:xfrm>
        </p:grpSpPr>
        <p:sp>
          <p:nvSpPr>
            <p:cNvPr id="1878" name="Line 51"/>
            <p:cNvSpPr/>
            <p:nvPr/>
          </p:nvSpPr>
          <p:spPr>
            <a:xfrm>
              <a:off x="6118200" y="2403360"/>
              <a:ext cx="227880" cy="174600"/>
            </a:xfrm>
            <a:prstGeom prst="line">
              <a:avLst/>
            </a:prstGeom>
            <a:ln w="25560">
              <a:solidFill>
                <a:srgbClr val="CC0000"/>
              </a:solidFill>
              <a:round/>
            </a:ln>
          </p:spPr>
          <p:style>
            <a:lnRef idx="0">
              <a:scrgbClr r="0" g="0" b="0"/>
            </a:lnRef>
            <a:fillRef idx="0">
              <a:scrgbClr r="0" g="0" b="0"/>
            </a:fillRef>
            <a:effectRef idx="0">
              <a:scrgbClr r="0" g="0" b="0"/>
            </a:effectRef>
            <a:fontRef idx="minor"/>
          </p:style>
        </p:sp>
        <p:grpSp>
          <p:nvGrpSpPr>
            <p:cNvPr id="1879" name="Group 52"/>
            <p:cNvGrpSpPr/>
            <p:nvPr/>
          </p:nvGrpSpPr>
          <p:grpSpPr>
            <a:xfrm>
              <a:off x="5889600" y="1844640"/>
              <a:ext cx="456840" cy="631800"/>
              <a:chOff x="5889600" y="1844640"/>
              <a:chExt cx="456840" cy="631800"/>
            </a:xfrm>
          </p:grpSpPr>
          <p:grpSp>
            <p:nvGrpSpPr>
              <p:cNvPr id="1880" name="Group 53"/>
              <p:cNvGrpSpPr/>
              <p:nvPr/>
            </p:nvGrpSpPr>
            <p:grpSpPr>
              <a:xfrm>
                <a:off x="5960880" y="2012400"/>
                <a:ext cx="298440" cy="464040"/>
                <a:chOff x="5960880" y="2012400"/>
                <a:chExt cx="298440" cy="464040"/>
              </a:xfrm>
            </p:grpSpPr>
            <p:sp>
              <p:nvSpPr>
                <p:cNvPr id="1881" name="Line 54"/>
                <p:cNvSpPr/>
                <p:nvPr/>
              </p:nvSpPr>
              <p:spPr>
                <a:xfrm flipH="1">
                  <a:off x="5960880" y="2012400"/>
                  <a:ext cx="149400" cy="42048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2" name="Line 55"/>
                <p:cNvSpPr/>
                <p:nvPr/>
              </p:nvSpPr>
              <p:spPr>
                <a:xfrm>
                  <a:off x="6110280" y="2012400"/>
                  <a:ext cx="149040" cy="4183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3" name="Line 56"/>
                <p:cNvSpPr/>
                <p:nvPr/>
              </p:nvSpPr>
              <p:spPr>
                <a:xfrm>
                  <a:off x="5960880" y="2430720"/>
                  <a:ext cx="149400" cy="457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4" name="Line 57"/>
                <p:cNvSpPr/>
                <p:nvPr/>
              </p:nvSpPr>
              <p:spPr>
                <a:xfrm flipH="1">
                  <a:off x="6110280" y="2430720"/>
                  <a:ext cx="149040" cy="457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5" name="Line 58"/>
                <p:cNvSpPr/>
                <p:nvPr/>
              </p:nvSpPr>
              <p:spPr>
                <a:xfrm>
                  <a:off x="6110280" y="2021760"/>
                  <a:ext cx="0" cy="45468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6" name="Line 59"/>
                <p:cNvSpPr/>
                <p:nvPr/>
              </p:nvSpPr>
              <p:spPr>
                <a:xfrm flipV="1">
                  <a:off x="5960880" y="2387880"/>
                  <a:ext cx="149400" cy="4500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7" name="Line 60"/>
                <p:cNvSpPr/>
                <p:nvPr/>
              </p:nvSpPr>
              <p:spPr>
                <a:xfrm flipH="1" flipV="1">
                  <a:off x="6110280" y="2387880"/>
                  <a:ext cx="149040" cy="428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8" name="Line 61"/>
                <p:cNvSpPr/>
                <p:nvPr/>
              </p:nvSpPr>
              <p:spPr>
                <a:xfrm>
                  <a:off x="6024240" y="2250000"/>
                  <a:ext cx="86040" cy="3456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89" name="Line 62"/>
                <p:cNvSpPr/>
                <p:nvPr/>
              </p:nvSpPr>
              <p:spPr>
                <a:xfrm flipV="1">
                  <a:off x="6110280" y="2250000"/>
                  <a:ext cx="90000" cy="3456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90" name="Line 63"/>
                <p:cNvSpPr/>
                <p:nvPr/>
              </p:nvSpPr>
              <p:spPr>
                <a:xfrm>
                  <a:off x="5995800" y="2311560"/>
                  <a:ext cx="110520" cy="4680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91" name="Line 64"/>
                <p:cNvSpPr/>
                <p:nvPr/>
              </p:nvSpPr>
              <p:spPr>
                <a:xfrm flipV="1">
                  <a:off x="6110280" y="2320920"/>
                  <a:ext cx="111240" cy="4104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92" name="Line 65"/>
                <p:cNvSpPr/>
                <p:nvPr/>
              </p:nvSpPr>
              <p:spPr>
                <a:xfrm flipV="1">
                  <a:off x="6110280" y="2187000"/>
                  <a:ext cx="56520" cy="169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93" name="Line 66"/>
                <p:cNvSpPr/>
                <p:nvPr/>
              </p:nvSpPr>
              <p:spPr>
                <a:xfrm flipV="1">
                  <a:off x="6110280" y="2099880"/>
                  <a:ext cx="35640" cy="1332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94" name="Line 67"/>
                <p:cNvSpPr/>
                <p:nvPr/>
              </p:nvSpPr>
              <p:spPr>
                <a:xfrm>
                  <a:off x="6046200" y="2181240"/>
                  <a:ext cx="69120" cy="22680"/>
                </a:xfrm>
                <a:prstGeom prst="line">
                  <a:avLst/>
                </a:prstGeom>
                <a:ln w="19080">
                  <a:solidFill>
                    <a:schemeClr val="tx1"/>
                  </a:solidFill>
                  <a:round/>
                </a:ln>
              </p:spPr>
              <p:style>
                <a:lnRef idx="0">
                  <a:scrgbClr r="0" g="0" b="0"/>
                </a:lnRef>
                <a:fillRef idx="0">
                  <a:scrgbClr r="0" g="0" b="0"/>
                </a:fillRef>
                <a:effectRef idx="0">
                  <a:scrgbClr r="0" g="0" b="0"/>
                </a:effectRef>
                <a:fontRef idx="minor"/>
              </p:style>
            </p:sp>
            <p:sp>
              <p:nvSpPr>
                <p:cNvPr id="1895" name="Line 68"/>
                <p:cNvSpPr/>
                <p:nvPr/>
              </p:nvSpPr>
              <p:spPr>
                <a:xfrm>
                  <a:off x="6076800" y="2096280"/>
                  <a:ext cx="39960" cy="22320"/>
                </a:xfrm>
                <a:prstGeom prst="line">
                  <a:avLst/>
                </a:prstGeom>
                <a:ln w="19080">
                  <a:solidFill>
                    <a:schemeClr val="tx1"/>
                  </a:solidFill>
                  <a:round/>
                </a:ln>
              </p:spPr>
              <p:style>
                <a:lnRef idx="0">
                  <a:scrgbClr r="0" g="0" b="0"/>
                </a:lnRef>
                <a:fillRef idx="0">
                  <a:scrgbClr r="0" g="0" b="0"/>
                </a:fillRef>
                <a:effectRef idx="0">
                  <a:scrgbClr r="0" g="0" b="0"/>
                </a:effectRef>
                <a:fontRef idx="minor"/>
              </p:style>
            </p:sp>
          </p:grpSp>
          <p:pic>
            <p:nvPicPr>
              <p:cNvPr id="1896" name="Picture 799" descr="cell_tower_radiation copy"/>
              <p:cNvPicPr/>
              <p:nvPr/>
            </p:nvPicPr>
            <p:blipFill>
              <a:blip r:embed="rId13"/>
              <a:stretch/>
            </p:blipFill>
            <p:spPr>
              <a:xfrm>
                <a:off x="5889600" y="1844640"/>
                <a:ext cx="456840" cy="332640"/>
              </a:xfrm>
              <a:prstGeom prst="rect">
                <a:avLst/>
              </a:prstGeom>
              <a:ln>
                <a:noFill/>
              </a:ln>
            </p:spPr>
          </p:pic>
          <p:sp>
            <p:nvSpPr>
              <p:cNvPr id="1897" name="CustomShape 69"/>
              <p:cNvSpPr/>
              <p:nvPr/>
            </p:nvSpPr>
            <p:spPr>
              <a:xfrm>
                <a:off x="6083280" y="1979640"/>
                <a:ext cx="52200" cy="49320"/>
              </a:xfrm>
              <a:prstGeom prst="ellipse">
                <a:avLst/>
              </a:prstGeom>
              <a:solidFill>
                <a:schemeClr val="tx2"/>
              </a:solidFill>
              <a:ln w="9360">
                <a:solidFill>
                  <a:schemeClr val="tx1"/>
                </a:solidFill>
                <a:round/>
              </a:ln>
            </p:spPr>
            <p:style>
              <a:lnRef idx="0">
                <a:scrgbClr r="0" g="0" b="0"/>
              </a:lnRef>
              <a:fillRef idx="0">
                <a:scrgbClr r="0" g="0" b="0"/>
              </a:fillRef>
              <a:effectRef idx="0">
                <a:scrgbClr r="0" g="0" b="0"/>
              </a:effectRef>
              <a:fontRef idx="minor"/>
            </p:style>
          </p:sp>
        </p:grpSp>
      </p:grpSp>
      <p:grpSp>
        <p:nvGrpSpPr>
          <p:cNvPr id="1898" name="Group 70"/>
          <p:cNvGrpSpPr/>
          <p:nvPr/>
        </p:nvGrpSpPr>
        <p:grpSpPr>
          <a:xfrm>
            <a:off x="8240760" y="5002200"/>
            <a:ext cx="226440" cy="480960"/>
            <a:chOff x="8240760" y="5002200"/>
            <a:chExt cx="226440" cy="480960"/>
          </a:xfrm>
        </p:grpSpPr>
        <p:sp>
          <p:nvSpPr>
            <p:cNvPr id="1899" name="CustomShape 71"/>
            <p:cNvSpPr/>
            <p:nvPr/>
          </p:nvSpPr>
          <p:spPr>
            <a:xfrm>
              <a:off x="8420400" y="5002920"/>
              <a:ext cx="44640" cy="45864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1900" name="CustomShape 72"/>
            <p:cNvSpPr/>
            <p:nvPr/>
          </p:nvSpPr>
          <p:spPr>
            <a:xfrm>
              <a:off x="8251920" y="5002200"/>
              <a:ext cx="166320" cy="45828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01" name="CustomShape 73"/>
            <p:cNvSpPr/>
            <p:nvPr/>
          </p:nvSpPr>
          <p:spPr>
            <a:xfrm>
              <a:off x="8428680" y="5030640"/>
              <a:ext cx="26640" cy="42408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1902" name="CustomShape 74"/>
            <p:cNvSpPr/>
            <p:nvPr/>
          </p:nvSpPr>
          <p:spPr>
            <a:xfrm>
              <a:off x="8422920" y="5245200"/>
              <a:ext cx="41400" cy="3744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03" name="CustomShape 75"/>
            <p:cNvSpPr/>
            <p:nvPr/>
          </p:nvSpPr>
          <p:spPr>
            <a:xfrm>
              <a:off x="8251920" y="505476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904" name="Group 76"/>
            <p:cNvGrpSpPr/>
            <p:nvPr/>
          </p:nvGrpSpPr>
          <p:grpSpPr>
            <a:xfrm>
              <a:off x="8337600" y="5049720"/>
              <a:ext cx="91800" cy="29880"/>
              <a:chOff x="8337600" y="5049720"/>
              <a:chExt cx="91800" cy="29880"/>
            </a:xfrm>
          </p:grpSpPr>
          <p:sp>
            <p:nvSpPr>
              <p:cNvPr id="1905" name="CustomShape 77"/>
              <p:cNvSpPr/>
              <p:nvPr/>
            </p:nvSpPr>
            <p:spPr>
              <a:xfrm>
                <a:off x="8337600" y="5049720"/>
                <a:ext cx="91800" cy="2988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06" name="CustomShape 78"/>
              <p:cNvSpPr/>
              <p:nvPr/>
            </p:nvSpPr>
            <p:spPr>
              <a:xfrm>
                <a:off x="8339040" y="5052960"/>
                <a:ext cx="8856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07" name="CustomShape 79"/>
            <p:cNvSpPr/>
            <p:nvPr/>
          </p:nvSpPr>
          <p:spPr>
            <a:xfrm>
              <a:off x="8253360" y="512136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908" name="Group 80"/>
            <p:cNvGrpSpPr/>
            <p:nvPr/>
          </p:nvGrpSpPr>
          <p:grpSpPr>
            <a:xfrm>
              <a:off x="8337600" y="5114880"/>
              <a:ext cx="91800" cy="26640"/>
              <a:chOff x="8337600" y="5114880"/>
              <a:chExt cx="91800" cy="26640"/>
            </a:xfrm>
          </p:grpSpPr>
          <p:sp>
            <p:nvSpPr>
              <p:cNvPr id="1909" name="CustomShape 81"/>
              <p:cNvSpPr/>
              <p:nvPr/>
            </p:nvSpPr>
            <p:spPr>
              <a:xfrm>
                <a:off x="8337600" y="5114880"/>
                <a:ext cx="91800" cy="2664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10" name="CustomShape 82"/>
              <p:cNvSpPr/>
              <p:nvPr/>
            </p:nvSpPr>
            <p:spPr>
              <a:xfrm>
                <a:off x="8339040" y="5118120"/>
                <a:ext cx="88560" cy="2052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11" name="CustomShape 83"/>
            <p:cNvSpPr/>
            <p:nvPr/>
          </p:nvSpPr>
          <p:spPr>
            <a:xfrm>
              <a:off x="8253360" y="518796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1912" name="CustomShape 84"/>
            <p:cNvSpPr/>
            <p:nvPr/>
          </p:nvSpPr>
          <p:spPr>
            <a:xfrm>
              <a:off x="8255160" y="524844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913" name="Group 85"/>
            <p:cNvGrpSpPr/>
            <p:nvPr/>
          </p:nvGrpSpPr>
          <p:grpSpPr>
            <a:xfrm>
              <a:off x="8336160" y="5246640"/>
              <a:ext cx="91800" cy="26640"/>
              <a:chOff x="8336160" y="5246640"/>
              <a:chExt cx="91800" cy="26640"/>
            </a:xfrm>
          </p:grpSpPr>
          <p:sp>
            <p:nvSpPr>
              <p:cNvPr id="1914" name="CustomShape 86"/>
              <p:cNvSpPr/>
              <p:nvPr/>
            </p:nvSpPr>
            <p:spPr>
              <a:xfrm>
                <a:off x="8336160" y="5246640"/>
                <a:ext cx="91800" cy="2664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15" name="CustomShape 87"/>
              <p:cNvSpPr/>
              <p:nvPr/>
            </p:nvSpPr>
            <p:spPr>
              <a:xfrm>
                <a:off x="8337600" y="5246640"/>
                <a:ext cx="8856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16" name="CustomShape 88"/>
            <p:cNvSpPr/>
            <p:nvPr/>
          </p:nvSpPr>
          <p:spPr>
            <a:xfrm>
              <a:off x="8423640" y="5187960"/>
              <a:ext cx="41400" cy="3744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917" name="Group 89"/>
            <p:cNvGrpSpPr/>
            <p:nvPr/>
          </p:nvGrpSpPr>
          <p:grpSpPr>
            <a:xfrm>
              <a:off x="8336160" y="5182920"/>
              <a:ext cx="93240" cy="26640"/>
              <a:chOff x="8336160" y="5182920"/>
              <a:chExt cx="93240" cy="26640"/>
            </a:xfrm>
          </p:grpSpPr>
          <p:sp>
            <p:nvSpPr>
              <p:cNvPr id="1918" name="CustomShape 90"/>
              <p:cNvSpPr/>
              <p:nvPr/>
            </p:nvSpPr>
            <p:spPr>
              <a:xfrm>
                <a:off x="8336160" y="5182920"/>
                <a:ext cx="93240" cy="2664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19" name="CustomShape 91"/>
              <p:cNvSpPr/>
              <p:nvPr/>
            </p:nvSpPr>
            <p:spPr>
              <a:xfrm>
                <a:off x="8337600" y="5186160"/>
                <a:ext cx="91800" cy="201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20" name="CustomShape 92"/>
            <p:cNvSpPr/>
            <p:nvPr/>
          </p:nvSpPr>
          <p:spPr>
            <a:xfrm>
              <a:off x="8416800" y="5002200"/>
              <a:ext cx="10800" cy="45828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1921" name="CustomShape 93"/>
            <p:cNvSpPr/>
            <p:nvPr/>
          </p:nvSpPr>
          <p:spPr>
            <a:xfrm>
              <a:off x="8427600" y="5118120"/>
              <a:ext cx="37440" cy="4248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22" name="CustomShape 94"/>
            <p:cNvSpPr/>
            <p:nvPr/>
          </p:nvSpPr>
          <p:spPr>
            <a:xfrm>
              <a:off x="8427960" y="5052600"/>
              <a:ext cx="38520" cy="4788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23" name="CustomShape 95"/>
            <p:cNvSpPr/>
            <p:nvPr/>
          </p:nvSpPr>
          <p:spPr>
            <a:xfrm>
              <a:off x="8459640" y="5440320"/>
              <a:ext cx="7560" cy="1872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1924" name="CustomShape 96"/>
            <p:cNvSpPr/>
            <p:nvPr/>
          </p:nvSpPr>
          <p:spPr>
            <a:xfrm>
              <a:off x="8425800" y="5441040"/>
              <a:ext cx="38520" cy="3996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1925" name="CustomShape 97"/>
            <p:cNvSpPr/>
            <p:nvPr/>
          </p:nvSpPr>
          <p:spPr>
            <a:xfrm>
              <a:off x="8240760" y="5453280"/>
              <a:ext cx="190080" cy="2988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1926" name="CustomShape 98"/>
            <p:cNvSpPr/>
            <p:nvPr/>
          </p:nvSpPr>
          <p:spPr>
            <a:xfrm>
              <a:off x="8251920" y="5460840"/>
              <a:ext cx="169560" cy="1548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1927" name="CustomShape 99"/>
            <p:cNvSpPr/>
            <p:nvPr/>
          </p:nvSpPr>
          <p:spPr>
            <a:xfrm>
              <a:off x="8267760" y="5394240"/>
              <a:ext cx="24840" cy="2808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928" name="CustomShape 100"/>
            <p:cNvSpPr/>
            <p:nvPr/>
          </p:nvSpPr>
          <p:spPr>
            <a:xfrm>
              <a:off x="8296200" y="5394240"/>
              <a:ext cx="24840" cy="2808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1929" name="CustomShape 101"/>
            <p:cNvSpPr/>
            <p:nvPr/>
          </p:nvSpPr>
          <p:spPr>
            <a:xfrm>
              <a:off x="8323200" y="5394240"/>
              <a:ext cx="24840" cy="2808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930" name="CustomShape 102"/>
            <p:cNvSpPr/>
            <p:nvPr/>
          </p:nvSpPr>
          <p:spPr>
            <a:xfrm>
              <a:off x="8388360" y="5284800"/>
              <a:ext cx="12240" cy="15192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grpSp>
        <p:nvGrpSpPr>
          <p:cNvPr id="1931" name="Group 103"/>
          <p:cNvGrpSpPr/>
          <p:nvPr/>
        </p:nvGrpSpPr>
        <p:grpSpPr>
          <a:xfrm>
            <a:off x="7924680" y="5303880"/>
            <a:ext cx="226800" cy="480600"/>
            <a:chOff x="7924680" y="5303880"/>
            <a:chExt cx="226800" cy="480600"/>
          </a:xfrm>
        </p:grpSpPr>
        <p:sp>
          <p:nvSpPr>
            <p:cNvPr id="1932" name="CustomShape 104"/>
            <p:cNvSpPr/>
            <p:nvPr/>
          </p:nvSpPr>
          <p:spPr>
            <a:xfrm>
              <a:off x="8104320" y="5304600"/>
              <a:ext cx="44640" cy="458640"/>
            </a:xfrm>
            <a:custGeom>
              <a:avLst/>
              <a:gdLst/>
              <a:ahLst/>
              <a:cxnLst/>
              <a:rect l="l" t="t" r="r" b="b"/>
              <a:pathLst>
                <a:path w="354" h="2742">
                  <a:moveTo>
                    <a:pt x="63" y="0"/>
                  </a:moveTo>
                  <a:lnTo>
                    <a:pt x="354" y="339"/>
                  </a:lnTo>
                  <a:lnTo>
                    <a:pt x="346" y="2624"/>
                  </a:lnTo>
                  <a:lnTo>
                    <a:pt x="0" y="2742"/>
                  </a:lnTo>
                  <a:lnTo>
                    <a:pt x="63" y="0"/>
                  </a:lnTo>
                  <a:close/>
                </a:path>
              </a:pathLst>
            </a:custGeom>
            <a:gradFill rotWithShape="0">
              <a:gsLst>
                <a:gs pos="0">
                  <a:srgbClr val="DDDDDD"/>
                </a:gs>
                <a:gs pos="100000">
                  <a:srgbClr val="333333"/>
                </a:gs>
              </a:gsLst>
              <a:lin ang="0"/>
            </a:gradFill>
            <a:ln>
              <a:noFill/>
            </a:ln>
          </p:spPr>
          <p:style>
            <a:lnRef idx="0">
              <a:scrgbClr r="0" g="0" b="0"/>
            </a:lnRef>
            <a:fillRef idx="0">
              <a:scrgbClr r="0" g="0" b="0"/>
            </a:fillRef>
            <a:effectRef idx="0">
              <a:scrgbClr r="0" g="0" b="0"/>
            </a:effectRef>
            <a:fontRef idx="minor"/>
          </p:style>
        </p:sp>
        <p:sp>
          <p:nvSpPr>
            <p:cNvPr id="1933" name="CustomShape 105"/>
            <p:cNvSpPr/>
            <p:nvPr/>
          </p:nvSpPr>
          <p:spPr>
            <a:xfrm>
              <a:off x="7935840" y="5303880"/>
              <a:ext cx="166320" cy="458280"/>
            </a:xfrm>
            <a:prstGeom prst="rect">
              <a:avLst/>
            </a:pr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34" name="CustomShape 106"/>
            <p:cNvSpPr/>
            <p:nvPr/>
          </p:nvSpPr>
          <p:spPr>
            <a:xfrm>
              <a:off x="8112960" y="5332320"/>
              <a:ext cx="26640" cy="424080"/>
            </a:xfrm>
            <a:custGeom>
              <a:avLst/>
              <a:gdLst/>
              <a:ahLst/>
              <a:cxnLst/>
              <a:rect l="l" t="t" r="r" b="b"/>
              <a:pathLst>
                <a:path w="211" h="2537">
                  <a:moveTo>
                    <a:pt x="7" y="0"/>
                  </a:moveTo>
                  <a:cubicBezTo>
                    <a:pt x="7" y="0"/>
                    <a:pt x="57" y="28"/>
                    <a:pt x="211" y="218"/>
                  </a:cubicBezTo>
                  <a:cubicBezTo>
                    <a:pt x="0" y="1229"/>
                    <a:pt x="41" y="2537"/>
                    <a:pt x="7" y="2501"/>
                  </a:cubicBezTo>
                  <a:lnTo>
                    <a:pt x="7" y="0"/>
                  </a:lnTo>
                  <a:close/>
                </a:path>
              </a:pathLst>
            </a:custGeom>
            <a:gradFill rotWithShape="0">
              <a:gsLst>
                <a:gs pos="0">
                  <a:srgbClr val="808080"/>
                </a:gs>
                <a:gs pos="100000">
                  <a:srgbClr val="F8F8F8"/>
                </a:gs>
              </a:gsLst>
              <a:lin ang="0"/>
            </a:gradFill>
            <a:ln>
              <a:noFill/>
            </a:ln>
          </p:spPr>
          <p:style>
            <a:lnRef idx="0">
              <a:scrgbClr r="0" g="0" b="0"/>
            </a:lnRef>
            <a:fillRef idx="0">
              <a:scrgbClr r="0" g="0" b="0"/>
            </a:fillRef>
            <a:effectRef idx="0">
              <a:scrgbClr r="0" g="0" b="0"/>
            </a:effectRef>
            <a:fontRef idx="minor"/>
          </p:style>
        </p:sp>
        <p:sp>
          <p:nvSpPr>
            <p:cNvPr id="1935" name="CustomShape 107"/>
            <p:cNvSpPr/>
            <p:nvPr/>
          </p:nvSpPr>
          <p:spPr>
            <a:xfrm>
              <a:off x="8107200" y="5546880"/>
              <a:ext cx="41400" cy="3744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36" name="CustomShape 108"/>
            <p:cNvSpPr/>
            <p:nvPr/>
          </p:nvSpPr>
          <p:spPr>
            <a:xfrm>
              <a:off x="7935840" y="535608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937" name="Group 109"/>
            <p:cNvGrpSpPr/>
            <p:nvPr/>
          </p:nvGrpSpPr>
          <p:grpSpPr>
            <a:xfrm>
              <a:off x="8021520" y="5351400"/>
              <a:ext cx="91800" cy="29880"/>
              <a:chOff x="8021520" y="5351400"/>
              <a:chExt cx="91800" cy="29880"/>
            </a:xfrm>
          </p:grpSpPr>
          <p:sp>
            <p:nvSpPr>
              <p:cNvPr id="1938" name="CustomShape 110"/>
              <p:cNvSpPr/>
              <p:nvPr/>
            </p:nvSpPr>
            <p:spPr>
              <a:xfrm>
                <a:off x="8021520" y="5351400"/>
                <a:ext cx="91800" cy="2988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39" name="CustomShape 111"/>
              <p:cNvSpPr/>
              <p:nvPr/>
            </p:nvSpPr>
            <p:spPr>
              <a:xfrm>
                <a:off x="8023320" y="5354640"/>
                <a:ext cx="8856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40" name="CustomShape 112"/>
            <p:cNvSpPr/>
            <p:nvPr/>
          </p:nvSpPr>
          <p:spPr>
            <a:xfrm>
              <a:off x="7937640" y="542304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941" name="Group 113"/>
            <p:cNvGrpSpPr/>
            <p:nvPr/>
          </p:nvGrpSpPr>
          <p:grpSpPr>
            <a:xfrm>
              <a:off x="8021520" y="5416560"/>
              <a:ext cx="91800" cy="26640"/>
              <a:chOff x="8021520" y="5416560"/>
              <a:chExt cx="91800" cy="26640"/>
            </a:xfrm>
          </p:grpSpPr>
          <p:sp>
            <p:nvSpPr>
              <p:cNvPr id="1942" name="CustomShape 114"/>
              <p:cNvSpPr/>
              <p:nvPr/>
            </p:nvSpPr>
            <p:spPr>
              <a:xfrm>
                <a:off x="8021520" y="5416560"/>
                <a:ext cx="91800" cy="2664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43" name="CustomShape 115"/>
              <p:cNvSpPr/>
              <p:nvPr/>
            </p:nvSpPr>
            <p:spPr>
              <a:xfrm>
                <a:off x="8023320" y="5419800"/>
                <a:ext cx="88560" cy="2052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44" name="CustomShape 116"/>
            <p:cNvSpPr/>
            <p:nvPr/>
          </p:nvSpPr>
          <p:spPr>
            <a:xfrm>
              <a:off x="7937640" y="548964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sp>
          <p:nvSpPr>
            <p:cNvPr id="1945" name="CustomShape 117"/>
            <p:cNvSpPr/>
            <p:nvPr/>
          </p:nvSpPr>
          <p:spPr>
            <a:xfrm>
              <a:off x="7939080" y="5550120"/>
              <a:ext cx="95040" cy="9000"/>
            </a:xfrm>
            <a:prstGeom prst="rect">
              <a:avLst/>
            </a:prstGeom>
            <a:solidFill>
              <a:schemeClr val="tx1"/>
            </a:solidFill>
            <a:ln w="9360">
              <a:solidFill>
                <a:schemeClr val="tx1"/>
              </a:solidFill>
              <a:miter/>
            </a:ln>
          </p:spPr>
          <p:style>
            <a:lnRef idx="0">
              <a:scrgbClr r="0" g="0" b="0"/>
            </a:lnRef>
            <a:fillRef idx="0">
              <a:scrgbClr r="0" g="0" b="0"/>
            </a:fillRef>
            <a:effectRef idx="0">
              <a:scrgbClr r="0" g="0" b="0"/>
            </a:effectRef>
            <a:fontRef idx="minor"/>
          </p:style>
        </p:sp>
        <p:grpSp>
          <p:nvGrpSpPr>
            <p:cNvPr id="1946" name="Group 118"/>
            <p:cNvGrpSpPr/>
            <p:nvPr/>
          </p:nvGrpSpPr>
          <p:grpSpPr>
            <a:xfrm>
              <a:off x="8020080" y="5548320"/>
              <a:ext cx="91800" cy="26640"/>
              <a:chOff x="8020080" y="5548320"/>
              <a:chExt cx="91800" cy="26640"/>
            </a:xfrm>
          </p:grpSpPr>
          <p:sp>
            <p:nvSpPr>
              <p:cNvPr id="1947" name="CustomShape 119"/>
              <p:cNvSpPr/>
              <p:nvPr/>
            </p:nvSpPr>
            <p:spPr>
              <a:xfrm>
                <a:off x="8020080" y="5548320"/>
                <a:ext cx="91800" cy="2664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48" name="CustomShape 120"/>
              <p:cNvSpPr/>
              <p:nvPr/>
            </p:nvSpPr>
            <p:spPr>
              <a:xfrm>
                <a:off x="8021520" y="5548320"/>
                <a:ext cx="88560" cy="2340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49" name="CustomShape 121"/>
            <p:cNvSpPr/>
            <p:nvPr/>
          </p:nvSpPr>
          <p:spPr>
            <a:xfrm>
              <a:off x="8107560" y="5489640"/>
              <a:ext cx="41400" cy="37440"/>
            </a:xfrm>
            <a:custGeom>
              <a:avLst/>
              <a:gdLst/>
              <a:ahLst/>
              <a:cxnLst/>
              <a:rect l="l" t="t"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950" name="Group 122"/>
            <p:cNvGrpSpPr/>
            <p:nvPr/>
          </p:nvGrpSpPr>
          <p:grpSpPr>
            <a:xfrm>
              <a:off x="8020080" y="5484600"/>
              <a:ext cx="93240" cy="26640"/>
              <a:chOff x="8020080" y="5484600"/>
              <a:chExt cx="93240" cy="26640"/>
            </a:xfrm>
          </p:grpSpPr>
          <p:sp>
            <p:nvSpPr>
              <p:cNvPr id="1951" name="CustomShape 123"/>
              <p:cNvSpPr/>
              <p:nvPr/>
            </p:nvSpPr>
            <p:spPr>
              <a:xfrm>
                <a:off x="8020080" y="5484600"/>
                <a:ext cx="93240" cy="26640"/>
              </a:xfrm>
              <a:prstGeom prst="roundRect">
                <a:avLst>
                  <a:gd name="adj" fmla="val 50000"/>
                </a:avLst>
              </a:prstGeom>
              <a:solidFill>
                <a:schemeClr val="tx1"/>
              </a:solidFill>
              <a:ln>
                <a:noFill/>
              </a:ln>
            </p:spPr>
            <p:style>
              <a:lnRef idx="0">
                <a:scrgbClr r="0" g="0" b="0"/>
              </a:lnRef>
              <a:fillRef idx="0">
                <a:scrgbClr r="0" g="0" b="0"/>
              </a:fillRef>
              <a:effectRef idx="0">
                <a:scrgbClr r="0" g="0" b="0"/>
              </a:effectRef>
              <a:fontRef idx="minor"/>
            </p:style>
          </p:sp>
          <p:sp>
            <p:nvSpPr>
              <p:cNvPr id="1952" name="CustomShape 124"/>
              <p:cNvSpPr/>
              <p:nvPr/>
            </p:nvSpPr>
            <p:spPr>
              <a:xfrm>
                <a:off x="8021520" y="5487840"/>
                <a:ext cx="91800" cy="20160"/>
              </a:xfrm>
              <a:prstGeom prst="roundRect">
                <a:avLst>
                  <a:gd name="adj" fmla="val 50000"/>
                </a:avLst>
              </a:prstGeom>
              <a:gradFill rotWithShape="0">
                <a:gsLst>
                  <a:gs pos="0">
                    <a:srgbClr val="0000FF"/>
                  </a:gs>
                  <a:gs pos="50000">
                    <a:srgbClr val="99CCFF"/>
                  </a:gs>
                  <a:gs pos="100000">
                    <a:srgbClr val="0000FF"/>
                  </a:gs>
                </a:gsLst>
                <a:lin ang="0"/>
              </a:gradFill>
              <a:ln>
                <a:noFill/>
              </a:ln>
            </p:spPr>
            <p:style>
              <a:lnRef idx="0">
                <a:scrgbClr r="0" g="0" b="0"/>
              </a:lnRef>
              <a:fillRef idx="0">
                <a:scrgbClr r="0" g="0" b="0"/>
              </a:fillRef>
              <a:effectRef idx="0">
                <a:scrgbClr r="0" g="0" b="0"/>
              </a:effectRef>
              <a:fontRef idx="minor"/>
            </p:style>
          </p:sp>
        </p:grpSp>
        <p:sp>
          <p:nvSpPr>
            <p:cNvPr id="1953" name="CustomShape 125"/>
            <p:cNvSpPr/>
            <p:nvPr/>
          </p:nvSpPr>
          <p:spPr>
            <a:xfrm>
              <a:off x="8101080" y="5303880"/>
              <a:ext cx="10800" cy="458280"/>
            </a:xfrm>
            <a:prstGeom prst="rect">
              <a:avLst/>
            </a:prstGeom>
            <a:gradFill rotWithShape="0">
              <a:gsLst>
                <a:gs pos="0">
                  <a:srgbClr val="333333"/>
                </a:gs>
                <a:gs pos="50000">
                  <a:srgbClr val="DDDDDD"/>
                </a:gs>
                <a:gs pos="100000">
                  <a:srgbClr val="333333"/>
                </a:gs>
              </a:gsLst>
              <a:lin ang="0"/>
            </a:gradFill>
            <a:ln w="9360">
              <a:solidFill>
                <a:schemeClr val="tx1"/>
              </a:solidFill>
              <a:miter/>
            </a:ln>
          </p:spPr>
          <p:style>
            <a:lnRef idx="0">
              <a:scrgbClr r="0" g="0" b="0"/>
            </a:lnRef>
            <a:fillRef idx="0">
              <a:scrgbClr r="0" g="0" b="0"/>
            </a:fillRef>
            <a:effectRef idx="0">
              <a:scrgbClr r="0" g="0" b="0"/>
            </a:effectRef>
            <a:fontRef idx="minor"/>
          </p:style>
        </p:sp>
        <p:sp>
          <p:nvSpPr>
            <p:cNvPr id="1954" name="CustomShape 126"/>
            <p:cNvSpPr/>
            <p:nvPr/>
          </p:nvSpPr>
          <p:spPr>
            <a:xfrm>
              <a:off x="8111520" y="5419800"/>
              <a:ext cx="37440" cy="42480"/>
            </a:xfrm>
            <a:custGeom>
              <a:avLst/>
              <a:gdLst/>
              <a:ahLst/>
              <a:cxnLst/>
              <a:rect l="l" t="t"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55" name="CustomShape 127"/>
            <p:cNvSpPr/>
            <p:nvPr/>
          </p:nvSpPr>
          <p:spPr>
            <a:xfrm>
              <a:off x="8111880" y="5354280"/>
              <a:ext cx="38520" cy="47880"/>
            </a:xfrm>
            <a:custGeom>
              <a:avLst/>
              <a:gdLst/>
              <a:ahLst/>
              <a:cxnLst/>
              <a:rect l="l" t="t"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0">
              <a:gsLst>
                <a:gs pos="0">
                  <a:srgbClr val="292929"/>
                </a:gs>
                <a:gs pos="100000">
                  <a:srgbClr val="808080"/>
                </a:gs>
              </a:gsLst>
              <a:lin ang="0"/>
            </a:gradFill>
            <a:ln>
              <a:noFill/>
            </a:ln>
          </p:spPr>
          <p:style>
            <a:lnRef idx="0">
              <a:scrgbClr r="0" g="0" b="0"/>
            </a:lnRef>
            <a:fillRef idx="0">
              <a:scrgbClr r="0" g="0" b="0"/>
            </a:fillRef>
            <a:effectRef idx="0">
              <a:scrgbClr r="0" g="0" b="0"/>
            </a:effectRef>
            <a:fontRef idx="minor"/>
          </p:style>
        </p:sp>
        <p:sp>
          <p:nvSpPr>
            <p:cNvPr id="1956" name="CustomShape 128"/>
            <p:cNvSpPr/>
            <p:nvPr/>
          </p:nvSpPr>
          <p:spPr>
            <a:xfrm>
              <a:off x="8143920" y="5742000"/>
              <a:ext cx="7560" cy="18720"/>
            </a:xfrm>
            <a:prstGeom prst="ellipse">
              <a:avLst/>
            </a:prstGeom>
            <a:solidFill>
              <a:srgbClr val="333333"/>
            </a:solidFill>
            <a:ln>
              <a:noFill/>
            </a:ln>
          </p:spPr>
          <p:style>
            <a:lnRef idx="0">
              <a:scrgbClr r="0" g="0" b="0"/>
            </a:lnRef>
            <a:fillRef idx="0">
              <a:scrgbClr r="0" g="0" b="0"/>
            </a:fillRef>
            <a:effectRef idx="0">
              <a:scrgbClr r="0" g="0" b="0"/>
            </a:effectRef>
            <a:fontRef idx="minor"/>
          </p:style>
        </p:sp>
        <p:sp>
          <p:nvSpPr>
            <p:cNvPr id="1957" name="CustomShape 129"/>
            <p:cNvSpPr/>
            <p:nvPr/>
          </p:nvSpPr>
          <p:spPr>
            <a:xfrm>
              <a:off x="8110080" y="5742360"/>
              <a:ext cx="38520" cy="39960"/>
            </a:xfrm>
            <a:custGeom>
              <a:avLst/>
              <a:gdLst/>
              <a:ahLst/>
              <a:cxnLst/>
              <a:rect l="l" t="t" r="r" b="b"/>
              <a:pathLst>
                <a:path w="306" h="240">
                  <a:moveTo>
                    <a:pt x="0" y="106"/>
                  </a:moveTo>
                  <a:lnTo>
                    <a:pt x="2" y="240"/>
                  </a:lnTo>
                  <a:lnTo>
                    <a:pt x="306" y="110"/>
                  </a:lnTo>
                  <a:lnTo>
                    <a:pt x="300" y="0"/>
                  </a:lnTo>
                  <a:lnTo>
                    <a:pt x="0" y="106"/>
                  </a:lnTo>
                  <a:close/>
                </a:path>
              </a:pathLst>
            </a:custGeom>
            <a:solidFill>
              <a:srgbClr val="333333"/>
            </a:solidFill>
            <a:ln>
              <a:noFill/>
            </a:ln>
          </p:spPr>
          <p:style>
            <a:lnRef idx="0">
              <a:scrgbClr r="0" g="0" b="0"/>
            </a:lnRef>
            <a:fillRef idx="0">
              <a:scrgbClr r="0" g="0" b="0"/>
            </a:fillRef>
            <a:effectRef idx="0">
              <a:scrgbClr r="0" g="0" b="0"/>
            </a:effectRef>
            <a:fontRef idx="minor"/>
          </p:style>
        </p:sp>
        <p:sp>
          <p:nvSpPr>
            <p:cNvPr id="1958" name="CustomShape 130"/>
            <p:cNvSpPr/>
            <p:nvPr/>
          </p:nvSpPr>
          <p:spPr>
            <a:xfrm>
              <a:off x="7924680" y="5754600"/>
              <a:ext cx="190080" cy="29880"/>
            </a:xfrm>
            <a:prstGeom prst="roundRect">
              <a:avLst>
                <a:gd name="adj" fmla="val 50000"/>
              </a:avLst>
            </a:prstGeom>
            <a:solidFill>
              <a:srgbClr val="DDDDDD"/>
            </a:solidFill>
            <a:ln w="9360">
              <a:solidFill>
                <a:schemeClr val="tx1"/>
              </a:solidFill>
              <a:round/>
            </a:ln>
          </p:spPr>
          <p:style>
            <a:lnRef idx="0">
              <a:scrgbClr r="0" g="0" b="0"/>
            </a:lnRef>
            <a:fillRef idx="0">
              <a:scrgbClr r="0" g="0" b="0"/>
            </a:fillRef>
            <a:effectRef idx="0">
              <a:scrgbClr r="0" g="0" b="0"/>
            </a:effectRef>
            <a:fontRef idx="minor"/>
          </p:style>
        </p:sp>
        <p:sp>
          <p:nvSpPr>
            <p:cNvPr id="1959" name="CustomShape 131"/>
            <p:cNvSpPr/>
            <p:nvPr/>
          </p:nvSpPr>
          <p:spPr>
            <a:xfrm>
              <a:off x="7935840" y="5762520"/>
              <a:ext cx="169560" cy="15480"/>
            </a:xfrm>
            <a:prstGeom prst="roundRect">
              <a:avLst>
                <a:gd name="adj" fmla="val 50000"/>
              </a:avLst>
            </a:prstGeom>
            <a:gradFill rotWithShape="0">
              <a:gsLst>
                <a:gs pos="0">
                  <a:srgbClr val="1F497D"/>
                </a:gs>
                <a:gs pos="100000">
                  <a:srgbClr val="EEECE1"/>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1960" name="CustomShape 132"/>
            <p:cNvSpPr/>
            <p:nvPr/>
          </p:nvSpPr>
          <p:spPr>
            <a:xfrm>
              <a:off x="7951680" y="5695920"/>
              <a:ext cx="24840" cy="2808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961" name="CustomShape 133"/>
            <p:cNvSpPr/>
            <p:nvPr/>
          </p:nvSpPr>
          <p:spPr>
            <a:xfrm>
              <a:off x="7980480" y="5695920"/>
              <a:ext cx="24840" cy="28080"/>
            </a:xfrm>
            <a:prstGeom prst="ellipse">
              <a:avLst/>
            </a:prstGeom>
            <a:solidFill>
              <a:srgbClr val="FF0000"/>
            </a:solidFill>
            <a:ln>
              <a:noFill/>
            </a:ln>
          </p:spPr>
          <p:style>
            <a:lnRef idx="0">
              <a:scrgbClr r="0" g="0" b="0"/>
            </a:lnRef>
            <a:fillRef idx="0">
              <a:scrgbClr r="0" g="0" b="0"/>
            </a:fillRef>
            <a:effectRef idx="0">
              <a:scrgbClr r="0" g="0" b="0"/>
            </a:effectRef>
            <a:fontRef idx="minor"/>
          </p:style>
        </p:sp>
        <p:sp>
          <p:nvSpPr>
            <p:cNvPr id="1962" name="CustomShape 134"/>
            <p:cNvSpPr/>
            <p:nvPr/>
          </p:nvSpPr>
          <p:spPr>
            <a:xfrm>
              <a:off x="8007480" y="5695920"/>
              <a:ext cx="24840" cy="28080"/>
            </a:xfrm>
            <a:prstGeom prst="ellipse">
              <a:avLst/>
            </a:prstGeom>
            <a:solidFill>
              <a:srgbClr val="33CC33"/>
            </a:solidFill>
            <a:ln>
              <a:noFill/>
            </a:ln>
          </p:spPr>
          <p:style>
            <a:lnRef idx="0">
              <a:scrgbClr r="0" g="0" b="0"/>
            </a:lnRef>
            <a:fillRef idx="0">
              <a:scrgbClr r="0" g="0" b="0"/>
            </a:fillRef>
            <a:effectRef idx="0">
              <a:scrgbClr r="0" g="0" b="0"/>
            </a:effectRef>
            <a:fontRef idx="minor"/>
          </p:style>
        </p:sp>
        <p:sp>
          <p:nvSpPr>
            <p:cNvPr id="1963" name="CustomShape 135"/>
            <p:cNvSpPr/>
            <p:nvPr/>
          </p:nvSpPr>
          <p:spPr>
            <a:xfrm>
              <a:off x="8072640" y="5586480"/>
              <a:ext cx="12240" cy="151920"/>
            </a:xfrm>
            <a:prstGeom prst="rect">
              <a:avLst/>
            </a:prstGeom>
            <a:solidFill>
              <a:srgbClr val="292929"/>
            </a:solidFill>
            <a:ln w="9360">
              <a:solidFill>
                <a:schemeClr val="tx1"/>
              </a:solidFill>
              <a:miter/>
            </a:ln>
          </p:spPr>
          <p:style>
            <a:lnRef idx="0">
              <a:scrgbClr r="0" g="0" b="0"/>
            </a:lnRef>
            <a:fillRef idx="0">
              <a:scrgbClr r="0" g="0" b="0"/>
            </a:fillRef>
            <a:effectRef idx="0">
              <a:scrgbClr r="0" g="0" b="0"/>
            </a:effectRef>
            <a:fontRef idx="minor"/>
          </p:style>
        </p:sp>
      </p:grpSp>
      <p:pic>
        <p:nvPicPr>
          <p:cNvPr id="1964" name="Picture 1017" descr="antenna_stylized"/>
          <p:cNvPicPr/>
          <p:nvPr/>
        </p:nvPicPr>
        <p:blipFill>
          <a:blip r:embed="rId14"/>
          <a:stretch/>
        </p:blipFill>
        <p:spPr>
          <a:xfrm>
            <a:off x="5302080" y="2043000"/>
            <a:ext cx="529920" cy="223560"/>
          </a:xfrm>
          <a:prstGeom prst="rect">
            <a:avLst/>
          </a:prstGeom>
          <a:ln>
            <a:noFill/>
          </a:ln>
        </p:spPr>
      </p:pic>
      <p:pic>
        <p:nvPicPr>
          <p:cNvPr id="1965" name="Picture 1018" descr="laptop_keyboard"/>
          <p:cNvPicPr/>
          <p:nvPr/>
        </p:nvPicPr>
        <p:blipFill>
          <a:blip r:embed="rId15"/>
          <a:stretch/>
        </p:blipFill>
        <p:spPr>
          <a:xfrm rot="109200" flipH="1">
            <a:off x="5328000" y="2292120"/>
            <a:ext cx="437760" cy="158400"/>
          </a:xfrm>
          <a:prstGeom prst="rect">
            <a:avLst/>
          </a:prstGeom>
          <a:ln>
            <a:noFill/>
          </a:ln>
        </p:spPr>
      </p:pic>
      <p:sp>
        <p:nvSpPr>
          <p:cNvPr id="1966" name="CustomShape 136"/>
          <p:cNvSpPr/>
          <p:nvPr/>
        </p:nvSpPr>
        <p:spPr>
          <a:xfrm>
            <a:off x="5472000" y="2136600"/>
            <a:ext cx="352080" cy="207720"/>
          </a:xfrm>
          <a:custGeom>
            <a:avLst/>
            <a:gdLst/>
            <a:ahLst/>
            <a:cxnLst/>
            <a:rect l="l" t="t" r="r" b="b"/>
            <a:pathLst>
              <a:path w="2982" h="2442">
                <a:moveTo>
                  <a:pt x="540" y="0"/>
                </a:moveTo>
                <a:lnTo>
                  <a:pt x="0" y="1734"/>
                </a:lnTo>
                <a:lnTo>
                  <a:pt x="2394" y="2442"/>
                </a:lnTo>
                <a:lnTo>
                  <a:pt x="2982" y="318"/>
                </a:lnTo>
                <a:lnTo>
                  <a:pt x="540" y="0"/>
                </a:lnTo>
                <a:close/>
              </a:path>
            </a:pathLst>
          </a:custGeom>
          <a:solidFill>
            <a:schemeClr val="tx1"/>
          </a:solidFill>
          <a:ln w="9360">
            <a:solidFill>
              <a:schemeClr val="tx1"/>
            </a:solidFill>
            <a:round/>
          </a:ln>
        </p:spPr>
        <p:style>
          <a:lnRef idx="0">
            <a:scrgbClr r="0" g="0" b="0"/>
          </a:lnRef>
          <a:fillRef idx="0">
            <a:scrgbClr r="0" g="0" b="0"/>
          </a:fillRef>
          <a:effectRef idx="0">
            <a:scrgbClr r="0" g="0" b="0"/>
          </a:effectRef>
          <a:fontRef idx="minor"/>
        </p:style>
      </p:sp>
      <p:pic>
        <p:nvPicPr>
          <p:cNvPr id="1967" name="Picture 1020" descr="screen"/>
          <p:cNvPicPr/>
          <p:nvPr/>
        </p:nvPicPr>
        <p:blipFill>
          <a:blip r:embed="rId16"/>
          <a:stretch/>
        </p:blipFill>
        <p:spPr>
          <a:xfrm>
            <a:off x="5489640" y="2141640"/>
            <a:ext cx="320400" cy="190080"/>
          </a:xfrm>
          <a:prstGeom prst="rect">
            <a:avLst/>
          </a:prstGeom>
          <a:ln>
            <a:noFill/>
          </a:ln>
        </p:spPr>
      </p:pic>
      <p:sp>
        <p:nvSpPr>
          <p:cNvPr id="1968" name="CustomShape 137"/>
          <p:cNvSpPr/>
          <p:nvPr/>
        </p:nvSpPr>
        <p:spPr>
          <a:xfrm>
            <a:off x="5537160" y="2130480"/>
            <a:ext cx="298080" cy="39240"/>
          </a:xfrm>
          <a:custGeom>
            <a:avLst/>
            <a:gdLst/>
            <a:ahLst/>
            <a:cxnLst/>
            <a:rect l="l" t="t" r="r" b="b"/>
            <a:pathLst>
              <a:path w="2528" h="455">
                <a:moveTo>
                  <a:pt x="14" y="0"/>
                </a:moveTo>
                <a:lnTo>
                  <a:pt x="2528" y="341"/>
                </a:lnTo>
                <a:lnTo>
                  <a:pt x="2480" y="455"/>
                </a:lnTo>
                <a:lnTo>
                  <a:pt x="0" y="86"/>
                </a:lnTo>
                <a:lnTo>
                  <a:pt x="14" y="0"/>
                </a:lnTo>
                <a:close/>
              </a:path>
            </a:pathLst>
          </a:custGeom>
          <a:gradFill rotWithShape="0">
            <a:gsLst>
              <a:gs pos="0">
                <a:srgbClr val="000099"/>
              </a:gs>
              <a:gs pos="100000">
                <a:srgbClr val="EAEAEA"/>
              </a:gs>
            </a:gsLst>
            <a:lin ang="0"/>
          </a:gradFill>
          <a:ln>
            <a:noFill/>
          </a:ln>
        </p:spPr>
        <p:style>
          <a:lnRef idx="0">
            <a:scrgbClr r="0" g="0" b="0"/>
          </a:lnRef>
          <a:fillRef idx="0">
            <a:scrgbClr r="0" g="0" b="0"/>
          </a:fillRef>
          <a:effectRef idx="0">
            <a:scrgbClr r="0" g="0" b="0"/>
          </a:effectRef>
          <a:fontRef idx="minor"/>
        </p:style>
      </p:sp>
      <p:sp>
        <p:nvSpPr>
          <p:cNvPr id="1969" name="CustomShape 138"/>
          <p:cNvSpPr/>
          <p:nvPr/>
        </p:nvSpPr>
        <p:spPr>
          <a:xfrm>
            <a:off x="5470560" y="2130480"/>
            <a:ext cx="82080" cy="161640"/>
          </a:xfrm>
          <a:custGeom>
            <a:avLst/>
            <a:gdLst/>
            <a:ahLst/>
            <a:cxnLst/>
            <a:rect l="l" t="t" r="r" b="b"/>
            <a:pathLst>
              <a:path w="702" h="1893">
                <a:moveTo>
                  <a:pt x="579" y="0"/>
                </a:moveTo>
                <a:lnTo>
                  <a:pt x="0" y="1869"/>
                </a:lnTo>
                <a:lnTo>
                  <a:pt x="114" y="1893"/>
                </a:lnTo>
                <a:lnTo>
                  <a:pt x="702" y="51"/>
                </a:lnTo>
                <a:lnTo>
                  <a:pt x="579"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70" name="CustomShape 139"/>
          <p:cNvSpPr/>
          <p:nvPr/>
        </p:nvSpPr>
        <p:spPr>
          <a:xfrm>
            <a:off x="5743440" y="2158920"/>
            <a:ext cx="88560" cy="185400"/>
          </a:xfrm>
          <a:custGeom>
            <a:avLst/>
            <a:gdLst/>
            <a:ahLst/>
            <a:cxnLst/>
            <a:rect l="l" t="t" r="r" b="b"/>
            <a:pathLst>
              <a:path w="756" h="2184">
                <a:moveTo>
                  <a:pt x="756" y="0"/>
                </a:moveTo>
                <a:lnTo>
                  <a:pt x="138" y="2184"/>
                </a:lnTo>
                <a:lnTo>
                  <a:pt x="0" y="2148"/>
                </a:lnTo>
                <a:lnTo>
                  <a:pt x="606" y="78"/>
                </a:lnTo>
                <a:lnTo>
                  <a:pt x="756" y="0"/>
                </a:lnTo>
                <a:close/>
              </a:path>
            </a:pathLst>
          </a:custGeom>
          <a:gradFill rotWithShape="0">
            <a:gsLst>
              <a:gs pos="0">
                <a:srgbClr val="DDDDDD"/>
              </a:gs>
              <a:gs pos="100000">
                <a:srgbClr val="FFFFFF"/>
              </a:gs>
            </a:gsLst>
            <a:lin ang="5400000"/>
          </a:gradFill>
          <a:ln>
            <a:noFill/>
          </a:ln>
        </p:spPr>
        <p:style>
          <a:lnRef idx="0">
            <a:scrgbClr r="0" g="0" b="0"/>
          </a:lnRef>
          <a:fillRef idx="0">
            <a:scrgbClr r="0" g="0" b="0"/>
          </a:fillRef>
          <a:effectRef idx="0">
            <a:scrgbClr r="0" g="0" b="0"/>
          </a:effectRef>
          <a:fontRef idx="minor"/>
        </p:style>
      </p:sp>
      <p:sp>
        <p:nvSpPr>
          <p:cNvPr id="1971" name="CustomShape 140"/>
          <p:cNvSpPr/>
          <p:nvPr/>
        </p:nvSpPr>
        <p:spPr>
          <a:xfrm>
            <a:off x="5468760" y="2282760"/>
            <a:ext cx="326520" cy="63000"/>
          </a:xfrm>
          <a:custGeom>
            <a:avLst/>
            <a:gdLst/>
            <a:ahLst/>
            <a:cxnLst/>
            <a:rect l="l" t="t" r="r" b="b"/>
            <a:pathLst>
              <a:path w="2773" h="738">
                <a:moveTo>
                  <a:pt x="33" y="0"/>
                </a:moveTo>
                <a:lnTo>
                  <a:pt x="0" y="99"/>
                </a:lnTo>
                <a:lnTo>
                  <a:pt x="2436" y="738"/>
                </a:lnTo>
                <a:cubicBezTo>
                  <a:pt x="2499" y="501"/>
                  <a:pt x="2773" y="727"/>
                  <a:pt x="2373" y="603"/>
                </a:cubicBezTo>
                <a:lnTo>
                  <a:pt x="33" y="0"/>
                </a:lnTo>
                <a:close/>
              </a:path>
            </a:pathLst>
          </a:custGeom>
          <a:gradFill rotWithShape="0">
            <a:gsLst>
              <a:gs pos="0">
                <a:srgbClr val="0000CC"/>
              </a:gs>
              <a:gs pos="100000">
                <a:srgbClr val="FFFFFF"/>
              </a:gs>
            </a:gsLst>
            <a:lin ang="0"/>
          </a:gradFill>
          <a:ln>
            <a:noFill/>
          </a:ln>
        </p:spPr>
        <p:style>
          <a:lnRef idx="0">
            <a:scrgbClr r="0" g="0" b="0"/>
          </a:lnRef>
          <a:fillRef idx="0">
            <a:scrgbClr r="0" g="0" b="0"/>
          </a:fillRef>
          <a:effectRef idx="0">
            <a:scrgbClr r="0" g="0" b="0"/>
          </a:effectRef>
          <a:fontRef idx="minor"/>
        </p:style>
      </p:sp>
      <p:sp>
        <p:nvSpPr>
          <p:cNvPr id="1972" name="CustomShape 141"/>
          <p:cNvSpPr/>
          <p:nvPr/>
        </p:nvSpPr>
        <p:spPr>
          <a:xfrm>
            <a:off x="5753160" y="2160720"/>
            <a:ext cx="83880" cy="186840"/>
          </a:xfrm>
          <a:custGeom>
            <a:avLst/>
            <a:gdLst/>
            <a:ahLst/>
            <a:cxnLst/>
            <a:rect l="l" t="t" r="r" b="b"/>
            <a:pathLst>
              <a:path w="637" h="1659">
                <a:moveTo>
                  <a:pt x="615" y="0"/>
                </a:moveTo>
                <a:lnTo>
                  <a:pt x="637" y="0"/>
                </a:lnTo>
                <a:lnTo>
                  <a:pt x="68" y="1659"/>
                </a:lnTo>
                <a:lnTo>
                  <a:pt x="0" y="1647"/>
                </a:lnTo>
                <a:lnTo>
                  <a:pt x="615" y="0"/>
                </a:lnTo>
                <a:close/>
              </a:path>
            </a:pathLst>
          </a:custGeom>
          <a:solidFill>
            <a:srgbClr val="4D4D4D"/>
          </a:solidFill>
          <a:ln>
            <a:noFill/>
          </a:ln>
        </p:spPr>
        <p:style>
          <a:lnRef idx="0">
            <a:scrgbClr r="0" g="0" b="0"/>
          </a:lnRef>
          <a:fillRef idx="0">
            <a:scrgbClr r="0" g="0" b="0"/>
          </a:fillRef>
          <a:effectRef idx="0">
            <a:scrgbClr r="0" g="0" b="0"/>
          </a:effectRef>
          <a:fontRef idx="minor"/>
        </p:style>
      </p:sp>
      <p:sp>
        <p:nvSpPr>
          <p:cNvPr id="1973" name="CustomShape 142"/>
          <p:cNvSpPr/>
          <p:nvPr/>
        </p:nvSpPr>
        <p:spPr>
          <a:xfrm>
            <a:off x="5468760" y="2292480"/>
            <a:ext cx="290160" cy="61560"/>
          </a:xfrm>
          <a:custGeom>
            <a:avLst/>
            <a:gdLst/>
            <a:ahLst/>
            <a:cxnLst/>
            <a:rect l="l" t="t" r="r" b="b"/>
            <a:pathLst>
              <a:path w="2216" h="550">
                <a:moveTo>
                  <a:pt x="0" y="0"/>
                </a:moveTo>
                <a:lnTo>
                  <a:pt x="9" y="57"/>
                </a:lnTo>
                <a:lnTo>
                  <a:pt x="2164" y="550"/>
                </a:lnTo>
                <a:lnTo>
                  <a:pt x="2216" y="496"/>
                </a:lnTo>
                <a:lnTo>
                  <a:pt x="0" y="0"/>
                </a:lnTo>
                <a:close/>
              </a:path>
            </a:pathLst>
          </a:custGeom>
          <a:gradFill rotWithShape="0">
            <a:gsLst>
              <a:gs pos="0">
                <a:srgbClr val="00009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974" name="Group 143"/>
          <p:cNvGrpSpPr/>
          <p:nvPr/>
        </p:nvGrpSpPr>
        <p:grpSpPr>
          <a:xfrm>
            <a:off x="5464080" y="2357280"/>
            <a:ext cx="97920" cy="37800"/>
            <a:chOff x="5464080" y="2357280"/>
            <a:chExt cx="97920" cy="37800"/>
          </a:xfrm>
        </p:grpSpPr>
        <p:sp>
          <p:nvSpPr>
            <p:cNvPr id="1975" name="CustomShape 144"/>
            <p:cNvSpPr/>
            <p:nvPr/>
          </p:nvSpPr>
          <p:spPr>
            <a:xfrm>
              <a:off x="5464080" y="2357280"/>
              <a:ext cx="97920" cy="37800"/>
            </a:xfrm>
            <a:custGeom>
              <a:avLst/>
              <a:gdLst/>
              <a:ahLst/>
              <a:cxnLst/>
              <a:rect l="l" t="t" r="r" b="b"/>
              <a:pathLst>
                <a:path w="752" h="327">
                  <a:moveTo>
                    <a:pt x="293" y="0"/>
                  </a:moveTo>
                  <a:lnTo>
                    <a:pt x="752" y="124"/>
                  </a:lnTo>
                  <a:lnTo>
                    <a:pt x="470" y="327"/>
                  </a:lnTo>
                  <a:lnTo>
                    <a:pt x="0" y="183"/>
                  </a:lnTo>
                  <a:lnTo>
                    <a:pt x="293"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76" name="CustomShape 145"/>
            <p:cNvSpPr/>
            <p:nvPr/>
          </p:nvSpPr>
          <p:spPr>
            <a:xfrm>
              <a:off x="5465880" y="2358360"/>
              <a:ext cx="94680" cy="36000"/>
            </a:xfrm>
            <a:custGeom>
              <a:avLst/>
              <a:gdLst/>
              <a:ahLst/>
              <a:cxnLst/>
              <a:rect l="l" t="t" r="r" b="b"/>
              <a:pathLst>
                <a:path w="726" h="311">
                  <a:moveTo>
                    <a:pt x="282" y="0"/>
                  </a:moveTo>
                  <a:lnTo>
                    <a:pt x="726" y="119"/>
                  </a:lnTo>
                  <a:lnTo>
                    <a:pt x="457" y="311"/>
                  </a:lnTo>
                  <a:lnTo>
                    <a:pt x="0" y="173"/>
                  </a:lnTo>
                  <a:lnTo>
                    <a:pt x="282" y="0"/>
                  </a:lnTo>
                  <a:close/>
                </a:path>
              </a:pathLst>
            </a:custGeom>
            <a:gradFill rotWithShape="0">
              <a:gsLst>
                <a:gs pos="0">
                  <a:srgbClr val="4D4D4D"/>
                </a:gs>
                <a:gs pos="100000">
                  <a:srgbClr val="DDDDDD"/>
                </a:gs>
              </a:gsLst>
              <a:lin ang="18900000"/>
            </a:gradFill>
            <a:ln>
              <a:noFill/>
            </a:ln>
          </p:spPr>
          <p:style>
            <a:lnRef idx="0">
              <a:scrgbClr r="0" g="0" b="0"/>
            </a:lnRef>
            <a:fillRef idx="0">
              <a:scrgbClr r="0" g="0" b="0"/>
            </a:fillRef>
            <a:effectRef idx="0">
              <a:scrgbClr r="0" g="0" b="0"/>
            </a:effectRef>
            <a:fontRef idx="minor"/>
          </p:style>
        </p:sp>
        <p:sp>
          <p:nvSpPr>
            <p:cNvPr id="1977" name="CustomShape 146"/>
            <p:cNvSpPr/>
            <p:nvPr/>
          </p:nvSpPr>
          <p:spPr>
            <a:xfrm>
              <a:off x="5473080" y="2372400"/>
              <a:ext cx="33480" cy="11160"/>
            </a:xfrm>
            <a:custGeom>
              <a:avLst/>
              <a:gdLst/>
              <a:ahLst/>
              <a:cxnLst/>
              <a:rect l="l" t="t" r="r" b="b"/>
              <a:pathLst>
                <a:path w="258" h="100">
                  <a:moveTo>
                    <a:pt x="0" y="44"/>
                  </a:moveTo>
                  <a:lnTo>
                    <a:pt x="75" y="0"/>
                  </a:lnTo>
                  <a:lnTo>
                    <a:pt x="258" y="50"/>
                  </a:lnTo>
                  <a:lnTo>
                    <a:pt x="183" y="100"/>
                  </a:lnTo>
                  <a:lnTo>
                    <a:pt x="0" y="44"/>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1978" name="CustomShape 147"/>
            <p:cNvSpPr/>
            <p:nvPr/>
          </p:nvSpPr>
          <p:spPr>
            <a:xfrm>
              <a:off x="5472000" y="2377800"/>
              <a:ext cx="25200" cy="684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79" name="CustomShape 148"/>
            <p:cNvSpPr/>
            <p:nvPr/>
          </p:nvSpPr>
          <p:spPr>
            <a:xfrm>
              <a:off x="5500800" y="2379960"/>
              <a:ext cx="33480" cy="11520"/>
            </a:xfrm>
            <a:custGeom>
              <a:avLst/>
              <a:gdLst/>
              <a:ahLst/>
              <a:cxnLst/>
              <a:rect l="l" t="t" r="r" b="b"/>
              <a:pathLst>
                <a:path w="258" h="102">
                  <a:moveTo>
                    <a:pt x="0" y="46"/>
                  </a:moveTo>
                  <a:lnTo>
                    <a:pt x="71" y="0"/>
                  </a:lnTo>
                  <a:lnTo>
                    <a:pt x="258" y="52"/>
                  </a:lnTo>
                  <a:lnTo>
                    <a:pt x="183" y="102"/>
                  </a:lnTo>
                  <a:lnTo>
                    <a:pt x="0" y="46"/>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1980" name="CustomShape 149"/>
            <p:cNvSpPr/>
            <p:nvPr/>
          </p:nvSpPr>
          <p:spPr>
            <a:xfrm>
              <a:off x="5499720" y="2385360"/>
              <a:ext cx="25200" cy="684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grpSp>
      <p:sp>
        <p:nvSpPr>
          <p:cNvPr id="1981" name="CustomShape 150"/>
          <p:cNvSpPr/>
          <p:nvPr/>
        </p:nvSpPr>
        <p:spPr>
          <a:xfrm>
            <a:off x="5634000" y="2363760"/>
            <a:ext cx="118800" cy="80640"/>
          </a:xfrm>
          <a:custGeom>
            <a:avLst/>
            <a:gdLst/>
            <a:ahLst/>
            <a:cxnLst/>
            <a:rect l="l" t="t" r="r" b="b"/>
            <a:pathLst>
              <a:path w="990" h="792">
                <a:moveTo>
                  <a:pt x="3" y="738"/>
                </a:moveTo>
                <a:lnTo>
                  <a:pt x="990" y="0"/>
                </a:lnTo>
                <a:lnTo>
                  <a:pt x="987" y="60"/>
                </a:lnTo>
                <a:lnTo>
                  <a:pt x="0" y="792"/>
                </a:lnTo>
                <a:lnTo>
                  <a:pt x="3" y="738"/>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82" name="CustomShape 151"/>
          <p:cNvSpPr/>
          <p:nvPr/>
        </p:nvSpPr>
        <p:spPr>
          <a:xfrm>
            <a:off x="5327640" y="2370240"/>
            <a:ext cx="306000" cy="7272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83" name="CustomShape 152"/>
          <p:cNvSpPr/>
          <p:nvPr/>
        </p:nvSpPr>
        <p:spPr>
          <a:xfrm>
            <a:off x="5327640" y="2355840"/>
            <a:ext cx="4320" cy="15480"/>
          </a:xfrm>
          <a:custGeom>
            <a:avLst/>
            <a:gdLst/>
            <a:ahLst/>
            <a:cxnLst/>
            <a:rect l="l" t="t" r="r" b="b"/>
            <a:pathLst>
              <a:path w="26" h="147">
                <a:moveTo>
                  <a:pt x="26" y="10"/>
                </a:moveTo>
                <a:lnTo>
                  <a:pt x="23" y="147"/>
                </a:lnTo>
                <a:lnTo>
                  <a:pt x="0" y="144"/>
                </a:lnTo>
                <a:lnTo>
                  <a:pt x="3" y="0"/>
                </a:lnTo>
                <a:lnTo>
                  <a:pt x="26" y="1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84" name="CustomShape 153"/>
          <p:cNvSpPr/>
          <p:nvPr/>
        </p:nvSpPr>
        <p:spPr>
          <a:xfrm>
            <a:off x="5329080" y="2295360"/>
            <a:ext cx="140760" cy="61560"/>
          </a:xfrm>
          <a:custGeom>
            <a:avLst/>
            <a:gdLst/>
            <a:ahLst/>
            <a:cxnLst/>
            <a:rect l="l" t="t" r="r" b="b"/>
            <a:pathLst>
              <a:path w="1176" h="606">
                <a:moveTo>
                  <a:pt x="1170" y="0"/>
                </a:moveTo>
                <a:lnTo>
                  <a:pt x="0" y="597"/>
                </a:lnTo>
                <a:lnTo>
                  <a:pt x="30" y="606"/>
                </a:lnTo>
                <a:lnTo>
                  <a:pt x="1176" y="18"/>
                </a:lnTo>
                <a:lnTo>
                  <a:pt x="1170"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85" name="CustomShape 154"/>
          <p:cNvSpPr/>
          <p:nvPr/>
        </p:nvSpPr>
        <p:spPr>
          <a:xfrm>
            <a:off x="5338800" y="2359080"/>
            <a:ext cx="288720" cy="7092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86" name="CustomShape 155"/>
          <p:cNvSpPr/>
          <p:nvPr/>
        </p:nvSpPr>
        <p:spPr>
          <a:xfrm flipV="1">
            <a:off x="5627520" y="2354400"/>
            <a:ext cx="118800" cy="7416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grpSp>
        <p:nvGrpSpPr>
          <p:cNvPr id="1987" name="Group 156"/>
          <p:cNvGrpSpPr/>
          <p:nvPr/>
        </p:nvGrpSpPr>
        <p:grpSpPr>
          <a:xfrm>
            <a:off x="6872400" y="5486400"/>
            <a:ext cx="474120" cy="413280"/>
            <a:chOff x="6872400" y="5486400"/>
            <a:chExt cx="474120" cy="413280"/>
          </a:xfrm>
        </p:grpSpPr>
        <p:pic>
          <p:nvPicPr>
            <p:cNvPr id="1988" name="Picture 1065" descr="antenna_stylized"/>
            <p:cNvPicPr/>
            <p:nvPr/>
          </p:nvPicPr>
          <p:blipFill>
            <a:blip r:embed="rId17"/>
            <a:stretch/>
          </p:blipFill>
          <p:spPr>
            <a:xfrm>
              <a:off x="6872400" y="5486400"/>
              <a:ext cx="470520" cy="223560"/>
            </a:xfrm>
            <a:prstGeom prst="rect">
              <a:avLst/>
            </a:prstGeom>
            <a:ln>
              <a:noFill/>
            </a:ln>
          </p:spPr>
        </p:pic>
        <p:pic>
          <p:nvPicPr>
            <p:cNvPr id="1989" name="Picture 1066" descr="laptop_keyboard"/>
            <p:cNvPicPr/>
            <p:nvPr/>
          </p:nvPicPr>
          <p:blipFill>
            <a:blip r:embed="rId18"/>
            <a:stretch/>
          </p:blipFill>
          <p:spPr>
            <a:xfrm rot="99600" flipH="1">
              <a:off x="6895800" y="5734800"/>
              <a:ext cx="387360" cy="159120"/>
            </a:xfrm>
            <a:prstGeom prst="rect">
              <a:avLst/>
            </a:prstGeom>
            <a:ln>
              <a:noFill/>
            </a:ln>
          </p:spPr>
        </p:pic>
        <p:sp>
          <p:nvSpPr>
            <p:cNvPr id="1990" name="CustomShape 157"/>
            <p:cNvSpPr/>
            <p:nvPr/>
          </p:nvSpPr>
          <p:spPr>
            <a:xfrm>
              <a:off x="7023600" y="5580000"/>
              <a:ext cx="311760" cy="207720"/>
            </a:xfrm>
            <a:custGeom>
              <a:avLst/>
              <a:gdLst/>
              <a:ahLst/>
              <a:cxnLst/>
              <a:rect l="l" t="t" r="r" b="b"/>
              <a:pathLst>
                <a:path w="2982" h="2442">
                  <a:moveTo>
                    <a:pt x="540" y="0"/>
                  </a:moveTo>
                  <a:lnTo>
                    <a:pt x="0" y="1734"/>
                  </a:lnTo>
                  <a:lnTo>
                    <a:pt x="2394" y="2442"/>
                  </a:lnTo>
                  <a:lnTo>
                    <a:pt x="2982" y="318"/>
                  </a:lnTo>
                  <a:lnTo>
                    <a:pt x="540" y="0"/>
                  </a:lnTo>
                  <a:close/>
                </a:path>
              </a:pathLst>
            </a:custGeom>
            <a:solidFill>
              <a:schemeClr val="tx1"/>
            </a:solidFill>
            <a:ln w="9360">
              <a:solidFill>
                <a:schemeClr val="tx1"/>
              </a:solidFill>
              <a:round/>
            </a:ln>
          </p:spPr>
          <p:style>
            <a:lnRef idx="0">
              <a:scrgbClr r="0" g="0" b="0"/>
            </a:lnRef>
            <a:fillRef idx="0">
              <a:scrgbClr r="0" g="0" b="0"/>
            </a:fillRef>
            <a:effectRef idx="0">
              <a:scrgbClr r="0" g="0" b="0"/>
            </a:effectRef>
            <a:fontRef idx="minor"/>
          </p:style>
        </p:sp>
        <p:pic>
          <p:nvPicPr>
            <p:cNvPr id="1991" name="Picture 1068" descr="screen"/>
            <p:cNvPicPr/>
            <p:nvPr/>
          </p:nvPicPr>
          <p:blipFill>
            <a:blip r:embed="rId19"/>
            <a:stretch/>
          </p:blipFill>
          <p:spPr>
            <a:xfrm>
              <a:off x="7039080" y="5585400"/>
              <a:ext cx="283320" cy="189000"/>
            </a:xfrm>
            <a:prstGeom prst="rect">
              <a:avLst/>
            </a:prstGeom>
            <a:ln>
              <a:noFill/>
            </a:ln>
          </p:spPr>
        </p:pic>
        <p:sp>
          <p:nvSpPr>
            <p:cNvPr id="1992" name="CustomShape 158"/>
            <p:cNvSpPr/>
            <p:nvPr/>
          </p:nvSpPr>
          <p:spPr>
            <a:xfrm>
              <a:off x="7080480" y="5573880"/>
              <a:ext cx="264240" cy="38520"/>
            </a:xfrm>
            <a:custGeom>
              <a:avLst/>
              <a:gdLst/>
              <a:ahLst/>
              <a:cxnLst/>
              <a:rect l="l" t="t" r="r" b="b"/>
              <a:pathLst>
                <a:path w="2528" h="455">
                  <a:moveTo>
                    <a:pt x="14" y="0"/>
                  </a:moveTo>
                  <a:lnTo>
                    <a:pt x="2528" y="341"/>
                  </a:lnTo>
                  <a:lnTo>
                    <a:pt x="2480" y="455"/>
                  </a:lnTo>
                  <a:lnTo>
                    <a:pt x="0" y="86"/>
                  </a:lnTo>
                  <a:lnTo>
                    <a:pt x="14" y="0"/>
                  </a:lnTo>
                  <a:close/>
                </a:path>
              </a:pathLst>
            </a:custGeom>
            <a:gradFill rotWithShape="0">
              <a:gsLst>
                <a:gs pos="0">
                  <a:srgbClr val="000099"/>
                </a:gs>
                <a:gs pos="100000">
                  <a:srgbClr val="EAEAEA"/>
                </a:gs>
              </a:gsLst>
              <a:lin ang="0"/>
            </a:gradFill>
            <a:ln>
              <a:noFill/>
            </a:ln>
          </p:spPr>
          <p:style>
            <a:lnRef idx="0">
              <a:scrgbClr r="0" g="0" b="0"/>
            </a:lnRef>
            <a:fillRef idx="0">
              <a:scrgbClr r="0" g="0" b="0"/>
            </a:fillRef>
            <a:effectRef idx="0">
              <a:scrgbClr r="0" g="0" b="0"/>
            </a:effectRef>
            <a:fontRef idx="minor"/>
          </p:style>
        </p:sp>
        <p:sp>
          <p:nvSpPr>
            <p:cNvPr id="1993" name="CustomShape 159"/>
            <p:cNvSpPr/>
            <p:nvPr/>
          </p:nvSpPr>
          <p:spPr>
            <a:xfrm>
              <a:off x="7020720" y="5573520"/>
              <a:ext cx="73080" cy="160920"/>
            </a:xfrm>
            <a:custGeom>
              <a:avLst/>
              <a:gdLst/>
              <a:ahLst/>
              <a:cxnLst/>
              <a:rect l="l" t="t" r="r" b="b"/>
              <a:pathLst>
                <a:path w="702" h="1893">
                  <a:moveTo>
                    <a:pt x="579" y="0"/>
                  </a:moveTo>
                  <a:lnTo>
                    <a:pt x="0" y="1869"/>
                  </a:lnTo>
                  <a:lnTo>
                    <a:pt x="114" y="1893"/>
                  </a:lnTo>
                  <a:lnTo>
                    <a:pt x="702" y="51"/>
                  </a:lnTo>
                  <a:lnTo>
                    <a:pt x="579"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1994" name="CustomShape 160"/>
            <p:cNvSpPr/>
            <p:nvPr/>
          </p:nvSpPr>
          <p:spPr>
            <a:xfrm>
              <a:off x="7264080" y="5602320"/>
              <a:ext cx="78840" cy="185760"/>
            </a:xfrm>
            <a:custGeom>
              <a:avLst/>
              <a:gdLst/>
              <a:ahLst/>
              <a:cxnLst/>
              <a:rect l="l" t="t" r="r" b="b"/>
              <a:pathLst>
                <a:path w="756" h="2184">
                  <a:moveTo>
                    <a:pt x="756" y="0"/>
                  </a:moveTo>
                  <a:lnTo>
                    <a:pt x="138" y="2184"/>
                  </a:lnTo>
                  <a:lnTo>
                    <a:pt x="0" y="2148"/>
                  </a:lnTo>
                  <a:lnTo>
                    <a:pt x="606" y="78"/>
                  </a:lnTo>
                  <a:lnTo>
                    <a:pt x="756" y="0"/>
                  </a:lnTo>
                  <a:close/>
                </a:path>
              </a:pathLst>
            </a:custGeom>
            <a:gradFill rotWithShape="0">
              <a:gsLst>
                <a:gs pos="0">
                  <a:srgbClr val="DDDDDD"/>
                </a:gs>
                <a:gs pos="100000">
                  <a:srgbClr val="FFFFFF"/>
                </a:gs>
              </a:gsLst>
              <a:lin ang="5400000"/>
            </a:gradFill>
            <a:ln>
              <a:noFill/>
            </a:ln>
          </p:spPr>
          <p:style>
            <a:lnRef idx="0">
              <a:scrgbClr r="0" g="0" b="0"/>
            </a:lnRef>
            <a:fillRef idx="0">
              <a:scrgbClr r="0" g="0" b="0"/>
            </a:fillRef>
            <a:effectRef idx="0">
              <a:scrgbClr r="0" g="0" b="0"/>
            </a:effectRef>
            <a:fontRef idx="minor"/>
          </p:style>
        </p:sp>
        <p:sp>
          <p:nvSpPr>
            <p:cNvPr id="1995" name="CustomShape 161"/>
            <p:cNvSpPr/>
            <p:nvPr/>
          </p:nvSpPr>
          <p:spPr>
            <a:xfrm>
              <a:off x="7020000" y="5726520"/>
              <a:ext cx="289800" cy="62640"/>
            </a:xfrm>
            <a:custGeom>
              <a:avLst/>
              <a:gdLst/>
              <a:ahLst/>
              <a:cxnLst/>
              <a:rect l="l" t="t" r="r" b="b"/>
              <a:pathLst>
                <a:path w="2773" h="738">
                  <a:moveTo>
                    <a:pt x="33" y="0"/>
                  </a:moveTo>
                  <a:lnTo>
                    <a:pt x="0" y="99"/>
                  </a:lnTo>
                  <a:lnTo>
                    <a:pt x="2436" y="738"/>
                  </a:lnTo>
                  <a:cubicBezTo>
                    <a:pt x="2499" y="501"/>
                    <a:pt x="2773" y="727"/>
                    <a:pt x="2373" y="603"/>
                  </a:cubicBezTo>
                  <a:lnTo>
                    <a:pt x="33" y="0"/>
                  </a:lnTo>
                  <a:close/>
                </a:path>
              </a:pathLst>
            </a:custGeom>
            <a:gradFill rotWithShape="0">
              <a:gsLst>
                <a:gs pos="0">
                  <a:srgbClr val="0000CC"/>
                </a:gs>
                <a:gs pos="100000">
                  <a:srgbClr val="FFFFFF"/>
                </a:gs>
              </a:gsLst>
              <a:lin ang="0"/>
            </a:gradFill>
            <a:ln>
              <a:noFill/>
            </a:ln>
          </p:spPr>
          <p:style>
            <a:lnRef idx="0">
              <a:scrgbClr r="0" g="0" b="0"/>
            </a:lnRef>
            <a:fillRef idx="0">
              <a:scrgbClr r="0" g="0" b="0"/>
            </a:fillRef>
            <a:effectRef idx="0">
              <a:scrgbClr r="0" g="0" b="0"/>
            </a:effectRef>
            <a:fontRef idx="minor"/>
          </p:style>
        </p:sp>
        <p:sp>
          <p:nvSpPr>
            <p:cNvPr id="1996" name="CustomShape 162"/>
            <p:cNvSpPr/>
            <p:nvPr/>
          </p:nvSpPr>
          <p:spPr>
            <a:xfrm>
              <a:off x="7272720" y="5604120"/>
              <a:ext cx="73800" cy="186480"/>
            </a:xfrm>
            <a:custGeom>
              <a:avLst/>
              <a:gdLst/>
              <a:ahLst/>
              <a:cxnLst/>
              <a:rect l="l" t="t" r="r" b="b"/>
              <a:pathLst>
                <a:path w="637" h="1659">
                  <a:moveTo>
                    <a:pt x="615" y="0"/>
                  </a:moveTo>
                  <a:lnTo>
                    <a:pt x="637" y="0"/>
                  </a:lnTo>
                  <a:lnTo>
                    <a:pt x="68" y="1659"/>
                  </a:lnTo>
                  <a:lnTo>
                    <a:pt x="0" y="1647"/>
                  </a:lnTo>
                  <a:lnTo>
                    <a:pt x="615" y="0"/>
                  </a:lnTo>
                  <a:close/>
                </a:path>
              </a:pathLst>
            </a:custGeom>
            <a:solidFill>
              <a:srgbClr val="4D4D4D"/>
            </a:solidFill>
            <a:ln>
              <a:noFill/>
            </a:ln>
          </p:spPr>
          <p:style>
            <a:lnRef idx="0">
              <a:scrgbClr r="0" g="0" b="0"/>
            </a:lnRef>
            <a:fillRef idx="0">
              <a:scrgbClr r="0" g="0" b="0"/>
            </a:fillRef>
            <a:effectRef idx="0">
              <a:scrgbClr r="0" g="0" b="0"/>
            </a:effectRef>
            <a:fontRef idx="minor"/>
          </p:style>
        </p:sp>
        <p:sp>
          <p:nvSpPr>
            <p:cNvPr id="1997" name="CustomShape 163"/>
            <p:cNvSpPr/>
            <p:nvPr/>
          </p:nvSpPr>
          <p:spPr>
            <a:xfrm>
              <a:off x="7020360" y="5735160"/>
              <a:ext cx="257760" cy="61560"/>
            </a:xfrm>
            <a:custGeom>
              <a:avLst/>
              <a:gdLst/>
              <a:ahLst/>
              <a:cxnLst/>
              <a:rect l="l" t="t" r="r" b="b"/>
              <a:pathLst>
                <a:path w="2216" h="550">
                  <a:moveTo>
                    <a:pt x="0" y="0"/>
                  </a:moveTo>
                  <a:lnTo>
                    <a:pt x="9" y="57"/>
                  </a:lnTo>
                  <a:lnTo>
                    <a:pt x="2164" y="550"/>
                  </a:lnTo>
                  <a:lnTo>
                    <a:pt x="2216" y="496"/>
                  </a:lnTo>
                  <a:lnTo>
                    <a:pt x="0" y="0"/>
                  </a:lnTo>
                  <a:close/>
                </a:path>
              </a:pathLst>
            </a:custGeom>
            <a:gradFill rotWithShape="0">
              <a:gsLst>
                <a:gs pos="0">
                  <a:srgbClr val="00009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1998" name="Group 164"/>
            <p:cNvGrpSpPr/>
            <p:nvPr/>
          </p:nvGrpSpPr>
          <p:grpSpPr>
            <a:xfrm>
              <a:off x="7016040" y="5801400"/>
              <a:ext cx="87120" cy="36360"/>
              <a:chOff x="7016040" y="5801400"/>
              <a:chExt cx="87120" cy="36360"/>
            </a:xfrm>
          </p:grpSpPr>
          <p:sp>
            <p:nvSpPr>
              <p:cNvPr id="1999" name="CustomShape 165"/>
              <p:cNvSpPr/>
              <p:nvPr/>
            </p:nvSpPr>
            <p:spPr>
              <a:xfrm>
                <a:off x="7016040" y="5801400"/>
                <a:ext cx="87120" cy="36360"/>
              </a:xfrm>
              <a:custGeom>
                <a:avLst/>
                <a:gdLst/>
                <a:ahLst/>
                <a:cxnLst/>
                <a:rect l="l" t="t" r="r" b="b"/>
                <a:pathLst>
                  <a:path w="752" h="327">
                    <a:moveTo>
                      <a:pt x="293" y="0"/>
                    </a:moveTo>
                    <a:lnTo>
                      <a:pt x="752" y="124"/>
                    </a:lnTo>
                    <a:lnTo>
                      <a:pt x="470" y="327"/>
                    </a:lnTo>
                    <a:lnTo>
                      <a:pt x="0" y="183"/>
                    </a:lnTo>
                    <a:lnTo>
                      <a:pt x="293"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00" name="CustomShape 166"/>
              <p:cNvSpPr/>
              <p:nvPr/>
            </p:nvSpPr>
            <p:spPr>
              <a:xfrm>
                <a:off x="7017840" y="5802120"/>
                <a:ext cx="84240" cy="34560"/>
              </a:xfrm>
              <a:custGeom>
                <a:avLst/>
                <a:gdLst/>
                <a:ahLst/>
                <a:cxnLst/>
                <a:rect l="l" t="t" r="r" b="b"/>
                <a:pathLst>
                  <a:path w="726" h="311">
                    <a:moveTo>
                      <a:pt x="282" y="0"/>
                    </a:moveTo>
                    <a:lnTo>
                      <a:pt x="726" y="119"/>
                    </a:lnTo>
                    <a:lnTo>
                      <a:pt x="457" y="311"/>
                    </a:lnTo>
                    <a:lnTo>
                      <a:pt x="0" y="173"/>
                    </a:lnTo>
                    <a:lnTo>
                      <a:pt x="282" y="0"/>
                    </a:lnTo>
                    <a:close/>
                  </a:path>
                </a:pathLst>
              </a:custGeom>
              <a:gradFill rotWithShape="0">
                <a:gsLst>
                  <a:gs pos="0">
                    <a:srgbClr val="4D4D4D"/>
                  </a:gs>
                  <a:gs pos="100000">
                    <a:srgbClr val="DDDDDD"/>
                  </a:gs>
                </a:gsLst>
                <a:lin ang="18900000"/>
              </a:gradFill>
              <a:ln>
                <a:noFill/>
              </a:ln>
            </p:spPr>
            <p:style>
              <a:lnRef idx="0">
                <a:scrgbClr r="0" g="0" b="0"/>
              </a:lnRef>
              <a:fillRef idx="0">
                <a:scrgbClr r="0" g="0" b="0"/>
              </a:fillRef>
              <a:effectRef idx="0">
                <a:scrgbClr r="0" g="0" b="0"/>
              </a:effectRef>
              <a:fontRef idx="minor"/>
            </p:style>
          </p:sp>
          <p:sp>
            <p:nvSpPr>
              <p:cNvPr id="2001" name="CustomShape 167"/>
              <p:cNvSpPr/>
              <p:nvPr/>
            </p:nvSpPr>
            <p:spPr>
              <a:xfrm>
                <a:off x="7023960" y="5815800"/>
                <a:ext cx="29520" cy="10800"/>
              </a:xfrm>
              <a:custGeom>
                <a:avLst/>
                <a:gdLst/>
                <a:ahLst/>
                <a:cxnLst/>
                <a:rect l="l" t="t" r="r" b="b"/>
                <a:pathLst>
                  <a:path w="258" h="100">
                    <a:moveTo>
                      <a:pt x="0" y="44"/>
                    </a:moveTo>
                    <a:lnTo>
                      <a:pt x="75" y="0"/>
                    </a:lnTo>
                    <a:lnTo>
                      <a:pt x="258" y="50"/>
                    </a:lnTo>
                    <a:lnTo>
                      <a:pt x="183" y="100"/>
                    </a:lnTo>
                    <a:lnTo>
                      <a:pt x="0" y="44"/>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2002" name="CustomShape 168"/>
              <p:cNvSpPr/>
              <p:nvPr/>
            </p:nvSpPr>
            <p:spPr>
              <a:xfrm>
                <a:off x="7022880" y="5820840"/>
                <a:ext cx="22320" cy="684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03" name="CustomShape 169"/>
              <p:cNvSpPr/>
              <p:nvPr/>
            </p:nvSpPr>
            <p:spPr>
              <a:xfrm>
                <a:off x="7048800" y="5823000"/>
                <a:ext cx="29520" cy="11160"/>
              </a:xfrm>
              <a:custGeom>
                <a:avLst/>
                <a:gdLst/>
                <a:ahLst/>
                <a:cxnLst/>
                <a:rect l="l" t="t" r="r" b="b"/>
                <a:pathLst>
                  <a:path w="258" h="102">
                    <a:moveTo>
                      <a:pt x="0" y="46"/>
                    </a:moveTo>
                    <a:lnTo>
                      <a:pt x="71" y="0"/>
                    </a:lnTo>
                    <a:lnTo>
                      <a:pt x="258" y="52"/>
                    </a:lnTo>
                    <a:lnTo>
                      <a:pt x="183" y="102"/>
                    </a:lnTo>
                    <a:lnTo>
                      <a:pt x="0" y="46"/>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2004" name="CustomShape 170"/>
              <p:cNvSpPr/>
              <p:nvPr/>
            </p:nvSpPr>
            <p:spPr>
              <a:xfrm>
                <a:off x="7047720" y="5828400"/>
                <a:ext cx="22320" cy="684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grpSp>
        <p:sp>
          <p:nvSpPr>
            <p:cNvPr id="2005" name="CustomShape 171"/>
            <p:cNvSpPr/>
            <p:nvPr/>
          </p:nvSpPr>
          <p:spPr>
            <a:xfrm>
              <a:off x="7166160" y="5806800"/>
              <a:ext cx="105840" cy="80640"/>
            </a:xfrm>
            <a:custGeom>
              <a:avLst/>
              <a:gdLst/>
              <a:ahLst/>
              <a:cxnLst/>
              <a:rect l="l" t="t" r="r" b="b"/>
              <a:pathLst>
                <a:path w="990" h="792">
                  <a:moveTo>
                    <a:pt x="3" y="738"/>
                  </a:moveTo>
                  <a:lnTo>
                    <a:pt x="990" y="0"/>
                  </a:lnTo>
                  <a:lnTo>
                    <a:pt x="987" y="60"/>
                  </a:lnTo>
                  <a:lnTo>
                    <a:pt x="0" y="792"/>
                  </a:lnTo>
                  <a:lnTo>
                    <a:pt x="3" y="738"/>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06" name="CustomShape 172"/>
            <p:cNvSpPr/>
            <p:nvPr/>
          </p:nvSpPr>
          <p:spPr>
            <a:xfrm>
              <a:off x="6895440" y="5813280"/>
              <a:ext cx="271080" cy="7344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07" name="CustomShape 173"/>
            <p:cNvSpPr/>
            <p:nvPr/>
          </p:nvSpPr>
          <p:spPr>
            <a:xfrm>
              <a:off x="6895440" y="5799600"/>
              <a:ext cx="2520" cy="14760"/>
            </a:xfrm>
            <a:custGeom>
              <a:avLst/>
              <a:gdLst/>
              <a:ahLst/>
              <a:cxnLst/>
              <a:rect l="l" t="t" r="r" b="b"/>
              <a:pathLst>
                <a:path w="26" h="147">
                  <a:moveTo>
                    <a:pt x="26" y="10"/>
                  </a:moveTo>
                  <a:lnTo>
                    <a:pt x="23" y="147"/>
                  </a:lnTo>
                  <a:lnTo>
                    <a:pt x="0" y="144"/>
                  </a:lnTo>
                  <a:lnTo>
                    <a:pt x="3" y="0"/>
                  </a:lnTo>
                  <a:lnTo>
                    <a:pt x="26" y="1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08" name="CustomShape 174"/>
            <p:cNvSpPr/>
            <p:nvPr/>
          </p:nvSpPr>
          <p:spPr>
            <a:xfrm>
              <a:off x="6895440" y="5738760"/>
              <a:ext cx="125640" cy="61560"/>
            </a:xfrm>
            <a:custGeom>
              <a:avLst/>
              <a:gdLst/>
              <a:ahLst/>
              <a:cxnLst/>
              <a:rect l="l" t="t" r="r" b="b"/>
              <a:pathLst>
                <a:path w="1176" h="606">
                  <a:moveTo>
                    <a:pt x="1170" y="0"/>
                  </a:moveTo>
                  <a:lnTo>
                    <a:pt x="0" y="597"/>
                  </a:lnTo>
                  <a:lnTo>
                    <a:pt x="30" y="606"/>
                  </a:lnTo>
                  <a:lnTo>
                    <a:pt x="1176" y="18"/>
                  </a:lnTo>
                  <a:lnTo>
                    <a:pt x="1170"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09" name="CustomShape 175"/>
            <p:cNvSpPr/>
            <p:nvPr/>
          </p:nvSpPr>
          <p:spPr>
            <a:xfrm>
              <a:off x="6904080" y="5802840"/>
              <a:ext cx="257040" cy="7056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10" name="CustomShape 176"/>
            <p:cNvSpPr/>
            <p:nvPr/>
          </p:nvSpPr>
          <p:spPr>
            <a:xfrm flipV="1">
              <a:off x="7161120" y="5797080"/>
              <a:ext cx="104760" cy="7308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grpSp>
      <p:pic>
        <p:nvPicPr>
          <p:cNvPr id="2011" name="Picture 1115" descr="antenna_stylized"/>
          <p:cNvPicPr/>
          <p:nvPr/>
        </p:nvPicPr>
        <p:blipFill>
          <a:blip r:embed="rId20"/>
          <a:stretch/>
        </p:blipFill>
        <p:spPr>
          <a:xfrm>
            <a:off x="5497560" y="3105000"/>
            <a:ext cx="347400" cy="167760"/>
          </a:xfrm>
          <a:prstGeom prst="rect">
            <a:avLst/>
          </a:prstGeom>
          <a:ln>
            <a:noFill/>
          </a:ln>
        </p:spPr>
      </p:pic>
      <p:pic>
        <p:nvPicPr>
          <p:cNvPr id="2012" name="Picture 1116" descr="laptop_keyboard"/>
          <p:cNvPicPr/>
          <p:nvPr/>
        </p:nvPicPr>
        <p:blipFill>
          <a:blip r:embed="rId21"/>
          <a:stretch/>
        </p:blipFill>
        <p:spPr>
          <a:xfrm rot="109200" flipH="1">
            <a:off x="5513400" y="3292560"/>
            <a:ext cx="286920" cy="118800"/>
          </a:xfrm>
          <a:prstGeom prst="rect">
            <a:avLst/>
          </a:prstGeom>
          <a:ln>
            <a:noFill/>
          </a:ln>
        </p:spPr>
      </p:pic>
      <p:sp>
        <p:nvSpPr>
          <p:cNvPr id="2013" name="CustomShape 177"/>
          <p:cNvSpPr/>
          <p:nvPr/>
        </p:nvSpPr>
        <p:spPr>
          <a:xfrm>
            <a:off x="5608800" y="3176640"/>
            <a:ext cx="231480" cy="155160"/>
          </a:xfrm>
          <a:custGeom>
            <a:avLst/>
            <a:gdLst/>
            <a:ahLst/>
            <a:cxnLst/>
            <a:rect l="l" t="t" r="r" b="b"/>
            <a:pathLst>
              <a:path w="2982" h="2442">
                <a:moveTo>
                  <a:pt x="540" y="0"/>
                </a:moveTo>
                <a:lnTo>
                  <a:pt x="0" y="1734"/>
                </a:lnTo>
                <a:lnTo>
                  <a:pt x="2394" y="2442"/>
                </a:lnTo>
                <a:lnTo>
                  <a:pt x="2982" y="318"/>
                </a:lnTo>
                <a:lnTo>
                  <a:pt x="540" y="0"/>
                </a:lnTo>
                <a:close/>
              </a:path>
            </a:pathLst>
          </a:custGeom>
          <a:solidFill>
            <a:schemeClr val="tx1"/>
          </a:solidFill>
          <a:ln w="9360">
            <a:solidFill>
              <a:schemeClr val="tx1"/>
            </a:solidFill>
            <a:round/>
          </a:ln>
        </p:spPr>
        <p:style>
          <a:lnRef idx="0">
            <a:scrgbClr r="0" g="0" b="0"/>
          </a:lnRef>
          <a:fillRef idx="0">
            <a:scrgbClr r="0" g="0" b="0"/>
          </a:fillRef>
          <a:effectRef idx="0">
            <a:scrgbClr r="0" g="0" b="0"/>
          </a:effectRef>
          <a:fontRef idx="minor"/>
        </p:style>
      </p:sp>
      <p:pic>
        <p:nvPicPr>
          <p:cNvPr id="2014" name="Picture 1118" descr="screen"/>
          <p:cNvPicPr/>
          <p:nvPr/>
        </p:nvPicPr>
        <p:blipFill>
          <a:blip r:embed="rId22"/>
          <a:stretch/>
        </p:blipFill>
        <p:spPr>
          <a:xfrm>
            <a:off x="5619600" y="3179880"/>
            <a:ext cx="209160" cy="140760"/>
          </a:xfrm>
          <a:prstGeom prst="rect">
            <a:avLst/>
          </a:prstGeom>
          <a:ln>
            <a:noFill/>
          </a:ln>
        </p:spPr>
      </p:pic>
      <p:sp>
        <p:nvSpPr>
          <p:cNvPr id="2015" name="CustomShape 178"/>
          <p:cNvSpPr/>
          <p:nvPr/>
        </p:nvSpPr>
        <p:spPr>
          <a:xfrm>
            <a:off x="5651640" y="3171960"/>
            <a:ext cx="194760" cy="28080"/>
          </a:xfrm>
          <a:custGeom>
            <a:avLst/>
            <a:gdLst/>
            <a:ahLst/>
            <a:cxnLst/>
            <a:rect l="l" t="t" r="r" b="b"/>
            <a:pathLst>
              <a:path w="2528" h="455">
                <a:moveTo>
                  <a:pt x="14" y="0"/>
                </a:moveTo>
                <a:lnTo>
                  <a:pt x="2528" y="341"/>
                </a:lnTo>
                <a:lnTo>
                  <a:pt x="2480" y="455"/>
                </a:lnTo>
                <a:lnTo>
                  <a:pt x="0" y="86"/>
                </a:lnTo>
                <a:lnTo>
                  <a:pt x="14" y="0"/>
                </a:lnTo>
                <a:close/>
              </a:path>
            </a:pathLst>
          </a:custGeom>
          <a:gradFill rotWithShape="0">
            <a:gsLst>
              <a:gs pos="0">
                <a:srgbClr val="000099"/>
              </a:gs>
              <a:gs pos="100000">
                <a:srgbClr val="EAEAEA"/>
              </a:gs>
            </a:gsLst>
            <a:lin ang="0"/>
          </a:gradFill>
          <a:ln>
            <a:noFill/>
          </a:ln>
        </p:spPr>
        <p:style>
          <a:lnRef idx="0">
            <a:scrgbClr r="0" g="0" b="0"/>
          </a:lnRef>
          <a:fillRef idx="0">
            <a:scrgbClr r="0" g="0" b="0"/>
          </a:fillRef>
          <a:effectRef idx="0">
            <a:scrgbClr r="0" g="0" b="0"/>
          </a:effectRef>
          <a:fontRef idx="minor"/>
        </p:style>
      </p:sp>
      <p:sp>
        <p:nvSpPr>
          <p:cNvPr id="2016" name="CustomShape 179"/>
          <p:cNvSpPr/>
          <p:nvPr/>
        </p:nvSpPr>
        <p:spPr>
          <a:xfrm>
            <a:off x="5607000" y="3170160"/>
            <a:ext cx="53640" cy="122040"/>
          </a:xfrm>
          <a:custGeom>
            <a:avLst/>
            <a:gdLst/>
            <a:ahLst/>
            <a:cxnLst/>
            <a:rect l="l" t="t" r="r" b="b"/>
            <a:pathLst>
              <a:path w="702" h="1893">
                <a:moveTo>
                  <a:pt x="579" y="0"/>
                </a:moveTo>
                <a:lnTo>
                  <a:pt x="0" y="1869"/>
                </a:lnTo>
                <a:lnTo>
                  <a:pt x="114" y="1893"/>
                </a:lnTo>
                <a:lnTo>
                  <a:pt x="702" y="51"/>
                </a:lnTo>
                <a:lnTo>
                  <a:pt x="579"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17" name="CustomShape 180"/>
          <p:cNvSpPr/>
          <p:nvPr/>
        </p:nvSpPr>
        <p:spPr>
          <a:xfrm>
            <a:off x="5786280" y="3192480"/>
            <a:ext cx="58320" cy="139320"/>
          </a:xfrm>
          <a:custGeom>
            <a:avLst/>
            <a:gdLst/>
            <a:ahLst/>
            <a:cxnLst/>
            <a:rect l="l" t="t" r="r" b="b"/>
            <a:pathLst>
              <a:path w="756" h="2184">
                <a:moveTo>
                  <a:pt x="756" y="0"/>
                </a:moveTo>
                <a:lnTo>
                  <a:pt x="138" y="2184"/>
                </a:lnTo>
                <a:lnTo>
                  <a:pt x="0" y="2148"/>
                </a:lnTo>
                <a:lnTo>
                  <a:pt x="606" y="78"/>
                </a:lnTo>
                <a:lnTo>
                  <a:pt x="756" y="0"/>
                </a:lnTo>
                <a:close/>
              </a:path>
            </a:pathLst>
          </a:custGeom>
          <a:gradFill rotWithShape="0">
            <a:gsLst>
              <a:gs pos="0">
                <a:srgbClr val="DDDDDD"/>
              </a:gs>
              <a:gs pos="100000">
                <a:srgbClr val="FFFFFF"/>
              </a:gs>
            </a:gsLst>
            <a:lin ang="5400000"/>
          </a:gradFill>
          <a:ln>
            <a:noFill/>
          </a:ln>
        </p:spPr>
        <p:style>
          <a:lnRef idx="0">
            <a:scrgbClr r="0" g="0" b="0"/>
          </a:lnRef>
          <a:fillRef idx="0">
            <a:scrgbClr r="0" g="0" b="0"/>
          </a:fillRef>
          <a:effectRef idx="0">
            <a:scrgbClr r="0" g="0" b="0"/>
          </a:effectRef>
          <a:fontRef idx="minor"/>
        </p:style>
      </p:sp>
      <p:sp>
        <p:nvSpPr>
          <p:cNvPr id="2018" name="CustomShape 181"/>
          <p:cNvSpPr/>
          <p:nvPr/>
        </p:nvSpPr>
        <p:spPr>
          <a:xfrm>
            <a:off x="5605560" y="3286080"/>
            <a:ext cx="215640" cy="45720"/>
          </a:xfrm>
          <a:custGeom>
            <a:avLst/>
            <a:gdLst/>
            <a:ahLst/>
            <a:cxnLst/>
            <a:rect l="l" t="t" r="r" b="b"/>
            <a:pathLst>
              <a:path w="2773" h="738">
                <a:moveTo>
                  <a:pt x="33" y="0"/>
                </a:moveTo>
                <a:lnTo>
                  <a:pt x="0" y="99"/>
                </a:lnTo>
                <a:lnTo>
                  <a:pt x="2436" y="738"/>
                </a:lnTo>
                <a:cubicBezTo>
                  <a:pt x="2499" y="501"/>
                  <a:pt x="2773" y="727"/>
                  <a:pt x="2373" y="603"/>
                </a:cubicBezTo>
                <a:lnTo>
                  <a:pt x="33" y="0"/>
                </a:lnTo>
                <a:close/>
              </a:path>
            </a:pathLst>
          </a:custGeom>
          <a:gradFill rotWithShape="0">
            <a:gsLst>
              <a:gs pos="0">
                <a:srgbClr val="0000CC"/>
              </a:gs>
              <a:gs pos="100000">
                <a:srgbClr val="FFFFFF"/>
              </a:gs>
            </a:gsLst>
            <a:lin ang="0"/>
          </a:gradFill>
          <a:ln>
            <a:noFill/>
          </a:ln>
        </p:spPr>
        <p:style>
          <a:lnRef idx="0">
            <a:scrgbClr r="0" g="0" b="0"/>
          </a:lnRef>
          <a:fillRef idx="0">
            <a:scrgbClr r="0" g="0" b="0"/>
          </a:fillRef>
          <a:effectRef idx="0">
            <a:scrgbClr r="0" g="0" b="0"/>
          </a:effectRef>
          <a:fontRef idx="minor"/>
        </p:style>
      </p:sp>
      <p:sp>
        <p:nvSpPr>
          <p:cNvPr id="2019" name="CustomShape 182"/>
          <p:cNvSpPr/>
          <p:nvPr/>
        </p:nvSpPr>
        <p:spPr>
          <a:xfrm>
            <a:off x="5792760" y="3193920"/>
            <a:ext cx="55080" cy="139320"/>
          </a:xfrm>
          <a:custGeom>
            <a:avLst/>
            <a:gdLst/>
            <a:ahLst/>
            <a:cxnLst/>
            <a:rect l="l" t="t" r="r" b="b"/>
            <a:pathLst>
              <a:path w="637" h="1659">
                <a:moveTo>
                  <a:pt x="615" y="0"/>
                </a:moveTo>
                <a:lnTo>
                  <a:pt x="637" y="0"/>
                </a:lnTo>
                <a:lnTo>
                  <a:pt x="68" y="1659"/>
                </a:lnTo>
                <a:lnTo>
                  <a:pt x="0" y="1647"/>
                </a:lnTo>
                <a:lnTo>
                  <a:pt x="615" y="0"/>
                </a:lnTo>
                <a:close/>
              </a:path>
            </a:pathLst>
          </a:custGeom>
          <a:solidFill>
            <a:srgbClr val="4D4D4D"/>
          </a:solidFill>
          <a:ln>
            <a:noFill/>
          </a:ln>
        </p:spPr>
        <p:style>
          <a:lnRef idx="0">
            <a:scrgbClr r="0" g="0" b="0"/>
          </a:lnRef>
          <a:fillRef idx="0">
            <a:scrgbClr r="0" g="0" b="0"/>
          </a:fillRef>
          <a:effectRef idx="0">
            <a:scrgbClr r="0" g="0" b="0"/>
          </a:effectRef>
          <a:fontRef idx="minor"/>
        </p:style>
      </p:sp>
      <p:sp>
        <p:nvSpPr>
          <p:cNvPr id="2020" name="CustomShape 183"/>
          <p:cNvSpPr/>
          <p:nvPr/>
        </p:nvSpPr>
        <p:spPr>
          <a:xfrm>
            <a:off x="5607000" y="3292560"/>
            <a:ext cx="190080" cy="45720"/>
          </a:xfrm>
          <a:custGeom>
            <a:avLst/>
            <a:gdLst/>
            <a:ahLst/>
            <a:cxnLst/>
            <a:rect l="l" t="t" r="r" b="b"/>
            <a:pathLst>
              <a:path w="2216" h="550">
                <a:moveTo>
                  <a:pt x="0" y="0"/>
                </a:moveTo>
                <a:lnTo>
                  <a:pt x="9" y="57"/>
                </a:lnTo>
                <a:lnTo>
                  <a:pt x="2164" y="550"/>
                </a:lnTo>
                <a:lnTo>
                  <a:pt x="2216" y="496"/>
                </a:lnTo>
                <a:lnTo>
                  <a:pt x="0" y="0"/>
                </a:lnTo>
                <a:close/>
              </a:path>
            </a:pathLst>
          </a:custGeom>
          <a:gradFill rotWithShape="0">
            <a:gsLst>
              <a:gs pos="0">
                <a:srgbClr val="00009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2021" name="Group 184"/>
          <p:cNvGrpSpPr/>
          <p:nvPr/>
        </p:nvGrpSpPr>
        <p:grpSpPr>
          <a:xfrm>
            <a:off x="5603760" y="3341520"/>
            <a:ext cx="63000" cy="26640"/>
            <a:chOff x="5603760" y="3341520"/>
            <a:chExt cx="63000" cy="26640"/>
          </a:xfrm>
        </p:grpSpPr>
        <p:sp>
          <p:nvSpPr>
            <p:cNvPr id="2022" name="CustomShape 185"/>
            <p:cNvSpPr/>
            <p:nvPr/>
          </p:nvSpPr>
          <p:spPr>
            <a:xfrm>
              <a:off x="5603760" y="3341520"/>
              <a:ext cx="63000" cy="26640"/>
            </a:xfrm>
            <a:custGeom>
              <a:avLst/>
              <a:gdLst/>
              <a:ahLst/>
              <a:cxnLst/>
              <a:rect l="l" t="t" r="r" b="b"/>
              <a:pathLst>
                <a:path w="752" h="327">
                  <a:moveTo>
                    <a:pt x="293" y="0"/>
                  </a:moveTo>
                  <a:lnTo>
                    <a:pt x="752" y="124"/>
                  </a:lnTo>
                  <a:lnTo>
                    <a:pt x="470" y="327"/>
                  </a:lnTo>
                  <a:lnTo>
                    <a:pt x="0" y="183"/>
                  </a:lnTo>
                  <a:lnTo>
                    <a:pt x="293"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23" name="CustomShape 186"/>
            <p:cNvSpPr/>
            <p:nvPr/>
          </p:nvSpPr>
          <p:spPr>
            <a:xfrm>
              <a:off x="5605200" y="3342240"/>
              <a:ext cx="60840" cy="25200"/>
            </a:xfrm>
            <a:custGeom>
              <a:avLst/>
              <a:gdLst/>
              <a:ahLst/>
              <a:cxnLst/>
              <a:rect l="l" t="t" r="r" b="b"/>
              <a:pathLst>
                <a:path w="726" h="311">
                  <a:moveTo>
                    <a:pt x="282" y="0"/>
                  </a:moveTo>
                  <a:lnTo>
                    <a:pt x="726" y="119"/>
                  </a:lnTo>
                  <a:lnTo>
                    <a:pt x="457" y="311"/>
                  </a:lnTo>
                  <a:lnTo>
                    <a:pt x="0" y="173"/>
                  </a:lnTo>
                  <a:lnTo>
                    <a:pt x="282" y="0"/>
                  </a:lnTo>
                  <a:close/>
                </a:path>
              </a:pathLst>
            </a:custGeom>
            <a:gradFill rotWithShape="0">
              <a:gsLst>
                <a:gs pos="0">
                  <a:srgbClr val="4D4D4D"/>
                </a:gs>
                <a:gs pos="100000">
                  <a:srgbClr val="DDDDDD"/>
                </a:gs>
              </a:gsLst>
              <a:lin ang="18900000"/>
            </a:gradFill>
            <a:ln>
              <a:noFill/>
            </a:ln>
          </p:spPr>
          <p:style>
            <a:lnRef idx="0">
              <a:scrgbClr r="0" g="0" b="0"/>
            </a:lnRef>
            <a:fillRef idx="0">
              <a:scrgbClr r="0" g="0" b="0"/>
            </a:fillRef>
            <a:effectRef idx="0">
              <a:scrgbClr r="0" g="0" b="0"/>
            </a:effectRef>
            <a:fontRef idx="minor"/>
          </p:style>
        </p:sp>
        <p:sp>
          <p:nvSpPr>
            <p:cNvPr id="2024" name="CustomShape 187"/>
            <p:cNvSpPr/>
            <p:nvPr/>
          </p:nvSpPr>
          <p:spPr>
            <a:xfrm>
              <a:off x="5609520" y="3352320"/>
              <a:ext cx="21600" cy="7920"/>
            </a:xfrm>
            <a:custGeom>
              <a:avLst/>
              <a:gdLst/>
              <a:ahLst/>
              <a:cxnLst/>
              <a:rect l="l" t="t" r="r" b="b"/>
              <a:pathLst>
                <a:path w="258" h="100">
                  <a:moveTo>
                    <a:pt x="0" y="44"/>
                  </a:moveTo>
                  <a:lnTo>
                    <a:pt x="75" y="0"/>
                  </a:lnTo>
                  <a:lnTo>
                    <a:pt x="258" y="50"/>
                  </a:lnTo>
                  <a:lnTo>
                    <a:pt x="183" y="100"/>
                  </a:lnTo>
                  <a:lnTo>
                    <a:pt x="0" y="44"/>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2025" name="CustomShape 188"/>
            <p:cNvSpPr/>
            <p:nvPr/>
          </p:nvSpPr>
          <p:spPr>
            <a:xfrm>
              <a:off x="5608800" y="3355920"/>
              <a:ext cx="16200" cy="468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26" name="CustomShape 189"/>
            <p:cNvSpPr/>
            <p:nvPr/>
          </p:nvSpPr>
          <p:spPr>
            <a:xfrm>
              <a:off x="5627520" y="3357360"/>
              <a:ext cx="21600" cy="7920"/>
            </a:xfrm>
            <a:custGeom>
              <a:avLst/>
              <a:gdLst/>
              <a:ahLst/>
              <a:cxnLst/>
              <a:rect l="l" t="t" r="r" b="b"/>
              <a:pathLst>
                <a:path w="258" h="102">
                  <a:moveTo>
                    <a:pt x="0" y="46"/>
                  </a:moveTo>
                  <a:lnTo>
                    <a:pt x="71" y="0"/>
                  </a:lnTo>
                  <a:lnTo>
                    <a:pt x="258" y="52"/>
                  </a:lnTo>
                  <a:lnTo>
                    <a:pt x="183" y="102"/>
                  </a:lnTo>
                  <a:lnTo>
                    <a:pt x="0" y="46"/>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2027" name="CustomShape 190"/>
            <p:cNvSpPr/>
            <p:nvPr/>
          </p:nvSpPr>
          <p:spPr>
            <a:xfrm>
              <a:off x="5626800" y="3361320"/>
              <a:ext cx="16200" cy="468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grpSp>
      <p:sp>
        <p:nvSpPr>
          <p:cNvPr id="2028" name="CustomShape 191"/>
          <p:cNvSpPr/>
          <p:nvPr/>
        </p:nvSpPr>
        <p:spPr>
          <a:xfrm>
            <a:off x="5713560" y="3344760"/>
            <a:ext cx="78840" cy="61560"/>
          </a:xfrm>
          <a:custGeom>
            <a:avLst/>
            <a:gdLst/>
            <a:ahLst/>
            <a:cxnLst/>
            <a:rect l="l" t="t" r="r" b="b"/>
            <a:pathLst>
              <a:path w="990" h="792">
                <a:moveTo>
                  <a:pt x="3" y="738"/>
                </a:moveTo>
                <a:lnTo>
                  <a:pt x="990" y="0"/>
                </a:lnTo>
                <a:lnTo>
                  <a:pt x="987" y="60"/>
                </a:lnTo>
                <a:lnTo>
                  <a:pt x="0" y="792"/>
                </a:lnTo>
                <a:lnTo>
                  <a:pt x="3" y="738"/>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29" name="CustomShape 192"/>
          <p:cNvSpPr/>
          <p:nvPr/>
        </p:nvSpPr>
        <p:spPr>
          <a:xfrm>
            <a:off x="5513400" y="3351240"/>
            <a:ext cx="201240" cy="5364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30" name="CustomShape 193"/>
          <p:cNvSpPr/>
          <p:nvPr/>
        </p:nvSpPr>
        <p:spPr>
          <a:xfrm>
            <a:off x="5513400" y="3340080"/>
            <a:ext cx="2880" cy="10800"/>
          </a:xfrm>
          <a:custGeom>
            <a:avLst/>
            <a:gdLst/>
            <a:ahLst/>
            <a:cxnLst/>
            <a:rect l="l" t="t" r="r" b="b"/>
            <a:pathLst>
              <a:path w="26" h="147">
                <a:moveTo>
                  <a:pt x="26" y="10"/>
                </a:moveTo>
                <a:lnTo>
                  <a:pt x="23" y="147"/>
                </a:lnTo>
                <a:lnTo>
                  <a:pt x="0" y="144"/>
                </a:lnTo>
                <a:lnTo>
                  <a:pt x="3" y="0"/>
                </a:lnTo>
                <a:lnTo>
                  <a:pt x="26" y="1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31" name="CustomShape 194"/>
          <p:cNvSpPr/>
          <p:nvPr/>
        </p:nvSpPr>
        <p:spPr>
          <a:xfrm>
            <a:off x="5514840" y="3294000"/>
            <a:ext cx="91800" cy="47160"/>
          </a:xfrm>
          <a:custGeom>
            <a:avLst/>
            <a:gdLst/>
            <a:ahLst/>
            <a:cxnLst/>
            <a:rect l="l" t="t" r="r" b="b"/>
            <a:pathLst>
              <a:path w="1176" h="606">
                <a:moveTo>
                  <a:pt x="1170" y="0"/>
                </a:moveTo>
                <a:lnTo>
                  <a:pt x="0" y="597"/>
                </a:lnTo>
                <a:lnTo>
                  <a:pt x="30" y="606"/>
                </a:lnTo>
                <a:lnTo>
                  <a:pt x="1176" y="18"/>
                </a:lnTo>
                <a:lnTo>
                  <a:pt x="1170"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32" name="CustomShape 195"/>
          <p:cNvSpPr/>
          <p:nvPr/>
        </p:nvSpPr>
        <p:spPr>
          <a:xfrm>
            <a:off x="5519880" y="3343320"/>
            <a:ext cx="190080" cy="5220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33" name="CustomShape 196"/>
          <p:cNvSpPr/>
          <p:nvPr/>
        </p:nvSpPr>
        <p:spPr>
          <a:xfrm flipV="1">
            <a:off x="5710320" y="3337920"/>
            <a:ext cx="77400" cy="5508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grpSp>
        <p:nvGrpSpPr>
          <p:cNvPr id="2034" name="Group 197"/>
          <p:cNvGrpSpPr/>
          <p:nvPr/>
        </p:nvGrpSpPr>
        <p:grpSpPr>
          <a:xfrm>
            <a:off x="5996160" y="3254400"/>
            <a:ext cx="358560" cy="340920"/>
            <a:chOff x="5996160" y="3254400"/>
            <a:chExt cx="358560" cy="340920"/>
          </a:xfrm>
        </p:grpSpPr>
        <p:pic>
          <p:nvPicPr>
            <p:cNvPr id="2035" name="Picture 1140" descr="desktop_computer_stylized_medium"/>
            <p:cNvPicPr/>
            <p:nvPr/>
          </p:nvPicPr>
          <p:blipFill>
            <a:blip r:embed="rId23"/>
            <a:stretch/>
          </p:blipFill>
          <p:spPr>
            <a:xfrm flipH="1">
              <a:off x="5996160" y="3254400"/>
              <a:ext cx="358560" cy="340920"/>
            </a:xfrm>
            <a:prstGeom prst="rect">
              <a:avLst/>
            </a:prstGeom>
            <a:ln>
              <a:noFill/>
            </a:ln>
          </p:spPr>
        </p:pic>
        <p:sp>
          <p:nvSpPr>
            <p:cNvPr id="2036" name="CustomShape 198"/>
            <p:cNvSpPr/>
            <p:nvPr/>
          </p:nvSpPr>
          <p:spPr>
            <a:xfrm flipH="1">
              <a:off x="6148440" y="3287160"/>
              <a:ext cx="168840" cy="15588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2037" name="Group 199"/>
          <p:cNvGrpSpPr/>
          <p:nvPr/>
        </p:nvGrpSpPr>
        <p:grpSpPr>
          <a:xfrm>
            <a:off x="7307280" y="5423040"/>
            <a:ext cx="474480" cy="413280"/>
            <a:chOff x="7307280" y="5423040"/>
            <a:chExt cx="474480" cy="413280"/>
          </a:xfrm>
        </p:grpSpPr>
        <p:pic>
          <p:nvPicPr>
            <p:cNvPr id="2038" name="Picture 1143" descr="antenna_stylized"/>
            <p:cNvPicPr/>
            <p:nvPr/>
          </p:nvPicPr>
          <p:blipFill>
            <a:blip r:embed="rId17"/>
            <a:stretch/>
          </p:blipFill>
          <p:spPr>
            <a:xfrm>
              <a:off x="7307280" y="5423040"/>
              <a:ext cx="470520" cy="223560"/>
            </a:xfrm>
            <a:prstGeom prst="rect">
              <a:avLst/>
            </a:prstGeom>
            <a:ln>
              <a:noFill/>
            </a:ln>
          </p:spPr>
        </p:pic>
        <p:pic>
          <p:nvPicPr>
            <p:cNvPr id="2039" name="Picture 1144" descr="laptop_keyboard"/>
            <p:cNvPicPr/>
            <p:nvPr/>
          </p:nvPicPr>
          <p:blipFill>
            <a:blip r:embed="rId18"/>
            <a:stretch/>
          </p:blipFill>
          <p:spPr>
            <a:xfrm rot="99600" flipH="1">
              <a:off x="7330680" y="5671440"/>
              <a:ext cx="387360" cy="159120"/>
            </a:xfrm>
            <a:prstGeom prst="rect">
              <a:avLst/>
            </a:prstGeom>
            <a:ln>
              <a:noFill/>
            </a:ln>
          </p:spPr>
        </p:pic>
        <p:sp>
          <p:nvSpPr>
            <p:cNvPr id="2040" name="CustomShape 200"/>
            <p:cNvSpPr/>
            <p:nvPr/>
          </p:nvSpPr>
          <p:spPr>
            <a:xfrm>
              <a:off x="7458480" y="5516640"/>
              <a:ext cx="311760" cy="207720"/>
            </a:xfrm>
            <a:custGeom>
              <a:avLst/>
              <a:gdLst/>
              <a:ahLst/>
              <a:cxnLst/>
              <a:rect l="l" t="t" r="r" b="b"/>
              <a:pathLst>
                <a:path w="2982" h="2442">
                  <a:moveTo>
                    <a:pt x="540" y="0"/>
                  </a:moveTo>
                  <a:lnTo>
                    <a:pt x="0" y="1734"/>
                  </a:lnTo>
                  <a:lnTo>
                    <a:pt x="2394" y="2442"/>
                  </a:lnTo>
                  <a:lnTo>
                    <a:pt x="2982" y="318"/>
                  </a:lnTo>
                  <a:lnTo>
                    <a:pt x="540" y="0"/>
                  </a:lnTo>
                  <a:close/>
                </a:path>
              </a:pathLst>
            </a:custGeom>
            <a:solidFill>
              <a:schemeClr val="tx1"/>
            </a:solidFill>
            <a:ln w="9360">
              <a:solidFill>
                <a:schemeClr val="tx1"/>
              </a:solidFill>
              <a:round/>
            </a:ln>
          </p:spPr>
          <p:style>
            <a:lnRef idx="0">
              <a:scrgbClr r="0" g="0" b="0"/>
            </a:lnRef>
            <a:fillRef idx="0">
              <a:scrgbClr r="0" g="0" b="0"/>
            </a:fillRef>
            <a:effectRef idx="0">
              <a:scrgbClr r="0" g="0" b="0"/>
            </a:effectRef>
            <a:fontRef idx="minor"/>
          </p:style>
        </p:sp>
        <p:pic>
          <p:nvPicPr>
            <p:cNvPr id="2041" name="Picture 1146" descr="screen"/>
            <p:cNvPicPr/>
            <p:nvPr/>
          </p:nvPicPr>
          <p:blipFill>
            <a:blip r:embed="rId19"/>
            <a:stretch/>
          </p:blipFill>
          <p:spPr>
            <a:xfrm>
              <a:off x="7473960" y="5522040"/>
              <a:ext cx="283320" cy="189000"/>
            </a:xfrm>
            <a:prstGeom prst="rect">
              <a:avLst/>
            </a:prstGeom>
            <a:ln>
              <a:noFill/>
            </a:ln>
          </p:spPr>
        </p:pic>
        <p:sp>
          <p:nvSpPr>
            <p:cNvPr id="2042" name="CustomShape 201"/>
            <p:cNvSpPr/>
            <p:nvPr/>
          </p:nvSpPr>
          <p:spPr>
            <a:xfrm>
              <a:off x="7515360" y="5510520"/>
              <a:ext cx="264240" cy="38520"/>
            </a:xfrm>
            <a:custGeom>
              <a:avLst/>
              <a:gdLst/>
              <a:ahLst/>
              <a:cxnLst/>
              <a:rect l="l" t="t" r="r" b="b"/>
              <a:pathLst>
                <a:path w="2528" h="455">
                  <a:moveTo>
                    <a:pt x="14" y="0"/>
                  </a:moveTo>
                  <a:lnTo>
                    <a:pt x="2528" y="341"/>
                  </a:lnTo>
                  <a:lnTo>
                    <a:pt x="2480" y="455"/>
                  </a:lnTo>
                  <a:lnTo>
                    <a:pt x="0" y="86"/>
                  </a:lnTo>
                  <a:lnTo>
                    <a:pt x="14" y="0"/>
                  </a:lnTo>
                  <a:close/>
                </a:path>
              </a:pathLst>
            </a:custGeom>
            <a:gradFill rotWithShape="0">
              <a:gsLst>
                <a:gs pos="0">
                  <a:srgbClr val="000099"/>
                </a:gs>
                <a:gs pos="100000">
                  <a:srgbClr val="EAEAEA"/>
                </a:gs>
              </a:gsLst>
              <a:lin ang="0"/>
            </a:gradFill>
            <a:ln>
              <a:noFill/>
            </a:ln>
          </p:spPr>
          <p:style>
            <a:lnRef idx="0">
              <a:scrgbClr r="0" g="0" b="0"/>
            </a:lnRef>
            <a:fillRef idx="0">
              <a:scrgbClr r="0" g="0" b="0"/>
            </a:fillRef>
            <a:effectRef idx="0">
              <a:scrgbClr r="0" g="0" b="0"/>
            </a:effectRef>
            <a:fontRef idx="minor"/>
          </p:style>
        </p:sp>
        <p:sp>
          <p:nvSpPr>
            <p:cNvPr id="2043" name="CustomShape 202"/>
            <p:cNvSpPr/>
            <p:nvPr/>
          </p:nvSpPr>
          <p:spPr>
            <a:xfrm>
              <a:off x="7455960" y="5510160"/>
              <a:ext cx="73080" cy="160920"/>
            </a:xfrm>
            <a:custGeom>
              <a:avLst/>
              <a:gdLst/>
              <a:ahLst/>
              <a:cxnLst/>
              <a:rect l="l" t="t" r="r" b="b"/>
              <a:pathLst>
                <a:path w="702" h="1893">
                  <a:moveTo>
                    <a:pt x="579" y="0"/>
                  </a:moveTo>
                  <a:lnTo>
                    <a:pt x="0" y="1869"/>
                  </a:lnTo>
                  <a:lnTo>
                    <a:pt x="114" y="1893"/>
                  </a:lnTo>
                  <a:lnTo>
                    <a:pt x="702" y="51"/>
                  </a:lnTo>
                  <a:lnTo>
                    <a:pt x="579"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44" name="CustomShape 203"/>
            <p:cNvSpPr/>
            <p:nvPr/>
          </p:nvSpPr>
          <p:spPr>
            <a:xfrm>
              <a:off x="7698960" y="5538960"/>
              <a:ext cx="78840" cy="185760"/>
            </a:xfrm>
            <a:custGeom>
              <a:avLst/>
              <a:gdLst/>
              <a:ahLst/>
              <a:cxnLst/>
              <a:rect l="l" t="t" r="r" b="b"/>
              <a:pathLst>
                <a:path w="756" h="2184">
                  <a:moveTo>
                    <a:pt x="756" y="0"/>
                  </a:moveTo>
                  <a:lnTo>
                    <a:pt x="138" y="2184"/>
                  </a:lnTo>
                  <a:lnTo>
                    <a:pt x="0" y="2148"/>
                  </a:lnTo>
                  <a:lnTo>
                    <a:pt x="606" y="78"/>
                  </a:lnTo>
                  <a:lnTo>
                    <a:pt x="756" y="0"/>
                  </a:lnTo>
                  <a:close/>
                </a:path>
              </a:pathLst>
            </a:custGeom>
            <a:gradFill rotWithShape="0">
              <a:gsLst>
                <a:gs pos="0">
                  <a:srgbClr val="DDDDDD"/>
                </a:gs>
                <a:gs pos="100000">
                  <a:srgbClr val="FFFFFF"/>
                </a:gs>
              </a:gsLst>
              <a:lin ang="5400000"/>
            </a:gradFill>
            <a:ln>
              <a:noFill/>
            </a:ln>
          </p:spPr>
          <p:style>
            <a:lnRef idx="0">
              <a:scrgbClr r="0" g="0" b="0"/>
            </a:lnRef>
            <a:fillRef idx="0">
              <a:scrgbClr r="0" g="0" b="0"/>
            </a:fillRef>
            <a:effectRef idx="0">
              <a:scrgbClr r="0" g="0" b="0"/>
            </a:effectRef>
            <a:fontRef idx="minor"/>
          </p:style>
        </p:sp>
        <p:sp>
          <p:nvSpPr>
            <p:cNvPr id="2045" name="CustomShape 204"/>
            <p:cNvSpPr/>
            <p:nvPr/>
          </p:nvSpPr>
          <p:spPr>
            <a:xfrm>
              <a:off x="7454880" y="5663160"/>
              <a:ext cx="289800" cy="62640"/>
            </a:xfrm>
            <a:custGeom>
              <a:avLst/>
              <a:gdLst/>
              <a:ahLst/>
              <a:cxnLst/>
              <a:rect l="l" t="t" r="r" b="b"/>
              <a:pathLst>
                <a:path w="2773" h="738">
                  <a:moveTo>
                    <a:pt x="33" y="0"/>
                  </a:moveTo>
                  <a:lnTo>
                    <a:pt x="0" y="99"/>
                  </a:lnTo>
                  <a:lnTo>
                    <a:pt x="2436" y="738"/>
                  </a:lnTo>
                  <a:cubicBezTo>
                    <a:pt x="2499" y="501"/>
                    <a:pt x="2773" y="727"/>
                    <a:pt x="2373" y="603"/>
                  </a:cubicBezTo>
                  <a:lnTo>
                    <a:pt x="33" y="0"/>
                  </a:lnTo>
                  <a:close/>
                </a:path>
              </a:pathLst>
            </a:custGeom>
            <a:gradFill rotWithShape="0">
              <a:gsLst>
                <a:gs pos="0">
                  <a:srgbClr val="0000CC"/>
                </a:gs>
                <a:gs pos="100000">
                  <a:srgbClr val="FFFFFF"/>
                </a:gs>
              </a:gsLst>
              <a:lin ang="0"/>
            </a:gradFill>
            <a:ln>
              <a:noFill/>
            </a:ln>
          </p:spPr>
          <p:style>
            <a:lnRef idx="0">
              <a:scrgbClr r="0" g="0" b="0"/>
            </a:lnRef>
            <a:fillRef idx="0">
              <a:scrgbClr r="0" g="0" b="0"/>
            </a:fillRef>
            <a:effectRef idx="0">
              <a:scrgbClr r="0" g="0" b="0"/>
            </a:effectRef>
            <a:fontRef idx="minor"/>
          </p:style>
        </p:sp>
        <p:sp>
          <p:nvSpPr>
            <p:cNvPr id="2046" name="CustomShape 205"/>
            <p:cNvSpPr/>
            <p:nvPr/>
          </p:nvSpPr>
          <p:spPr>
            <a:xfrm>
              <a:off x="7707960" y="5540400"/>
              <a:ext cx="73800" cy="186480"/>
            </a:xfrm>
            <a:custGeom>
              <a:avLst/>
              <a:gdLst/>
              <a:ahLst/>
              <a:cxnLst/>
              <a:rect l="l" t="t" r="r" b="b"/>
              <a:pathLst>
                <a:path w="637" h="1659">
                  <a:moveTo>
                    <a:pt x="615" y="0"/>
                  </a:moveTo>
                  <a:lnTo>
                    <a:pt x="637" y="0"/>
                  </a:lnTo>
                  <a:lnTo>
                    <a:pt x="68" y="1659"/>
                  </a:lnTo>
                  <a:lnTo>
                    <a:pt x="0" y="1647"/>
                  </a:lnTo>
                  <a:lnTo>
                    <a:pt x="615" y="0"/>
                  </a:lnTo>
                  <a:close/>
                </a:path>
              </a:pathLst>
            </a:custGeom>
            <a:solidFill>
              <a:srgbClr val="4D4D4D"/>
            </a:solidFill>
            <a:ln>
              <a:noFill/>
            </a:ln>
          </p:spPr>
          <p:style>
            <a:lnRef idx="0">
              <a:scrgbClr r="0" g="0" b="0"/>
            </a:lnRef>
            <a:fillRef idx="0">
              <a:scrgbClr r="0" g="0" b="0"/>
            </a:fillRef>
            <a:effectRef idx="0">
              <a:scrgbClr r="0" g="0" b="0"/>
            </a:effectRef>
            <a:fontRef idx="minor"/>
          </p:style>
        </p:sp>
        <p:sp>
          <p:nvSpPr>
            <p:cNvPr id="2047" name="CustomShape 206"/>
            <p:cNvSpPr/>
            <p:nvPr/>
          </p:nvSpPr>
          <p:spPr>
            <a:xfrm>
              <a:off x="7455240" y="5671440"/>
              <a:ext cx="257760" cy="61560"/>
            </a:xfrm>
            <a:custGeom>
              <a:avLst/>
              <a:gdLst/>
              <a:ahLst/>
              <a:cxnLst/>
              <a:rect l="l" t="t" r="r" b="b"/>
              <a:pathLst>
                <a:path w="2216" h="550">
                  <a:moveTo>
                    <a:pt x="0" y="0"/>
                  </a:moveTo>
                  <a:lnTo>
                    <a:pt x="9" y="57"/>
                  </a:lnTo>
                  <a:lnTo>
                    <a:pt x="2164" y="550"/>
                  </a:lnTo>
                  <a:lnTo>
                    <a:pt x="2216" y="496"/>
                  </a:lnTo>
                  <a:lnTo>
                    <a:pt x="0" y="0"/>
                  </a:lnTo>
                  <a:close/>
                </a:path>
              </a:pathLst>
            </a:custGeom>
            <a:gradFill rotWithShape="0">
              <a:gsLst>
                <a:gs pos="0">
                  <a:srgbClr val="000099"/>
                </a:gs>
                <a:gs pos="100000">
                  <a:srgbClr val="808080"/>
                </a:gs>
              </a:gsLst>
              <a:lin ang="0"/>
            </a:gradFill>
            <a:ln>
              <a:noFill/>
            </a:ln>
          </p:spPr>
          <p:style>
            <a:lnRef idx="0">
              <a:scrgbClr r="0" g="0" b="0"/>
            </a:lnRef>
            <a:fillRef idx="0">
              <a:scrgbClr r="0" g="0" b="0"/>
            </a:fillRef>
            <a:effectRef idx="0">
              <a:scrgbClr r="0" g="0" b="0"/>
            </a:effectRef>
            <a:fontRef idx="minor"/>
          </p:style>
        </p:sp>
        <p:grpSp>
          <p:nvGrpSpPr>
            <p:cNvPr id="2048" name="Group 207"/>
            <p:cNvGrpSpPr/>
            <p:nvPr/>
          </p:nvGrpSpPr>
          <p:grpSpPr>
            <a:xfrm>
              <a:off x="7450920" y="5737680"/>
              <a:ext cx="87120" cy="36360"/>
              <a:chOff x="7450920" y="5737680"/>
              <a:chExt cx="87120" cy="36360"/>
            </a:xfrm>
          </p:grpSpPr>
          <p:sp>
            <p:nvSpPr>
              <p:cNvPr id="2049" name="CustomShape 208"/>
              <p:cNvSpPr/>
              <p:nvPr/>
            </p:nvSpPr>
            <p:spPr>
              <a:xfrm>
                <a:off x="7450920" y="5737680"/>
                <a:ext cx="87120" cy="36360"/>
              </a:xfrm>
              <a:custGeom>
                <a:avLst/>
                <a:gdLst/>
                <a:ahLst/>
                <a:cxnLst/>
                <a:rect l="l" t="t" r="r" b="b"/>
                <a:pathLst>
                  <a:path w="752" h="327">
                    <a:moveTo>
                      <a:pt x="293" y="0"/>
                    </a:moveTo>
                    <a:lnTo>
                      <a:pt x="752" y="124"/>
                    </a:lnTo>
                    <a:lnTo>
                      <a:pt x="470" y="327"/>
                    </a:lnTo>
                    <a:lnTo>
                      <a:pt x="0" y="183"/>
                    </a:lnTo>
                    <a:lnTo>
                      <a:pt x="293"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50" name="CustomShape 209"/>
              <p:cNvSpPr/>
              <p:nvPr/>
            </p:nvSpPr>
            <p:spPr>
              <a:xfrm>
                <a:off x="7452720" y="5738760"/>
                <a:ext cx="84240" cy="34560"/>
              </a:xfrm>
              <a:custGeom>
                <a:avLst/>
                <a:gdLst/>
                <a:ahLst/>
                <a:cxnLst/>
                <a:rect l="l" t="t" r="r" b="b"/>
                <a:pathLst>
                  <a:path w="726" h="311">
                    <a:moveTo>
                      <a:pt x="282" y="0"/>
                    </a:moveTo>
                    <a:lnTo>
                      <a:pt x="726" y="119"/>
                    </a:lnTo>
                    <a:lnTo>
                      <a:pt x="457" y="311"/>
                    </a:lnTo>
                    <a:lnTo>
                      <a:pt x="0" y="173"/>
                    </a:lnTo>
                    <a:lnTo>
                      <a:pt x="282" y="0"/>
                    </a:lnTo>
                    <a:close/>
                  </a:path>
                </a:pathLst>
              </a:custGeom>
              <a:gradFill rotWithShape="0">
                <a:gsLst>
                  <a:gs pos="0">
                    <a:srgbClr val="4D4D4D"/>
                  </a:gs>
                  <a:gs pos="100000">
                    <a:srgbClr val="DDDDDD"/>
                  </a:gs>
                </a:gsLst>
                <a:lin ang="18900000"/>
              </a:gradFill>
              <a:ln>
                <a:noFill/>
              </a:ln>
            </p:spPr>
            <p:style>
              <a:lnRef idx="0">
                <a:scrgbClr r="0" g="0" b="0"/>
              </a:lnRef>
              <a:fillRef idx="0">
                <a:scrgbClr r="0" g="0" b="0"/>
              </a:fillRef>
              <a:effectRef idx="0">
                <a:scrgbClr r="0" g="0" b="0"/>
              </a:effectRef>
              <a:fontRef idx="minor"/>
            </p:style>
          </p:sp>
          <p:sp>
            <p:nvSpPr>
              <p:cNvPr id="2051" name="CustomShape 210"/>
              <p:cNvSpPr/>
              <p:nvPr/>
            </p:nvSpPr>
            <p:spPr>
              <a:xfrm>
                <a:off x="7458840" y="5752080"/>
                <a:ext cx="29520" cy="10800"/>
              </a:xfrm>
              <a:custGeom>
                <a:avLst/>
                <a:gdLst/>
                <a:ahLst/>
                <a:cxnLst/>
                <a:rect l="l" t="t" r="r" b="b"/>
                <a:pathLst>
                  <a:path w="258" h="100">
                    <a:moveTo>
                      <a:pt x="0" y="44"/>
                    </a:moveTo>
                    <a:lnTo>
                      <a:pt x="75" y="0"/>
                    </a:lnTo>
                    <a:lnTo>
                      <a:pt x="258" y="50"/>
                    </a:lnTo>
                    <a:lnTo>
                      <a:pt x="183" y="100"/>
                    </a:lnTo>
                    <a:lnTo>
                      <a:pt x="0" y="44"/>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2052" name="CustomShape 211"/>
              <p:cNvSpPr/>
              <p:nvPr/>
            </p:nvSpPr>
            <p:spPr>
              <a:xfrm>
                <a:off x="7457760" y="5757480"/>
                <a:ext cx="22320" cy="684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53" name="CustomShape 212"/>
              <p:cNvSpPr/>
              <p:nvPr/>
            </p:nvSpPr>
            <p:spPr>
              <a:xfrm>
                <a:off x="7483680" y="5759640"/>
                <a:ext cx="29520" cy="11160"/>
              </a:xfrm>
              <a:custGeom>
                <a:avLst/>
                <a:gdLst/>
                <a:ahLst/>
                <a:cxnLst/>
                <a:rect l="l" t="t" r="r" b="b"/>
                <a:pathLst>
                  <a:path w="258" h="102">
                    <a:moveTo>
                      <a:pt x="0" y="46"/>
                    </a:moveTo>
                    <a:lnTo>
                      <a:pt x="71" y="0"/>
                    </a:lnTo>
                    <a:lnTo>
                      <a:pt x="258" y="52"/>
                    </a:lnTo>
                    <a:lnTo>
                      <a:pt x="183" y="102"/>
                    </a:lnTo>
                    <a:lnTo>
                      <a:pt x="0" y="46"/>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2054" name="CustomShape 213"/>
              <p:cNvSpPr/>
              <p:nvPr/>
            </p:nvSpPr>
            <p:spPr>
              <a:xfrm>
                <a:off x="7482600" y="5765040"/>
                <a:ext cx="22320" cy="6840"/>
              </a:xfrm>
              <a:custGeom>
                <a:avLst/>
                <a:gdLst/>
                <a:ahLst/>
                <a:cxnLst/>
                <a:rect l="l" t="t" r="r" b="b"/>
                <a:pathLst>
                  <a:path w="194" h="63">
                    <a:moveTo>
                      <a:pt x="12" y="0"/>
                    </a:moveTo>
                    <a:lnTo>
                      <a:pt x="194" y="53"/>
                    </a:lnTo>
                    <a:lnTo>
                      <a:pt x="180" y="63"/>
                    </a:lnTo>
                    <a:lnTo>
                      <a:pt x="0" y="9"/>
                    </a:lnTo>
                    <a:lnTo>
                      <a:pt x="12" y="0"/>
                    </a:lnTo>
                    <a:close/>
                  </a:path>
                </a:pathLst>
              </a:custGeom>
              <a:solidFill>
                <a:srgbClr val="000099"/>
              </a:solidFill>
              <a:ln>
                <a:noFill/>
              </a:ln>
            </p:spPr>
            <p:style>
              <a:lnRef idx="0">
                <a:scrgbClr r="0" g="0" b="0"/>
              </a:lnRef>
              <a:fillRef idx="0">
                <a:scrgbClr r="0" g="0" b="0"/>
              </a:fillRef>
              <a:effectRef idx="0">
                <a:scrgbClr r="0" g="0" b="0"/>
              </a:effectRef>
              <a:fontRef idx="minor"/>
            </p:style>
          </p:sp>
        </p:grpSp>
        <p:sp>
          <p:nvSpPr>
            <p:cNvPr id="2055" name="CustomShape 214"/>
            <p:cNvSpPr/>
            <p:nvPr/>
          </p:nvSpPr>
          <p:spPr>
            <a:xfrm>
              <a:off x="7601040" y="5743440"/>
              <a:ext cx="105840" cy="80640"/>
            </a:xfrm>
            <a:custGeom>
              <a:avLst/>
              <a:gdLst/>
              <a:ahLst/>
              <a:cxnLst/>
              <a:rect l="l" t="t" r="r" b="b"/>
              <a:pathLst>
                <a:path w="990" h="792">
                  <a:moveTo>
                    <a:pt x="3" y="738"/>
                  </a:moveTo>
                  <a:lnTo>
                    <a:pt x="990" y="0"/>
                  </a:lnTo>
                  <a:lnTo>
                    <a:pt x="987" y="60"/>
                  </a:lnTo>
                  <a:lnTo>
                    <a:pt x="0" y="792"/>
                  </a:lnTo>
                  <a:lnTo>
                    <a:pt x="3" y="738"/>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56" name="CustomShape 215"/>
            <p:cNvSpPr/>
            <p:nvPr/>
          </p:nvSpPr>
          <p:spPr>
            <a:xfrm>
              <a:off x="7330320" y="5749920"/>
              <a:ext cx="271080" cy="7344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57" name="CustomShape 216"/>
            <p:cNvSpPr/>
            <p:nvPr/>
          </p:nvSpPr>
          <p:spPr>
            <a:xfrm>
              <a:off x="7330320" y="5736240"/>
              <a:ext cx="2520" cy="14760"/>
            </a:xfrm>
            <a:custGeom>
              <a:avLst/>
              <a:gdLst/>
              <a:ahLst/>
              <a:cxnLst/>
              <a:rect l="l" t="t" r="r" b="b"/>
              <a:pathLst>
                <a:path w="26" h="147">
                  <a:moveTo>
                    <a:pt x="26" y="10"/>
                  </a:moveTo>
                  <a:lnTo>
                    <a:pt x="23" y="147"/>
                  </a:lnTo>
                  <a:lnTo>
                    <a:pt x="0" y="144"/>
                  </a:lnTo>
                  <a:lnTo>
                    <a:pt x="3" y="0"/>
                  </a:lnTo>
                  <a:lnTo>
                    <a:pt x="26" y="1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58" name="CustomShape 217"/>
            <p:cNvSpPr/>
            <p:nvPr/>
          </p:nvSpPr>
          <p:spPr>
            <a:xfrm>
              <a:off x="7330680" y="5675400"/>
              <a:ext cx="125640" cy="61560"/>
            </a:xfrm>
            <a:custGeom>
              <a:avLst/>
              <a:gdLst/>
              <a:ahLst/>
              <a:cxnLst/>
              <a:rect l="l" t="t" r="r" b="b"/>
              <a:pathLst>
                <a:path w="1176" h="606">
                  <a:moveTo>
                    <a:pt x="1170" y="0"/>
                  </a:moveTo>
                  <a:lnTo>
                    <a:pt x="0" y="597"/>
                  </a:lnTo>
                  <a:lnTo>
                    <a:pt x="30" y="606"/>
                  </a:lnTo>
                  <a:lnTo>
                    <a:pt x="1176" y="18"/>
                  </a:lnTo>
                  <a:lnTo>
                    <a:pt x="1170"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59" name="CustomShape 218"/>
            <p:cNvSpPr/>
            <p:nvPr/>
          </p:nvSpPr>
          <p:spPr>
            <a:xfrm>
              <a:off x="7338960" y="5739480"/>
              <a:ext cx="257040" cy="7056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sp>
          <p:nvSpPr>
            <p:cNvPr id="2060" name="CustomShape 219"/>
            <p:cNvSpPr/>
            <p:nvPr/>
          </p:nvSpPr>
          <p:spPr>
            <a:xfrm flipV="1">
              <a:off x="7596000" y="5733720"/>
              <a:ext cx="104760" cy="73080"/>
            </a:xfrm>
            <a:custGeom>
              <a:avLst/>
              <a:gdLst/>
              <a:ahLst/>
              <a:cxnLst/>
              <a:rect l="l" t="t"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p:spPr>
          <p:style>
            <a:lnRef idx="0">
              <a:scrgbClr r="0" g="0" b="0"/>
            </a:lnRef>
            <a:fillRef idx="0">
              <a:scrgbClr r="0" g="0" b="0"/>
            </a:fillRef>
            <a:effectRef idx="0">
              <a:scrgbClr r="0" g="0" b="0"/>
            </a:effectRef>
            <a:fontRef idx="minor"/>
          </p:style>
        </p:sp>
      </p:grpSp>
      <p:pic>
        <p:nvPicPr>
          <p:cNvPr id="2061" name="Picture 568"/>
          <p:cNvPicPr/>
          <p:nvPr/>
        </p:nvPicPr>
        <p:blipFill>
          <a:blip r:embed="rId24"/>
          <a:stretch/>
        </p:blipFill>
        <p:spPr>
          <a:xfrm>
            <a:off x="6694560" y="2077920"/>
            <a:ext cx="93240" cy="406080"/>
          </a:xfrm>
          <a:prstGeom prst="rect">
            <a:avLst/>
          </a:prstGeom>
          <a:ln>
            <a:noFill/>
          </a:ln>
        </p:spPr>
      </p:pic>
      <p:pic>
        <p:nvPicPr>
          <p:cNvPr id="2062" name="Picture 1017" descr="antenna_stylized"/>
          <p:cNvPicPr/>
          <p:nvPr/>
        </p:nvPicPr>
        <p:blipFill>
          <a:blip r:embed="rId14"/>
          <a:stretch/>
        </p:blipFill>
        <p:spPr>
          <a:xfrm>
            <a:off x="6500880" y="2006640"/>
            <a:ext cx="529920" cy="223560"/>
          </a:xfrm>
          <a:prstGeom prst="rect">
            <a:avLst/>
          </a:prstGeom>
          <a:ln>
            <a:noFill/>
          </a:ln>
        </p:spPr>
      </p:pic>
      <p:pic>
        <p:nvPicPr>
          <p:cNvPr id="2063" name="Picture 1017" descr="antenna_stylized"/>
          <p:cNvPicPr/>
          <p:nvPr/>
        </p:nvPicPr>
        <p:blipFill>
          <a:blip r:embed="rId14"/>
          <a:stretch/>
        </p:blipFill>
        <p:spPr>
          <a:xfrm>
            <a:off x="6573960" y="1746360"/>
            <a:ext cx="531360" cy="223560"/>
          </a:xfrm>
          <a:prstGeom prst="rect">
            <a:avLst/>
          </a:prstGeom>
          <a:ln>
            <a:noFill/>
          </a:ln>
        </p:spPr>
      </p:pic>
      <p:pic>
        <p:nvPicPr>
          <p:cNvPr id="2064" name="Picture 571"/>
          <p:cNvPicPr/>
          <p:nvPr/>
        </p:nvPicPr>
        <p:blipFill>
          <a:blip r:embed="rId25"/>
          <a:stretch/>
        </p:blipFill>
        <p:spPr>
          <a:xfrm>
            <a:off x="5907240" y="3071880"/>
            <a:ext cx="188640" cy="336240"/>
          </a:xfrm>
          <a:prstGeom prst="rect">
            <a:avLst/>
          </a:prstGeom>
          <a:ln>
            <a:noFill/>
          </a:ln>
        </p:spPr>
      </p:pic>
      <p:pic>
        <p:nvPicPr>
          <p:cNvPr id="2065" name="Picture 1115" descr="antenna_stylized"/>
          <p:cNvPicPr/>
          <p:nvPr/>
        </p:nvPicPr>
        <p:blipFill>
          <a:blip r:embed="rId20"/>
          <a:stretch/>
        </p:blipFill>
        <p:spPr>
          <a:xfrm>
            <a:off x="5807160" y="3011400"/>
            <a:ext cx="347400" cy="167760"/>
          </a:xfrm>
          <a:prstGeom prst="rect">
            <a:avLst/>
          </a:prstGeom>
          <a:ln>
            <a:noFill/>
          </a:ln>
        </p:spPr>
      </p:pic>
      <p:grpSp>
        <p:nvGrpSpPr>
          <p:cNvPr id="2066" name="Group 220"/>
          <p:cNvGrpSpPr/>
          <p:nvPr/>
        </p:nvGrpSpPr>
        <p:grpSpPr>
          <a:xfrm>
            <a:off x="5607000" y="1538280"/>
            <a:ext cx="448920" cy="96480"/>
            <a:chOff x="5607000" y="1538280"/>
            <a:chExt cx="448920" cy="96480"/>
          </a:xfrm>
        </p:grpSpPr>
        <p:sp>
          <p:nvSpPr>
            <p:cNvPr id="2067" name="CustomShape 221"/>
            <p:cNvSpPr/>
            <p:nvPr/>
          </p:nvSpPr>
          <p:spPr>
            <a:xfrm>
              <a:off x="5607000" y="1578600"/>
              <a:ext cx="45360" cy="5328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68" name="CustomShape 222"/>
            <p:cNvSpPr/>
            <p:nvPr/>
          </p:nvSpPr>
          <p:spPr>
            <a:xfrm>
              <a:off x="5657040" y="1554480"/>
              <a:ext cx="158400" cy="8028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69" name="CustomShape 223"/>
            <p:cNvSpPr/>
            <p:nvPr/>
          </p:nvSpPr>
          <p:spPr>
            <a:xfrm>
              <a:off x="5709960" y="1559880"/>
              <a:ext cx="75240" cy="5112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0" name="CustomShape 224"/>
            <p:cNvSpPr/>
            <p:nvPr/>
          </p:nvSpPr>
          <p:spPr>
            <a:xfrm>
              <a:off x="5846040" y="1561320"/>
              <a:ext cx="66240" cy="4536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1" name="CustomShape 225"/>
            <p:cNvSpPr/>
            <p:nvPr/>
          </p:nvSpPr>
          <p:spPr>
            <a:xfrm>
              <a:off x="5862240" y="1546200"/>
              <a:ext cx="115920" cy="6408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2" name="CustomShape 226"/>
            <p:cNvSpPr/>
            <p:nvPr/>
          </p:nvSpPr>
          <p:spPr>
            <a:xfrm>
              <a:off x="5945040" y="1538280"/>
              <a:ext cx="110880" cy="756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073" name="Group 227"/>
          <p:cNvGrpSpPr/>
          <p:nvPr/>
        </p:nvGrpSpPr>
        <p:grpSpPr>
          <a:xfrm>
            <a:off x="5276880" y="2033640"/>
            <a:ext cx="447480" cy="96480"/>
            <a:chOff x="5276880" y="2033640"/>
            <a:chExt cx="447480" cy="96480"/>
          </a:xfrm>
        </p:grpSpPr>
        <p:sp>
          <p:nvSpPr>
            <p:cNvPr id="2074" name="CustomShape 228"/>
            <p:cNvSpPr/>
            <p:nvPr/>
          </p:nvSpPr>
          <p:spPr>
            <a:xfrm>
              <a:off x="5276880" y="2073960"/>
              <a:ext cx="45360" cy="5328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5" name="CustomShape 229"/>
            <p:cNvSpPr/>
            <p:nvPr/>
          </p:nvSpPr>
          <p:spPr>
            <a:xfrm>
              <a:off x="5326560" y="2049840"/>
              <a:ext cx="157680" cy="8028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6" name="CustomShape 230"/>
            <p:cNvSpPr/>
            <p:nvPr/>
          </p:nvSpPr>
          <p:spPr>
            <a:xfrm>
              <a:off x="5379480" y="2055240"/>
              <a:ext cx="74880" cy="5112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7" name="CustomShape 231"/>
            <p:cNvSpPr/>
            <p:nvPr/>
          </p:nvSpPr>
          <p:spPr>
            <a:xfrm>
              <a:off x="5514840" y="2056680"/>
              <a:ext cx="65880" cy="4536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8" name="CustomShape 232"/>
            <p:cNvSpPr/>
            <p:nvPr/>
          </p:nvSpPr>
          <p:spPr>
            <a:xfrm>
              <a:off x="5531040" y="2041560"/>
              <a:ext cx="115560" cy="6408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79" name="CustomShape 233"/>
            <p:cNvSpPr/>
            <p:nvPr/>
          </p:nvSpPr>
          <p:spPr>
            <a:xfrm>
              <a:off x="5613840" y="2033640"/>
              <a:ext cx="110520" cy="756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080" name="Group 234"/>
          <p:cNvGrpSpPr/>
          <p:nvPr/>
        </p:nvGrpSpPr>
        <p:grpSpPr>
          <a:xfrm>
            <a:off x="6494400" y="2008080"/>
            <a:ext cx="428400" cy="75960"/>
            <a:chOff x="6494400" y="2008080"/>
            <a:chExt cx="428400" cy="75960"/>
          </a:xfrm>
        </p:grpSpPr>
        <p:sp>
          <p:nvSpPr>
            <p:cNvPr id="2081" name="CustomShape 235"/>
            <p:cNvSpPr/>
            <p:nvPr/>
          </p:nvSpPr>
          <p:spPr>
            <a:xfrm>
              <a:off x="6494400" y="2040120"/>
              <a:ext cx="43560" cy="4212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82" name="CustomShape 236"/>
            <p:cNvSpPr/>
            <p:nvPr/>
          </p:nvSpPr>
          <p:spPr>
            <a:xfrm>
              <a:off x="6541920" y="2021040"/>
              <a:ext cx="151200" cy="6300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83" name="CustomShape 237"/>
            <p:cNvSpPr/>
            <p:nvPr/>
          </p:nvSpPr>
          <p:spPr>
            <a:xfrm>
              <a:off x="6592680" y="2025360"/>
              <a:ext cx="71640" cy="4032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84" name="CustomShape 238"/>
            <p:cNvSpPr/>
            <p:nvPr/>
          </p:nvSpPr>
          <p:spPr>
            <a:xfrm>
              <a:off x="6722640" y="2026080"/>
              <a:ext cx="63000" cy="3564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85" name="CustomShape 239"/>
            <p:cNvSpPr/>
            <p:nvPr/>
          </p:nvSpPr>
          <p:spPr>
            <a:xfrm>
              <a:off x="6738120" y="2014560"/>
              <a:ext cx="110880" cy="5040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86" name="CustomShape 240"/>
            <p:cNvSpPr/>
            <p:nvPr/>
          </p:nvSpPr>
          <p:spPr>
            <a:xfrm>
              <a:off x="6816960" y="2008080"/>
              <a:ext cx="105840" cy="594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087" name="Group 241"/>
          <p:cNvGrpSpPr/>
          <p:nvPr/>
        </p:nvGrpSpPr>
        <p:grpSpPr>
          <a:xfrm>
            <a:off x="6558120" y="1746360"/>
            <a:ext cx="428400" cy="75600"/>
            <a:chOff x="6558120" y="1746360"/>
            <a:chExt cx="428400" cy="75600"/>
          </a:xfrm>
        </p:grpSpPr>
        <p:sp>
          <p:nvSpPr>
            <p:cNvPr id="2088" name="CustomShape 242"/>
            <p:cNvSpPr/>
            <p:nvPr/>
          </p:nvSpPr>
          <p:spPr>
            <a:xfrm>
              <a:off x="6558120" y="1778040"/>
              <a:ext cx="43560" cy="4212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89" name="CustomShape 243"/>
            <p:cNvSpPr/>
            <p:nvPr/>
          </p:nvSpPr>
          <p:spPr>
            <a:xfrm>
              <a:off x="6605640" y="1758960"/>
              <a:ext cx="151200" cy="6300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0" name="CustomShape 244"/>
            <p:cNvSpPr/>
            <p:nvPr/>
          </p:nvSpPr>
          <p:spPr>
            <a:xfrm>
              <a:off x="6656040" y="1763280"/>
              <a:ext cx="71640" cy="4032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1" name="CustomShape 245"/>
            <p:cNvSpPr/>
            <p:nvPr/>
          </p:nvSpPr>
          <p:spPr>
            <a:xfrm>
              <a:off x="6786000" y="1764360"/>
              <a:ext cx="63000" cy="3564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2" name="CustomShape 246"/>
            <p:cNvSpPr/>
            <p:nvPr/>
          </p:nvSpPr>
          <p:spPr>
            <a:xfrm>
              <a:off x="6801480" y="1752480"/>
              <a:ext cx="110880" cy="5040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3" name="CustomShape 247"/>
            <p:cNvSpPr/>
            <p:nvPr/>
          </p:nvSpPr>
          <p:spPr>
            <a:xfrm>
              <a:off x="6880680" y="1746360"/>
              <a:ext cx="105840" cy="594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094" name="Group 248"/>
          <p:cNvGrpSpPr/>
          <p:nvPr/>
        </p:nvGrpSpPr>
        <p:grpSpPr>
          <a:xfrm>
            <a:off x="5756400" y="2979720"/>
            <a:ext cx="375840" cy="75960"/>
            <a:chOff x="5756400" y="2979720"/>
            <a:chExt cx="375840" cy="75960"/>
          </a:xfrm>
        </p:grpSpPr>
        <p:sp>
          <p:nvSpPr>
            <p:cNvPr id="2095" name="CustomShape 249"/>
            <p:cNvSpPr/>
            <p:nvPr/>
          </p:nvSpPr>
          <p:spPr>
            <a:xfrm>
              <a:off x="5756400" y="3011400"/>
              <a:ext cx="38160" cy="4212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6" name="CustomShape 250"/>
            <p:cNvSpPr/>
            <p:nvPr/>
          </p:nvSpPr>
          <p:spPr>
            <a:xfrm>
              <a:off x="5798160" y="2992680"/>
              <a:ext cx="132480" cy="6300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7" name="CustomShape 251"/>
            <p:cNvSpPr/>
            <p:nvPr/>
          </p:nvSpPr>
          <p:spPr>
            <a:xfrm>
              <a:off x="5842440" y="2996640"/>
              <a:ext cx="63000" cy="4032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8" name="CustomShape 252"/>
            <p:cNvSpPr/>
            <p:nvPr/>
          </p:nvSpPr>
          <p:spPr>
            <a:xfrm>
              <a:off x="5956560" y="2997720"/>
              <a:ext cx="55440" cy="3564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099" name="CustomShape 253"/>
            <p:cNvSpPr/>
            <p:nvPr/>
          </p:nvSpPr>
          <p:spPr>
            <a:xfrm>
              <a:off x="5969880" y="2986200"/>
              <a:ext cx="97200" cy="5040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00" name="CustomShape 254"/>
            <p:cNvSpPr/>
            <p:nvPr/>
          </p:nvSpPr>
          <p:spPr>
            <a:xfrm>
              <a:off x="6039360" y="2979720"/>
              <a:ext cx="92880" cy="594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101" name="Group 255"/>
          <p:cNvGrpSpPr/>
          <p:nvPr/>
        </p:nvGrpSpPr>
        <p:grpSpPr>
          <a:xfrm>
            <a:off x="5457960" y="3094200"/>
            <a:ext cx="374040" cy="69120"/>
            <a:chOff x="5457960" y="3094200"/>
            <a:chExt cx="374040" cy="69120"/>
          </a:xfrm>
        </p:grpSpPr>
        <p:sp>
          <p:nvSpPr>
            <p:cNvPr id="2102" name="CustomShape 256"/>
            <p:cNvSpPr/>
            <p:nvPr/>
          </p:nvSpPr>
          <p:spPr>
            <a:xfrm>
              <a:off x="5457960" y="3123000"/>
              <a:ext cx="37800" cy="3852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03" name="CustomShape 257"/>
            <p:cNvSpPr/>
            <p:nvPr/>
          </p:nvSpPr>
          <p:spPr>
            <a:xfrm>
              <a:off x="5499360" y="3105720"/>
              <a:ext cx="132120" cy="5760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04" name="CustomShape 258"/>
            <p:cNvSpPr/>
            <p:nvPr/>
          </p:nvSpPr>
          <p:spPr>
            <a:xfrm>
              <a:off x="5543640" y="3109680"/>
              <a:ext cx="62640" cy="3672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05" name="CustomShape 259"/>
            <p:cNvSpPr/>
            <p:nvPr/>
          </p:nvSpPr>
          <p:spPr>
            <a:xfrm>
              <a:off x="5657040" y="3110760"/>
              <a:ext cx="55080" cy="3276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06" name="CustomShape 260"/>
            <p:cNvSpPr/>
            <p:nvPr/>
          </p:nvSpPr>
          <p:spPr>
            <a:xfrm>
              <a:off x="5670720" y="3099960"/>
              <a:ext cx="96840" cy="4608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07" name="CustomShape 261"/>
            <p:cNvSpPr/>
            <p:nvPr/>
          </p:nvSpPr>
          <p:spPr>
            <a:xfrm>
              <a:off x="5739840" y="3094200"/>
              <a:ext cx="92160" cy="5436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108" name="Group 262"/>
          <p:cNvGrpSpPr/>
          <p:nvPr/>
        </p:nvGrpSpPr>
        <p:grpSpPr>
          <a:xfrm>
            <a:off x="5616720" y="3506760"/>
            <a:ext cx="496080" cy="96480"/>
            <a:chOff x="5616720" y="3506760"/>
            <a:chExt cx="496080" cy="96480"/>
          </a:xfrm>
        </p:grpSpPr>
        <p:sp>
          <p:nvSpPr>
            <p:cNvPr id="2109" name="CustomShape 263"/>
            <p:cNvSpPr/>
            <p:nvPr/>
          </p:nvSpPr>
          <p:spPr>
            <a:xfrm>
              <a:off x="5616720" y="3547080"/>
              <a:ext cx="50400" cy="5328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0" name="CustomShape 264"/>
            <p:cNvSpPr/>
            <p:nvPr/>
          </p:nvSpPr>
          <p:spPr>
            <a:xfrm>
              <a:off x="5671800" y="3522960"/>
              <a:ext cx="175320" cy="8028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1" name="CustomShape 265"/>
            <p:cNvSpPr/>
            <p:nvPr/>
          </p:nvSpPr>
          <p:spPr>
            <a:xfrm>
              <a:off x="5730480" y="3528360"/>
              <a:ext cx="83160" cy="5112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2" name="CustomShape 266"/>
            <p:cNvSpPr/>
            <p:nvPr/>
          </p:nvSpPr>
          <p:spPr>
            <a:xfrm>
              <a:off x="5880960" y="3529800"/>
              <a:ext cx="73080" cy="4536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3" name="CustomShape 267"/>
            <p:cNvSpPr/>
            <p:nvPr/>
          </p:nvSpPr>
          <p:spPr>
            <a:xfrm>
              <a:off x="5898960" y="3514680"/>
              <a:ext cx="128520" cy="6408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4" name="CustomShape 268"/>
            <p:cNvSpPr/>
            <p:nvPr/>
          </p:nvSpPr>
          <p:spPr>
            <a:xfrm>
              <a:off x="5990400" y="3506760"/>
              <a:ext cx="122400" cy="756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115" name="Group 269"/>
          <p:cNvGrpSpPr/>
          <p:nvPr/>
        </p:nvGrpSpPr>
        <p:grpSpPr>
          <a:xfrm>
            <a:off x="7155000" y="5005440"/>
            <a:ext cx="534600" cy="131400"/>
            <a:chOff x="7155000" y="5005440"/>
            <a:chExt cx="534600" cy="131400"/>
          </a:xfrm>
        </p:grpSpPr>
        <p:sp>
          <p:nvSpPr>
            <p:cNvPr id="2116" name="CustomShape 270"/>
            <p:cNvSpPr/>
            <p:nvPr/>
          </p:nvSpPr>
          <p:spPr>
            <a:xfrm>
              <a:off x="7155000" y="5060160"/>
              <a:ext cx="54360" cy="7272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7" name="CustomShape 271"/>
            <p:cNvSpPr/>
            <p:nvPr/>
          </p:nvSpPr>
          <p:spPr>
            <a:xfrm>
              <a:off x="7214400" y="5027400"/>
              <a:ext cx="188640" cy="10944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8" name="CustomShape 272"/>
            <p:cNvSpPr/>
            <p:nvPr/>
          </p:nvSpPr>
          <p:spPr>
            <a:xfrm>
              <a:off x="7277400" y="5034960"/>
              <a:ext cx="89640" cy="6984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19" name="CustomShape 273"/>
            <p:cNvSpPr/>
            <p:nvPr/>
          </p:nvSpPr>
          <p:spPr>
            <a:xfrm>
              <a:off x="7439400" y="5036760"/>
              <a:ext cx="78840" cy="6192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20" name="CustomShape 274"/>
            <p:cNvSpPr/>
            <p:nvPr/>
          </p:nvSpPr>
          <p:spPr>
            <a:xfrm>
              <a:off x="7458840" y="5016240"/>
              <a:ext cx="138240" cy="8712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21" name="CustomShape 275"/>
            <p:cNvSpPr/>
            <p:nvPr/>
          </p:nvSpPr>
          <p:spPr>
            <a:xfrm>
              <a:off x="7557480" y="5005440"/>
              <a:ext cx="132120" cy="10296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122" name="Group 276"/>
          <p:cNvGrpSpPr/>
          <p:nvPr/>
        </p:nvGrpSpPr>
        <p:grpSpPr>
          <a:xfrm>
            <a:off x="7299360" y="5413320"/>
            <a:ext cx="407520" cy="91800"/>
            <a:chOff x="7299360" y="5413320"/>
            <a:chExt cx="407520" cy="91800"/>
          </a:xfrm>
        </p:grpSpPr>
        <p:sp>
          <p:nvSpPr>
            <p:cNvPr id="2123" name="CustomShape 277"/>
            <p:cNvSpPr/>
            <p:nvPr/>
          </p:nvSpPr>
          <p:spPr>
            <a:xfrm>
              <a:off x="7299360" y="5451840"/>
              <a:ext cx="41400" cy="5076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24" name="CustomShape 278"/>
            <p:cNvSpPr/>
            <p:nvPr/>
          </p:nvSpPr>
          <p:spPr>
            <a:xfrm>
              <a:off x="7344720" y="5428800"/>
              <a:ext cx="143640" cy="7632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25" name="CustomShape 279"/>
            <p:cNvSpPr/>
            <p:nvPr/>
          </p:nvSpPr>
          <p:spPr>
            <a:xfrm>
              <a:off x="7392600" y="5433840"/>
              <a:ext cx="68040" cy="4860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26" name="CustomShape 280"/>
            <p:cNvSpPr/>
            <p:nvPr/>
          </p:nvSpPr>
          <p:spPr>
            <a:xfrm>
              <a:off x="7516440" y="5435280"/>
              <a:ext cx="60120" cy="4320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27" name="CustomShape 281"/>
            <p:cNvSpPr/>
            <p:nvPr/>
          </p:nvSpPr>
          <p:spPr>
            <a:xfrm>
              <a:off x="7531200" y="5420880"/>
              <a:ext cx="105480" cy="6084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28" name="CustomShape 282"/>
            <p:cNvSpPr/>
            <p:nvPr/>
          </p:nvSpPr>
          <p:spPr>
            <a:xfrm>
              <a:off x="7606440" y="5413320"/>
              <a:ext cx="100440" cy="720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129" name="Group 283"/>
          <p:cNvGrpSpPr/>
          <p:nvPr/>
        </p:nvGrpSpPr>
        <p:grpSpPr>
          <a:xfrm>
            <a:off x="6881760" y="5484960"/>
            <a:ext cx="407520" cy="91800"/>
            <a:chOff x="6881760" y="5484960"/>
            <a:chExt cx="407520" cy="91800"/>
          </a:xfrm>
        </p:grpSpPr>
        <p:sp>
          <p:nvSpPr>
            <p:cNvPr id="2130" name="CustomShape 284"/>
            <p:cNvSpPr/>
            <p:nvPr/>
          </p:nvSpPr>
          <p:spPr>
            <a:xfrm>
              <a:off x="6881760" y="5523120"/>
              <a:ext cx="41400" cy="50760"/>
            </a:xfrm>
            <a:custGeom>
              <a:avLst/>
              <a:gdLst/>
              <a:ahLst/>
              <a:cxnLst/>
              <a:rect l="l" t="t"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31" name="CustomShape 285"/>
            <p:cNvSpPr/>
            <p:nvPr/>
          </p:nvSpPr>
          <p:spPr>
            <a:xfrm>
              <a:off x="6927120" y="5500440"/>
              <a:ext cx="143640" cy="76320"/>
            </a:xfrm>
            <a:custGeom>
              <a:avLst/>
              <a:gdLst/>
              <a:ahLst/>
              <a:cxnLst/>
              <a:rect l="l" t="t"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32" name="CustomShape 286"/>
            <p:cNvSpPr/>
            <p:nvPr/>
          </p:nvSpPr>
          <p:spPr>
            <a:xfrm>
              <a:off x="6975360" y="5505480"/>
              <a:ext cx="68040" cy="48600"/>
            </a:xfrm>
            <a:custGeom>
              <a:avLst/>
              <a:gdLst/>
              <a:ahLst/>
              <a:cxnLst/>
              <a:rect l="l" t="t"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33" name="CustomShape 287"/>
            <p:cNvSpPr/>
            <p:nvPr/>
          </p:nvSpPr>
          <p:spPr>
            <a:xfrm>
              <a:off x="7098840" y="5506560"/>
              <a:ext cx="60120" cy="43200"/>
            </a:xfrm>
            <a:custGeom>
              <a:avLst/>
              <a:gdLst/>
              <a:ahLst/>
              <a:cxnLst/>
              <a:rect l="l" t="t"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34" name="CustomShape 288"/>
            <p:cNvSpPr/>
            <p:nvPr/>
          </p:nvSpPr>
          <p:spPr>
            <a:xfrm>
              <a:off x="7113600" y="5492520"/>
              <a:ext cx="105480" cy="60840"/>
            </a:xfrm>
            <a:custGeom>
              <a:avLst/>
              <a:gdLst/>
              <a:ahLst/>
              <a:cxnLst/>
              <a:rect l="l" t="t"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sp>
          <p:nvSpPr>
            <p:cNvPr id="2135" name="CustomShape 289"/>
            <p:cNvSpPr/>
            <p:nvPr/>
          </p:nvSpPr>
          <p:spPr>
            <a:xfrm>
              <a:off x="7188840" y="5484960"/>
              <a:ext cx="100440" cy="72000"/>
            </a:xfrm>
            <a:custGeom>
              <a:avLst/>
              <a:gdLst/>
              <a:ahLst/>
              <a:cxnLst/>
              <a:rect l="l" t="t"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80">
              <a:solidFill>
                <a:srgbClr val="FF0000"/>
              </a:solidFill>
              <a:round/>
            </a:ln>
          </p:spPr>
          <p:style>
            <a:lnRef idx="0">
              <a:scrgbClr r="0" g="0" b="0"/>
            </a:lnRef>
            <a:fillRef idx="0">
              <a:scrgbClr r="0" g="0" b="0"/>
            </a:fillRef>
            <a:effectRef idx="0">
              <a:scrgbClr r="0" g="0" b="0"/>
            </a:effectRef>
            <a:fontRef idx="minor"/>
          </p:style>
        </p:sp>
      </p:grpSp>
      <p:grpSp>
        <p:nvGrpSpPr>
          <p:cNvPr id="2136" name="Group 290"/>
          <p:cNvGrpSpPr/>
          <p:nvPr/>
        </p:nvGrpSpPr>
        <p:grpSpPr>
          <a:xfrm>
            <a:off x="5864400" y="1738440"/>
            <a:ext cx="517320" cy="507600"/>
            <a:chOff x="5864400" y="1738440"/>
            <a:chExt cx="517320" cy="507600"/>
          </a:xfrm>
        </p:grpSpPr>
        <p:sp>
          <p:nvSpPr>
            <p:cNvPr id="2137" name="CustomShape 291"/>
            <p:cNvSpPr/>
            <p:nvPr/>
          </p:nvSpPr>
          <p:spPr>
            <a:xfrm>
              <a:off x="5864400" y="1771560"/>
              <a:ext cx="517320" cy="458280"/>
            </a:xfrm>
            <a:prstGeom prst="ellipse">
              <a:avLst/>
            </a:prstGeom>
            <a:noFill/>
            <a:ln w="19080">
              <a:solidFill>
                <a:srgbClr val="FF0000"/>
              </a:solidFill>
              <a:round/>
            </a:ln>
          </p:spPr>
          <p:style>
            <a:lnRef idx="0">
              <a:scrgbClr r="0" g="0" b="0"/>
            </a:lnRef>
            <a:fillRef idx="0">
              <a:scrgbClr r="0" g="0" b="0"/>
            </a:fillRef>
            <a:effectRef idx="0">
              <a:scrgbClr r="0" g="0" b="0"/>
            </a:effectRef>
            <a:fontRef idx="minor"/>
          </p:style>
        </p:sp>
        <p:grpSp>
          <p:nvGrpSpPr>
            <p:cNvPr id="2138" name="Group 292"/>
            <p:cNvGrpSpPr/>
            <p:nvPr/>
          </p:nvGrpSpPr>
          <p:grpSpPr>
            <a:xfrm>
              <a:off x="5910120" y="1738440"/>
              <a:ext cx="420480" cy="443880"/>
              <a:chOff x="5910120" y="1738440"/>
              <a:chExt cx="420480" cy="443880"/>
            </a:xfrm>
          </p:grpSpPr>
          <p:sp>
            <p:nvSpPr>
              <p:cNvPr id="2139" name="CustomShape 293"/>
              <p:cNvSpPr/>
              <p:nvPr/>
            </p:nvSpPr>
            <p:spPr>
              <a:xfrm>
                <a:off x="6039000" y="1930320"/>
                <a:ext cx="169560" cy="145800"/>
              </a:xfrm>
              <a:prstGeom prst="ellipse">
                <a:avLst/>
              </a:prstGeom>
              <a:noFill/>
              <a:ln w="19080">
                <a:solidFill>
                  <a:srgbClr val="FF0000"/>
                </a:solidFill>
                <a:round/>
              </a:ln>
            </p:spPr>
            <p:style>
              <a:lnRef idx="0">
                <a:scrgbClr r="0" g="0" b="0"/>
              </a:lnRef>
              <a:fillRef idx="0">
                <a:scrgbClr r="0" g="0" b="0"/>
              </a:fillRef>
              <a:effectRef idx="0">
                <a:scrgbClr r="0" g="0" b="0"/>
              </a:effectRef>
              <a:fontRef idx="minor"/>
            </p:style>
          </p:sp>
          <p:sp>
            <p:nvSpPr>
              <p:cNvPr id="2140" name="CustomShape 294"/>
              <p:cNvSpPr/>
              <p:nvPr/>
            </p:nvSpPr>
            <p:spPr>
              <a:xfrm>
                <a:off x="6000840" y="1898640"/>
                <a:ext cx="244080" cy="207720"/>
              </a:xfrm>
              <a:prstGeom prst="ellipse">
                <a:avLst/>
              </a:prstGeom>
              <a:noFill/>
              <a:ln w="19080">
                <a:solidFill>
                  <a:srgbClr val="FF0000"/>
                </a:solidFill>
                <a:round/>
              </a:ln>
            </p:spPr>
            <p:style>
              <a:lnRef idx="0">
                <a:scrgbClr r="0" g="0" b="0"/>
              </a:lnRef>
              <a:fillRef idx="0">
                <a:scrgbClr r="0" g="0" b="0"/>
              </a:fillRef>
              <a:effectRef idx="0">
                <a:scrgbClr r="0" g="0" b="0"/>
              </a:effectRef>
              <a:fontRef idx="minor"/>
            </p:style>
          </p:sp>
          <p:sp>
            <p:nvSpPr>
              <p:cNvPr id="2141" name="CustomShape 295"/>
              <p:cNvSpPr/>
              <p:nvPr/>
            </p:nvSpPr>
            <p:spPr>
              <a:xfrm>
                <a:off x="5964120" y="1860480"/>
                <a:ext cx="321840" cy="283680"/>
              </a:xfrm>
              <a:prstGeom prst="ellipse">
                <a:avLst/>
              </a:prstGeom>
              <a:noFill/>
              <a:ln w="19080">
                <a:solidFill>
                  <a:srgbClr val="FF0000"/>
                </a:solidFill>
                <a:round/>
              </a:ln>
            </p:spPr>
            <p:style>
              <a:lnRef idx="0">
                <a:scrgbClr r="0" g="0" b="0"/>
              </a:lnRef>
              <a:fillRef idx="0">
                <a:scrgbClr r="0" g="0" b="0"/>
              </a:fillRef>
              <a:effectRef idx="0">
                <a:scrgbClr r="0" g="0" b="0"/>
              </a:effectRef>
              <a:fontRef idx="minor"/>
            </p:style>
          </p:sp>
          <p:sp>
            <p:nvSpPr>
              <p:cNvPr id="2142" name="CustomShape 296"/>
              <p:cNvSpPr/>
              <p:nvPr/>
            </p:nvSpPr>
            <p:spPr>
              <a:xfrm>
                <a:off x="5910120" y="1820880"/>
                <a:ext cx="420480" cy="361440"/>
              </a:xfrm>
              <a:prstGeom prst="ellipse">
                <a:avLst/>
              </a:prstGeom>
              <a:noFill/>
              <a:ln w="19080">
                <a:solidFill>
                  <a:srgbClr val="FF0000"/>
                </a:solidFill>
                <a:round/>
              </a:ln>
            </p:spPr>
            <p:style>
              <a:lnRef idx="0">
                <a:scrgbClr r="0" g="0" b="0"/>
              </a:lnRef>
              <a:fillRef idx="0">
                <a:scrgbClr r="0" g="0" b="0"/>
              </a:fillRef>
              <a:effectRef idx="0">
                <a:scrgbClr r="0" g="0" b="0"/>
              </a:effectRef>
              <a:fontRef idx="minor"/>
            </p:style>
          </p:sp>
          <p:sp>
            <p:nvSpPr>
              <p:cNvPr id="2143" name="CustomShape 297"/>
              <p:cNvSpPr/>
              <p:nvPr/>
            </p:nvSpPr>
            <p:spPr>
              <a:xfrm flipV="1">
                <a:off x="5970600" y="1738440"/>
                <a:ext cx="325080" cy="226800"/>
              </a:xfrm>
              <a:custGeom>
                <a:avLst/>
                <a:gdLst/>
                <a:ahLst/>
                <a:cxnLst/>
                <a:rect l="l" t="t"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66CCFF"/>
              </a:solidFill>
              <a:ln>
                <a:noFill/>
              </a:ln>
            </p:spPr>
            <p:style>
              <a:lnRef idx="0">
                <a:scrgbClr r="0" g="0" b="0"/>
              </a:lnRef>
              <a:fillRef idx="0">
                <a:scrgbClr r="0" g="0" b="0"/>
              </a:fillRef>
              <a:effectRef idx="0">
                <a:scrgbClr r="0" g="0" b="0"/>
              </a:effectRef>
              <a:fontRef idx="minor"/>
            </p:style>
          </p:sp>
        </p:grpSp>
        <p:sp>
          <p:nvSpPr>
            <p:cNvPr id="2144" name="CustomShape 298"/>
            <p:cNvSpPr/>
            <p:nvPr/>
          </p:nvSpPr>
          <p:spPr>
            <a:xfrm>
              <a:off x="5983200" y="2041560"/>
              <a:ext cx="282240" cy="204480"/>
            </a:xfrm>
            <a:custGeom>
              <a:avLst/>
              <a:gdLst/>
              <a:ahLst/>
              <a:cxnLst/>
              <a:rect l="l" t="t"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66CCFF"/>
            </a:solidFill>
            <a:ln>
              <a:noFill/>
            </a:ln>
          </p:spPr>
          <p:style>
            <a:lnRef idx="0">
              <a:scrgbClr r="0" g="0" b="0"/>
            </a:lnRef>
            <a:fillRef idx="0">
              <a:scrgbClr r="0" g="0" b="0"/>
            </a:fillRef>
            <a:effectRef idx="0">
              <a:scrgbClr r="0" g="0" b="0"/>
            </a:effectRef>
            <a:fontRef idx="minor"/>
          </p:style>
        </p:sp>
      </p:grpSp>
      <p:grpSp>
        <p:nvGrpSpPr>
          <p:cNvPr id="2145" name="Group 299"/>
          <p:cNvGrpSpPr/>
          <p:nvPr/>
        </p:nvGrpSpPr>
        <p:grpSpPr>
          <a:xfrm>
            <a:off x="6325920" y="2476440"/>
            <a:ext cx="417600" cy="206280"/>
            <a:chOff x="6325920" y="2476440"/>
            <a:chExt cx="417600" cy="206280"/>
          </a:xfrm>
        </p:grpSpPr>
        <p:sp>
          <p:nvSpPr>
            <p:cNvPr id="2146" name="CustomShape 300"/>
            <p:cNvSpPr/>
            <p:nvPr/>
          </p:nvSpPr>
          <p:spPr>
            <a:xfrm flipV="1">
              <a:off x="6327720" y="2532240"/>
              <a:ext cx="415440" cy="1504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47" name="CustomShape 301"/>
            <p:cNvSpPr/>
            <p:nvPr/>
          </p:nvSpPr>
          <p:spPr>
            <a:xfrm>
              <a:off x="6326280" y="2552760"/>
              <a:ext cx="417240" cy="5508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48" name="CustomShape 302"/>
            <p:cNvSpPr/>
            <p:nvPr/>
          </p:nvSpPr>
          <p:spPr>
            <a:xfrm flipV="1">
              <a:off x="6326280" y="2476440"/>
              <a:ext cx="415440" cy="1504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49" name="CustomShape 303"/>
            <p:cNvSpPr/>
            <p:nvPr/>
          </p:nvSpPr>
          <p:spPr>
            <a:xfrm>
              <a:off x="6432480" y="2522520"/>
              <a:ext cx="202680" cy="759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0" name="CustomShape 304"/>
            <p:cNvSpPr/>
            <p:nvPr/>
          </p:nvSpPr>
          <p:spPr>
            <a:xfrm>
              <a:off x="6411960" y="250344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1" name="CustomShape 305"/>
            <p:cNvSpPr/>
            <p:nvPr/>
          </p:nvSpPr>
          <p:spPr>
            <a:xfrm>
              <a:off x="6572160" y="2548080"/>
              <a:ext cx="90000" cy="457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2" name="CustomShape 306"/>
            <p:cNvSpPr/>
            <p:nvPr/>
          </p:nvSpPr>
          <p:spPr>
            <a:xfrm>
              <a:off x="6407280" y="2549520"/>
              <a:ext cx="88560" cy="439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3" name="Line 307"/>
            <p:cNvSpPr/>
            <p:nvPr/>
          </p:nvSpPr>
          <p:spPr>
            <a:xfrm flipH="1" flipV="1">
              <a:off x="6325920" y="2552400"/>
              <a:ext cx="1800" cy="5724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154" name="Line 308"/>
            <p:cNvSpPr/>
            <p:nvPr/>
          </p:nvSpPr>
          <p:spPr>
            <a:xfrm flipH="1" flipV="1">
              <a:off x="6742080" y="2550960"/>
              <a:ext cx="1440" cy="586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155" name="Group 309"/>
          <p:cNvGrpSpPr/>
          <p:nvPr/>
        </p:nvGrpSpPr>
        <p:grpSpPr>
          <a:xfrm>
            <a:off x="7176960" y="2476440"/>
            <a:ext cx="417600" cy="206280"/>
            <a:chOff x="7176960" y="2476440"/>
            <a:chExt cx="417600" cy="206280"/>
          </a:xfrm>
        </p:grpSpPr>
        <p:sp>
          <p:nvSpPr>
            <p:cNvPr id="2156" name="CustomShape 310"/>
            <p:cNvSpPr/>
            <p:nvPr/>
          </p:nvSpPr>
          <p:spPr>
            <a:xfrm flipV="1">
              <a:off x="7178760" y="2532240"/>
              <a:ext cx="415440" cy="1504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7" name="CustomShape 311"/>
            <p:cNvSpPr/>
            <p:nvPr/>
          </p:nvSpPr>
          <p:spPr>
            <a:xfrm>
              <a:off x="7176960" y="2552760"/>
              <a:ext cx="417240" cy="5508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8" name="CustomShape 312"/>
            <p:cNvSpPr/>
            <p:nvPr/>
          </p:nvSpPr>
          <p:spPr>
            <a:xfrm flipV="1">
              <a:off x="7176960" y="2476440"/>
              <a:ext cx="415440" cy="1504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9" name="CustomShape 313"/>
            <p:cNvSpPr/>
            <p:nvPr/>
          </p:nvSpPr>
          <p:spPr>
            <a:xfrm>
              <a:off x="7283520" y="2522520"/>
              <a:ext cx="202680" cy="759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0" name="CustomShape 314"/>
            <p:cNvSpPr/>
            <p:nvPr/>
          </p:nvSpPr>
          <p:spPr>
            <a:xfrm>
              <a:off x="7262640" y="250344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1" name="CustomShape 315"/>
            <p:cNvSpPr/>
            <p:nvPr/>
          </p:nvSpPr>
          <p:spPr>
            <a:xfrm>
              <a:off x="7423200" y="2548080"/>
              <a:ext cx="90000" cy="457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2" name="CustomShape 316"/>
            <p:cNvSpPr/>
            <p:nvPr/>
          </p:nvSpPr>
          <p:spPr>
            <a:xfrm>
              <a:off x="7257960" y="2549520"/>
              <a:ext cx="88560" cy="439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3" name="Line 317"/>
            <p:cNvSpPr/>
            <p:nvPr/>
          </p:nvSpPr>
          <p:spPr>
            <a:xfrm flipH="1" flipV="1">
              <a:off x="7176960" y="2552400"/>
              <a:ext cx="1440" cy="5724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164" name="Line 318"/>
            <p:cNvSpPr/>
            <p:nvPr/>
          </p:nvSpPr>
          <p:spPr>
            <a:xfrm flipH="1" flipV="1">
              <a:off x="7592760" y="2550960"/>
              <a:ext cx="1800" cy="586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165" name="Group 319"/>
          <p:cNvGrpSpPr/>
          <p:nvPr/>
        </p:nvGrpSpPr>
        <p:grpSpPr>
          <a:xfrm>
            <a:off x="7686360" y="2398680"/>
            <a:ext cx="417600" cy="205920"/>
            <a:chOff x="7686360" y="2398680"/>
            <a:chExt cx="417600" cy="205920"/>
          </a:xfrm>
        </p:grpSpPr>
        <p:sp>
          <p:nvSpPr>
            <p:cNvPr id="2166" name="CustomShape 320"/>
            <p:cNvSpPr/>
            <p:nvPr/>
          </p:nvSpPr>
          <p:spPr>
            <a:xfrm flipV="1">
              <a:off x="7688160" y="2454120"/>
              <a:ext cx="415440" cy="1504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7" name="CustomShape 321"/>
            <p:cNvSpPr/>
            <p:nvPr/>
          </p:nvSpPr>
          <p:spPr>
            <a:xfrm>
              <a:off x="7686720" y="2475000"/>
              <a:ext cx="417240" cy="5508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8" name="CustomShape 322"/>
            <p:cNvSpPr/>
            <p:nvPr/>
          </p:nvSpPr>
          <p:spPr>
            <a:xfrm flipV="1">
              <a:off x="7686720" y="2398680"/>
              <a:ext cx="415440" cy="1504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69" name="CustomShape 323"/>
            <p:cNvSpPr/>
            <p:nvPr/>
          </p:nvSpPr>
          <p:spPr>
            <a:xfrm>
              <a:off x="7792920" y="2444760"/>
              <a:ext cx="202680" cy="759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0" name="CustomShape 324"/>
            <p:cNvSpPr/>
            <p:nvPr/>
          </p:nvSpPr>
          <p:spPr>
            <a:xfrm>
              <a:off x="7772400" y="242568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1" name="CustomShape 325"/>
            <p:cNvSpPr/>
            <p:nvPr/>
          </p:nvSpPr>
          <p:spPr>
            <a:xfrm>
              <a:off x="7932600" y="2470320"/>
              <a:ext cx="90000" cy="457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2" name="CustomShape 326"/>
            <p:cNvSpPr/>
            <p:nvPr/>
          </p:nvSpPr>
          <p:spPr>
            <a:xfrm>
              <a:off x="7767720" y="2471760"/>
              <a:ext cx="88560" cy="439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3" name="Line 327"/>
            <p:cNvSpPr/>
            <p:nvPr/>
          </p:nvSpPr>
          <p:spPr>
            <a:xfrm flipH="1" flipV="1">
              <a:off x="7686360" y="2474640"/>
              <a:ext cx="1800" cy="5724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174" name="Line 328"/>
            <p:cNvSpPr/>
            <p:nvPr/>
          </p:nvSpPr>
          <p:spPr>
            <a:xfrm flipH="1" flipV="1">
              <a:off x="8102520" y="2473200"/>
              <a:ext cx="1440" cy="586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175" name="Group 329"/>
          <p:cNvGrpSpPr/>
          <p:nvPr/>
        </p:nvGrpSpPr>
        <p:grpSpPr>
          <a:xfrm>
            <a:off x="7751520" y="2760840"/>
            <a:ext cx="417600" cy="205920"/>
            <a:chOff x="7751520" y="2760840"/>
            <a:chExt cx="417600" cy="205920"/>
          </a:xfrm>
        </p:grpSpPr>
        <p:sp>
          <p:nvSpPr>
            <p:cNvPr id="2176" name="CustomShape 330"/>
            <p:cNvSpPr/>
            <p:nvPr/>
          </p:nvSpPr>
          <p:spPr>
            <a:xfrm flipV="1">
              <a:off x="7753320" y="2816280"/>
              <a:ext cx="415440" cy="1504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7" name="CustomShape 331"/>
            <p:cNvSpPr/>
            <p:nvPr/>
          </p:nvSpPr>
          <p:spPr>
            <a:xfrm>
              <a:off x="7751880" y="2836800"/>
              <a:ext cx="417240" cy="5508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8" name="CustomShape 332"/>
            <p:cNvSpPr/>
            <p:nvPr/>
          </p:nvSpPr>
          <p:spPr>
            <a:xfrm flipV="1">
              <a:off x="7751880" y="2760840"/>
              <a:ext cx="415440" cy="1504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79" name="CustomShape 333"/>
            <p:cNvSpPr/>
            <p:nvPr/>
          </p:nvSpPr>
          <p:spPr>
            <a:xfrm>
              <a:off x="7858080" y="2806560"/>
              <a:ext cx="202680" cy="759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0" name="CustomShape 334"/>
            <p:cNvSpPr/>
            <p:nvPr/>
          </p:nvSpPr>
          <p:spPr>
            <a:xfrm>
              <a:off x="7837560" y="278748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1" name="CustomShape 335"/>
            <p:cNvSpPr/>
            <p:nvPr/>
          </p:nvSpPr>
          <p:spPr>
            <a:xfrm>
              <a:off x="7997760" y="2832120"/>
              <a:ext cx="90000" cy="457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2" name="CustomShape 336"/>
            <p:cNvSpPr/>
            <p:nvPr/>
          </p:nvSpPr>
          <p:spPr>
            <a:xfrm>
              <a:off x="7832880" y="2833560"/>
              <a:ext cx="88560" cy="439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3" name="Line 337"/>
            <p:cNvSpPr/>
            <p:nvPr/>
          </p:nvSpPr>
          <p:spPr>
            <a:xfrm flipH="1" flipV="1">
              <a:off x="7751520" y="2836800"/>
              <a:ext cx="1800" cy="568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184" name="Line 338"/>
            <p:cNvSpPr/>
            <p:nvPr/>
          </p:nvSpPr>
          <p:spPr>
            <a:xfrm flipH="1" flipV="1">
              <a:off x="8167680" y="2835000"/>
              <a:ext cx="1440" cy="586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185" name="Group 339"/>
          <p:cNvGrpSpPr/>
          <p:nvPr/>
        </p:nvGrpSpPr>
        <p:grpSpPr>
          <a:xfrm>
            <a:off x="7200720" y="2760840"/>
            <a:ext cx="417600" cy="204480"/>
            <a:chOff x="7200720" y="2760840"/>
            <a:chExt cx="417600" cy="204480"/>
          </a:xfrm>
        </p:grpSpPr>
        <p:sp>
          <p:nvSpPr>
            <p:cNvPr id="2186" name="CustomShape 340"/>
            <p:cNvSpPr/>
            <p:nvPr/>
          </p:nvSpPr>
          <p:spPr>
            <a:xfrm flipV="1">
              <a:off x="7202520" y="2816280"/>
              <a:ext cx="415440" cy="14904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7" name="CustomShape 341"/>
            <p:cNvSpPr/>
            <p:nvPr/>
          </p:nvSpPr>
          <p:spPr>
            <a:xfrm>
              <a:off x="7201080" y="2836800"/>
              <a:ext cx="417240" cy="536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8" name="CustomShape 342"/>
            <p:cNvSpPr/>
            <p:nvPr/>
          </p:nvSpPr>
          <p:spPr>
            <a:xfrm flipV="1">
              <a:off x="7201080" y="2760840"/>
              <a:ext cx="415440" cy="14904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9" name="CustomShape 343"/>
            <p:cNvSpPr/>
            <p:nvPr/>
          </p:nvSpPr>
          <p:spPr>
            <a:xfrm>
              <a:off x="7307280" y="2806560"/>
              <a:ext cx="202680" cy="74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0" name="CustomShape 344"/>
            <p:cNvSpPr/>
            <p:nvPr/>
          </p:nvSpPr>
          <p:spPr>
            <a:xfrm>
              <a:off x="7286760" y="278748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1" name="CustomShape 345"/>
            <p:cNvSpPr/>
            <p:nvPr/>
          </p:nvSpPr>
          <p:spPr>
            <a:xfrm>
              <a:off x="7446960" y="2832120"/>
              <a:ext cx="90000" cy="439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2" name="CustomShape 346"/>
            <p:cNvSpPr/>
            <p:nvPr/>
          </p:nvSpPr>
          <p:spPr>
            <a:xfrm>
              <a:off x="7281720" y="2832120"/>
              <a:ext cx="88560" cy="457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3" name="Line 347"/>
            <p:cNvSpPr/>
            <p:nvPr/>
          </p:nvSpPr>
          <p:spPr>
            <a:xfrm flipH="1" flipV="1">
              <a:off x="7200720" y="2835000"/>
              <a:ext cx="1440" cy="586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194" name="Line 348"/>
            <p:cNvSpPr/>
            <p:nvPr/>
          </p:nvSpPr>
          <p:spPr>
            <a:xfrm flipH="1" flipV="1">
              <a:off x="7616520" y="2835000"/>
              <a:ext cx="1800" cy="5724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195" name="Group 349"/>
          <p:cNvGrpSpPr/>
          <p:nvPr/>
        </p:nvGrpSpPr>
        <p:grpSpPr>
          <a:xfrm>
            <a:off x="7083360" y="3627360"/>
            <a:ext cx="417240" cy="204840"/>
            <a:chOff x="7083360" y="3627360"/>
            <a:chExt cx="417240" cy="204840"/>
          </a:xfrm>
        </p:grpSpPr>
        <p:sp>
          <p:nvSpPr>
            <p:cNvPr id="2196" name="CustomShape 350"/>
            <p:cNvSpPr/>
            <p:nvPr/>
          </p:nvSpPr>
          <p:spPr>
            <a:xfrm flipV="1">
              <a:off x="7085160" y="3683160"/>
              <a:ext cx="415440" cy="14904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7" name="CustomShape 351"/>
            <p:cNvSpPr/>
            <p:nvPr/>
          </p:nvSpPr>
          <p:spPr>
            <a:xfrm>
              <a:off x="7083360" y="3703680"/>
              <a:ext cx="417240" cy="536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8" name="CustomShape 352"/>
            <p:cNvSpPr/>
            <p:nvPr/>
          </p:nvSpPr>
          <p:spPr>
            <a:xfrm flipV="1">
              <a:off x="7083360" y="3627360"/>
              <a:ext cx="415440" cy="14904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9" name="CustomShape 353"/>
            <p:cNvSpPr/>
            <p:nvPr/>
          </p:nvSpPr>
          <p:spPr>
            <a:xfrm>
              <a:off x="7189920" y="3673440"/>
              <a:ext cx="202680" cy="74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0" name="CustomShape 354"/>
            <p:cNvSpPr/>
            <p:nvPr/>
          </p:nvSpPr>
          <p:spPr>
            <a:xfrm>
              <a:off x="7169040" y="365436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1" name="CustomShape 355"/>
            <p:cNvSpPr/>
            <p:nvPr/>
          </p:nvSpPr>
          <p:spPr>
            <a:xfrm>
              <a:off x="7329600" y="3699000"/>
              <a:ext cx="90000" cy="439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2" name="CustomShape 356"/>
            <p:cNvSpPr/>
            <p:nvPr/>
          </p:nvSpPr>
          <p:spPr>
            <a:xfrm>
              <a:off x="7164360" y="3699000"/>
              <a:ext cx="88560" cy="457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3" name="Line 357"/>
            <p:cNvSpPr/>
            <p:nvPr/>
          </p:nvSpPr>
          <p:spPr>
            <a:xfrm flipH="1" flipV="1">
              <a:off x="7083360" y="3701880"/>
              <a:ext cx="1440" cy="586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204" name="Line 358"/>
            <p:cNvSpPr/>
            <p:nvPr/>
          </p:nvSpPr>
          <p:spPr>
            <a:xfrm flipH="1" flipV="1">
              <a:off x="7499160" y="3701880"/>
              <a:ext cx="1440" cy="5724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205" name="Group 359"/>
          <p:cNvGrpSpPr/>
          <p:nvPr/>
        </p:nvGrpSpPr>
        <p:grpSpPr>
          <a:xfrm>
            <a:off x="7424640" y="3897360"/>
            <a:ext cx="417600" cy="204480"/>
            <a:chOff x="7424640" y="3897360"/>
            <a:chExt cx="417600" cy="204480"/>
          </a:xfrm>
        </p:grpSpPr>
        <p:sp>
          <p:nvSpPr>
            <p:cNvPr id="2206" name="CustomShape 360"/>
            <p:cNvSpPr/>
            <p:nvPr/>
          </p:nvSpPr>
          <p:spPr>
            <a:xfrm flipV="1">
              <a:off x="7426440" y="3952800"/>
              <a:ext cx="415440" cy="14904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7" name="CustomShape 361"/>
            <p:cNvSpPr/>
            <p:nvPr/>
          </p:nvSpPr>
          <p:spPr>
            <a:xfrm>
              <a:off x="7424640" y="3973680"/>
              <a:ext cx="417240" cy="536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8" name="CustomShape 362"/>
            <p:cNvSpPr/>
            <p:nvPr/>
          </p:nvSpPr>
          <p:spPr>
            <a:xfrm flipV="1">
              <a:off x="7424640" y="3897360"/>
              <a:ext cx="415440" cy="14904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09" name="CustomShape 363"/>
            <p:cNvSpPr/>
            <p:nvPr/>
          </p:nvSpPr>
          <p:spPr>
            <a:xfrm>
              <a:off x="7531200" y="3943440"/>
              <a:ext cx="202680" cy="74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0" name="CustomShape 364"/>
            <p:cNvSpPr/>
            <p:nvPr/>
          </p:nvSpPr>
          <p:spPr>
            <a:xfrm>
              <a:off x="7510320" y="392436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1" name="CustomShape 365"/>
            <p:cNvSpPr/>
            <p:nvPr/>
          </p:nvSpPr>
          <p:spPr>
            <a:xfrm>
              <a:off x="7670880" y="3968640"/>
              <a:ext cx="90000" cy="439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2" name="CustomShape 366"/>
            <p:cNvSpPr/>
            <p:nvPr/>
          </p:nvSpPr>
          <p:spPr>
            <a:xfrm>
              <a:off x="7505640" y="3968640"/>
              <a:ext cx="88560" cy="457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3" name="Line 367"/>
            <p:cNvSpPr/>
            <p:nvPr/>
          </p:nvSpPr>
          <p:spPr>
            <a:xfrm flipH="1" flipV="1">
              <a:off x="7424640" y="3971880"/>
              <a:ext cx="1440" cy="586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214" name="Line 368"/>
            <p:cNvSpPr/>
            <p:nvPr/>
          </p:nvSpPr>
          <p:spPr>
            <a:xfrm flipH="1" flipV="1">
              <a:off x="7840440" y="3971880"/>
              <a:ext cx="1800" cy="568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215" name="Group 369"/>
          <p:cNvGrpSpPr/>
          <p:nvPr/>
        </p:nvGrpSpPr>
        <p:grpSpPr>
          <a:xfrm>
            <a:off x="7740360" y="3637080"/>
            <a:ext cx="416160" cy="204480"/>
            <a:chOff x="7740360" y="3637080"/>
            <a:chExt cx="416160" cy="204480"/>
          </a:xfrm>
        </p:grpSpPr>
        <p:sp>
          <p:nvSpPr>
            <p:cNvPr id="2216" name="CustomShape 370"/>
            <p:cNvSpPr/>
            <p:nvPr/>
          </p:nvSpPr>
          <p:spPr>
            <a:xfrm flipV="1">
              <a:off x="7742160" y="3692520"/>
              <a:ext cx="414000" cy="14904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7" name="CustomShape 371"/>
            <p:cNvSpPr/>
            <p:nvPr/>
          </p:nvSpPr>
          <p:spPr>
            <a:xfrm>
              <a:off x="7740720" y="3713040"/>
              <a:ext cx="415440" cy="5364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8" name="CustomShape 372"/>
            <p:cNvSpPr/>
            <p:nvPr/>
          </p:nvSpPr>
          <p:spPr>
            <a:xfrm flipV="1">
              <a:off x="7740720" y="3637080"/>
              <a:ext cx="414000" cy="14904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9" name="CustomShape 373"/>
            <p:cNvSpPr/>
            <p:nvPr/>
          </p:nvSpPr>
          <p:spPr>
            <a:xfrm>
              <a:off x="7846920" y="3683160"/>
              <a:ext cx="201240" cy="741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0" name="CustomShape 374"/>
            <p:cNvSpPr/>
            <p:nvPr/>
          </p:nvSpPr>
          <p:spPr>
            <a:xfrm>
              <a:off x="7826400" y="3664080"/>
              <a:ext cx="244080" cy="5220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1" name="CustomShape 375"/>
            <p:cNvSpPr/>
            <p:nvPr/>
          </p:nvSpPr>
          <p:spPr>
            <a:xfrm>
              <a:off x="7986600" y="3708360"/>
              <a:ext cx="88560" cy="4392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2" name="CustomShape 376"/>
            <p:cNvSpPr/>
            <p:nvPr/>
          </p:nvSpPr>
          <p:spPr>
            <a:xfrm>
              <a:off x="7821720" y="3708360"/>
              <a:ext cx="88560" cy="4572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3" name="Line 377"/>
            <p:cNvSpPr/>
            <p:nvPr/>
          </p:nvSpPr>
          <p:spPr>
            <a:xfrm flipH="1" flipV="1">
              <a:off x="7740360" y="3711240"/>
              <a:ext cx="1800" cy="5904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224" name="Line 378"/>
            <p:cNvSpPr/>
            <p:nvPr/>
          </p:nvSpPr>
          <p:spPr>
            <a:xfrm flipH="1" flipV="1">
              <a:off x="8154720" y="3711240"/>
              <a:ext cx="1800" cy="5724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225" name="Group 379"/>
          <p:cNvGrpSpPr/>
          <p:nvPr/>
        </p:nvGrpSpPr>
        <p:grpSpPr>
          <a:xfrm>
            <a:off x="6056280" y="3657240"/>
            <a:ext cx="376200" cy="168120"/>
            <a:chOff x="6056280" y="3657240"/>
            <a:chExt cx="376200" cy="168120"/>
          </a:xfrm>
        </p:grpSpPr>
        <p:sp>
          <p:nvSpPr>
            <p:cNvPr id="2226" name="CustomShape 380"/>
            <p:cNvSpPr/>
            <p:nvPr/>
          </p:nvSpPr>
          <p:spPr>
            <a:xfrm flipV="1">
              <a:off x="6058080" y="3702960"/>
              <a:ext cx="374400" cy="12204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7" name="CustomShape 381"/>
            <p:cNvSpPr/>
            <p:nvPr/>
          </p:nvSpPr>
          <p:spPr>
            <a:xfrm>
              <a:off x="6056280" y="3720960"/>
              <a:ext cx="375840" cy="439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8" name="CustomShape 382"/>
            <p:cNvSpPr/>
            <p:nvPr/>
          </p:nvSpPr>
          <p:spPr>
            <a:xfrm flipV="1">
              <a:off x="6056280" y="3656880"/>
              <a:ext cx="374400" cy="12204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9" name="CustomShape 383"/>
            <p:cNvSpPr/>
            <p:nvPr/>
          </p:nvSpPr>
          <p:spPr>
            <a:xfrm>
              <a:off x="6153120" y="3693960"/>
              <a:ext cx="182160" cy="6156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30" name="CustomShape 384"/>
            <p:cNvSpPr/>
            <p:nvPr/>
          </p:nvSpPr>
          <p:spPr>
            <a:xfrm>
              <a:off x="6134040" y="3679920"/>
              <a:ext cx="220320" cy="4248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31" name="CustomShape 385"/>
            <p:cNvSpPr/>
            <p:nvPr/>
          </p:nvSpPr>
          <p:spPr>
            <a:xfrm>
              <a:off x="6278400" y="3716280"/>
              <a:ext cx="80640" cy="3600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32" name="CustomShape 386"/>
            <p:cNvSpPr/>
            <p:nvPr/>
          </p:nvSpPr>
          <p:spPr>
            <a:xfrm>
              <a:off x="6129360" y="3716280"/>
              <a:ext cx="80640" cy="3780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33" name="Line 387"/>
            <p:cNvSpPr/>
            <p:nvPr/>
          </p:nvSpPr>
          <p:spPr>
            <a:xfrm flipH="1" flipV="1">
              <a:off x="6056280" y="3719160"/>
              <a:ext cx="1440" cy="478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234" name="Line 388"/>
            <p:cNvSpPr/>
            <p:nvPr/>
          </p:nvSpPr>
          <p:spPr>
            <a:xfrm flipH="1" flipV="1">
              <a:off x="6430680" y="3717720"/>
              <a:ext cx="1800" cy="475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235" name="Group 389"/>
          <p:cNvGrpSpPr/>
          <p:nvPr/>
        </p:nvGrpSpPr>
        <p:grpSpPr>
          <a:xfrm>
            <a:off x="6970680" y="4492800"/>
            <a:ext cx="522000" cy="259920"/>
            <a:chOff x="6970680" y="4492800"/>
            <a:chExt cx="522000" cy="259920"/>
          </a:xfrm>
        </p:grpSpPr>
        <p:sp>
          <p:nvSpPr>
            <p:cNvPr id="2236" name="CustomShape 390"/>
            <p:cNvSpPr/>
            <p:nvPr/>
          </p:nvSpPr>
          <p:spPr>
            <a:xfrm flipV="1">
              <a:off x="6972480" y="4562640"/>
              <a:ext cx="520200" cy="1900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37" name="CustomShape 391"/>
            <p:cNvSpPr/>
            <p:nvPr/>
          </p:nvSpPr>
          <p:spPr>
            <a:xfrm>
              <a:off x="6970680" y="4589640"/>
              <a:ext cx="522000" cy="6948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38" name="CustomShape 392"/>
            <p:cNvSpPr/>
            <p:nvPr/>
          </p:nvSpPr>
          <p:spPr>
            <a:xfrm flipV="1">
              <a:off x="6970680" y="4492800"/>
              <a:ext cx="520200" cy="1900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39" name="CustomShape 393"/>
            <p:cNvSpPr/>
            <p:nvPr/>
          </p:nvSpPr>
          <p:spPr>
            <a:xfrm>
              <a:off x="7104240" y="4549680"/>
              <a:ext cx="253800" cy="964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0" name="CustomShape 394"/>
            <p:cNvSpPr/>
            <p:nvPr/>
          </p:nvSpPr>
          <p:spPr>
            <a:xfrm>
              <a:off x="7077240" y="4525920"/>
              <a:ext cx="307440" cy="6624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1" name="CustomShape 395"/>
            <p:cNvSpPr/>
            <p:nvPr/>
          </p:nvSpPr>
          <p:spPr>
            <a:xfrm>
              <a:off x="7278840" y="4583160"/>
              <a:ext cx="112320" cy="5688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2" name="CustomShape 396"/>
            <p:cNvSpPr/>
            <p:nvPr/>
          </p:nvSpPr>
          <p:spPr>
            <a:xfrm>
              <a:off x="7072200" y="4584600"/>
              <a:ext cx="110880" cy="568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3" name="Line 397"/>
            <p:cNvSpPr/>
            <p:nvPr/>
          </p:nvSpPr>
          <p:spPr>
            <a:xfrm flipH="1" flipV="1">
              <a:off x="6970680" y="4587840"/>
              <a:ext cx="1440" cy="727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244" name="Line 398"/>
            <p:cNvSpPr/>
            <p:nvPr/>
          </p:nvSpPr>
          <p:spPr>
            <a:xfrm flipH="1" flipV="1">
              <a:off x="7491240" y="4586040"/>
              <a:ext cx="1440" cy="730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245" name="Group 399"/>
          <p:cNvGrpSpPr/>
          <p:nvPr/>
        </p:nvGrpSpPr>
        <p:grpSpPr>
          <a:xfrm>
            <a:off x="6260760" y="4819680"/>
            <a:ext cx="522360" cy="259920"/>
            <a:chOff x="6260760" y="4819680"/>
            <a:chExt cx="522360" cy="259920"/>
          </a:xfrm>
        </p:grpSpPr>
        <p:sp>
          <p:nvSpPr>
            <p:cNvPr id="2246" name="CustomShape 400"/>
            <p:cNvSpPr/>
            <p:nvPr/>
          </p:nvSpPr>
          <p:spPr>
            <a:xfrm flipV="1">
              <a:off x="6262560" y="4889520"/>
              <a:ext cx="520200" cy="1900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7" name="CustomShape 401"/>
            <p:cNvSpPr/>
            <p:nvPr/>
          </p:nvSpPr>
          <p:spPr>
            <a:xfrm>
              <a:off x="6261120" y="4916520"/>
              <a:ext cx="522000" cy="6948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8" name="CustomShape 402"/>
            <p:cNvSpPr/>
            <p:nvPr/>
          </p:nvSpPr>
          <p:spPr>
            <a:xfrm flipV="1">
              <a:off x="6261120" y="4819680"/>
              <a:ext cx="520200" cy="1900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49" name="CustomShape 403"/>
            <p:cNvSpPr/>
            <p:nvPr/>
          </p:nvSpPr>
          <p:spPr>
            <a:xfrm>
              <a:off x="6394320" y="4876920"/>
              <a:ext cx="253800" cy="964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0" name="CustomShape 404"/>
            <p:cNvSpPr/>
            <p:nvPr/>
          </p:nvSpPr>
          <p:spPr>
            <a:xfrm>
              <a:off x="6367320" y="4853160"/>
              <a:ext cx="307440" cy="6624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1" name="CustomShape 405"/>
            <p:cNvSpPr/>
            <p:nvPr/>
          </p:nvSpPr>
          <p:spPr>
            <a:xfrm>
              <a:off x="6568920" y="4910040"/>
              <a:ext cx="112320" cy="5688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2" name="CustomShape 406"/>
            <p:cNvSpPr/>
            <p:nvPr/>
          </p:nvSpPr>
          <p:spPr>
            <a:xfrm>
              <a:off x="6362640" y="4911840"/>
              <a:ext cx="110880" cy="568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3" name="Line 407"/>
            <p:cNvSpPr/>
            <p:nvPr/>
          </p:nvSpPr>
          <p:spPr>
            <a:xfrm flipH="1" flipV="1">
              <a:off x="6260760" y="4914720"/>
              <a:ext cx="1800" cy="730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254" name="Line 408"/>
            <p:cNvSpPr/>
            <p:nvPr/>
          </p:nvSpPr>
          <p:spPr>
            <a:xfrm flipH="1" flipV="1">
              <a:off x="6781680" y="4913280"/>
              <a:ext cx="1440" cy="7272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grpSp>
        <p:nvGrpSpPr>
          <p:cNvPr id="2255" name="Group 409"/>
          <p:cNvGrpSpPr/>
          <p:nvPr/>
        </p:nvGrpSpPr>
        <p:grpSpPr>
          <a:xfrm>
            <a:off x="7692840" y="4813200"/>
            <a:ext cx="522360" cy="259920"/>
            <a:chOff x="7692840" y="4813200"/>
            <a:chExt cx="522360" cy="259920"/>
          </a:xfrm>
        </p:grpSpPr>
        <p:sp>
          <p:nvSpPr>
            <p:cNvPr id="2256" name="CustomShape 410"/>
            <p:cNvSpPr/>
            <p:nvPr/>
          </p:nvSpPr>
          <p:spPr>
            <a:xfrm flipV="1">
              <a:off x="7694640" y="4883040"/>
              <a:ext cx="520200" cy="19008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7" name="CustomShape 411"/>
            <p:cNvSpPr/>
            <p:nvPr/>
          </p:nvSpPr>
          <p:spPr>
            <a:xfrm>
              <a:off x="7693200" y="4910040"/>
              <a:ext cx="522000" cy="6948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8" name="CustomShape 412"/>
            <p:cNvSpPr/>
            <p:nvPr/>
          </p:nvSpPr>
          <p:spPr>
            <a:xfrm flipV="1">
              <a:off x="7693200" y="4813200"/>
              <a:ext cx="520200" cy="19008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9" name="CustomShape 413"/>
            <p:cNvSpPr/>
            <p:nvPr/>
          </p:nvSpPr>
          <p:spPr>
            <a:xfrm>
              <a:off x="7826400" y="4870440"/>
              <a:ext cx="253800" cy="9648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60" name="CustomShape 414"/>
            <p:cNvSpPr/>
            <p:nvPr/>
          </p:nvSpPr>
          <p:spPr>
            <a:xfrm>
              <a:off x="7799400" y="4846680"/>
              <a:ext cx="307440" cy="6624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61" name="CustomShape 415"/>
            <p:cNvSpPr/>
            <p:nvPr/>
          </p:nvSpPr>
          <p:spPr>
            <a:xfrm>
              <a:off x="8001000" y="4903920"/>
              <a:ext cx="112320" cy="5688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62" name="CustomShape 416"/>
            <p:cNvSpPr/>
            <p:nvPr/>
          </p:nvSpPr>
          <p:spPr>
            <a:xfrm>
              <a:off x="7794720" y="4905360"/>
              <a:ext cx="110880" cy="5688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63" name="Line 417"/>
            <p:cNvSpPr/>
            <p:nvPr/>
          </p:nvSpPr>
          <p:spPr>
            <a:xfrm flipH="1" flipV="1">
              <a:off x="7692840" y="4908240"/>
              <a:ext cx="1440" cy="730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264" name="Line 418"/>
            <p:cNvSpPr/>
            <p:nvPr/>
          </p:nvSpPr>
          <p:spPr>
            <a:xfrm flipH="1" flipV="1">
              <a:off x="8213400" y="4906800"/>
              <a:ext cx="1800" cy="7308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sp>
        <p:nvSpPr>
          <p:cNvPr id="2265" name="TextShape 419"/>
          <p:cNvSpPr txBox="1"/>
          <p:nvPr/>
        </p:nvSpPr>
        <p:spPr>
          <a:xfrm>
            <a:off x="8255160" y="6124680"/>
            <a:ext cx="626760" cy="364680"/>
          </a:xfrm>
          <a:prstGeom prst="rect">
            <a:avLst/>
          </a:prstGeom>
          <a:noFill/>
          <a:ln>
            <a:noFill/>
          </a:ln>
        </p:spPr>
        <p:txBody>
          <a:bodyPr anchor="ctr">
            <a:noAutofit/>
          </a:bodyPr>
          <a:lstStyle/>
          <a:p>
            <a:pPr algn="r">
              <a:lnSpc>
                <a:spcPct val="100000"/>
              </a:lnSpc>
            </a:pPr>
            <a:fld id="{7B647F56-A744-433D-9B84-B5168332853C}" type="slidenum">
              <a:rPr lang="nl-NL" sz="1000" b="0" strike="noStrike" spc="-1">
                <a:solidFill>
                  <a:srgbClr val="FFFFFF"/>
                </a:solidFill>
                <a:latin typeface="Arial"/>
                <a:ea typeface="ＭＳ Ｐゴシック"/>
              </a:rPr>
              <a:t>33</a:t>
            </a:fld>
            <a:endParaRPr lang="nl-NL" sz="1000" b="0" strike="noStrike" spc="-1">
              <a:latin typeface="Calibri"/>
            </a:endParaRPr>
          </a:p>
        </p:txBody>
      </p:sp>
      <p:sp>
        <p:nvSpPr>
          <p:cNvPr id="2266" name="CustomShape 420"/>
          <p:cNvSpPr/>
          <p:nvPr/>
        </p:nvSpPr>
        <p:spPr>
          <a:xfrm>
            <a:off x="5548320" y="59720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9</a:t>
            </a:r>
            <a:endParaRPr lang="nl-NL" sz="1400" b="0" strike="noStrike" spc="-1">
              <a:latin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7" name="TextShape 1"/>
          <p:cNvSpPr txBox="1"/>
          <p:nvPr/>
        </p:nvSpPr>
        <p:spPr>
          <a:xfrm>
            <a:off x="457200" y="581040"/>
            <a:ext cx="822924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MAC</a:t>
            </a:r>
            <a:r>
              <a:rPr lang="en-US" sz="3200" b="0" strike="noStrike" spc="-1">
                <a:solidFill>
                  <a:srgbClr val="25167A"/>
                </a:solidFill>
                <a:latin typeface="Arial"/>
              </a:rPr>
              <a:t> addresses</a:t>
            </a:r>
            <a:endParaRPr lang="nl-NL" sz="3200" b="0" strike="noStrike" spc="-1">
              <a:solidFill>
                <a:srgbClr val="000000"/>
              </a:solidFill>
              <a:latin typeface="Arial"/>
            </a:endParaRPr>
          </a:p>
        </p:txBody>
      </p:sp>
      <p:sp>
        <p:nvSpPr>
          <p:cNvPr id="2268" name="TextShape 2"/>
          <p:cNvSpPr txBox="1"/>
          <p:nvPr/>
        </p:nvSpPr>
        <p:spPr>
          <a:xfrm>
            <a:off x="457200" y="2087640"/>
            <a:ext cx="8229240" cy="4038120"/>
          </a:xfrm>
          <a:prstGeom prst="rect">
            <a:avLst/>
          </a:prstGeom>
          <a:noFill/>
          <a:ln>
            <a:noFill/>
          </a:ln>
        </p:spPr>
        <p:txBody>
          <a:bodyPr>
            <a:noAutofit/>
          </a:bodyPr>
          <a:lstStyle/>
          <a:p>
            <a:pPr>
              <a:lnSpc>
                <a:spcPct val="100000"/>
              </a:lnSpc>
              <a:spcBef>
                <a:spcPts val="400"/>
              </a:spcBef>
              <a:tabLst>
                <a:tab pos="0" algn="l"/>
              </a:tabLst>
            </a:pPr>
            <a:r>
              <a:rPr lang="en-US" sz="2000" b="0" strike="noStrike" spc="-1">
                <a:solidFill>
                  <a:srgbClr val="000000"/>
                </a:solidFill>
                <a:latin typeface="Arial"/>
              </a:rPr>
              <a:t>32-bit IP address: </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i="1" strike="noStrike" spc="-1">
                <a:solidFill>
                  <a:srgbClr val="000000"/>
                </a:solidFill>
                <a:latin typeface="Arial"/>
              </a:rPr>
              <a:t>network-layer</a:t>
            </a:r>
            <a:r>
              <a:rPr lang="en-US" sz="1800" b="0" strike="noStrike" spc="-1">
                <a:solidFill>
                  <a:srgbClr val="000000"/>
                </a:solidFill>
                <a:latin typeface="Arial"/>
              </a:rPr>
              <a:t> address for interface</a:t>
            </a:r>
            <a:endParaRPr lang="nl-NL" sz="18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used for layer 3 (network layer) forwarding</a:t>
            </a:r>
            <a:endParaRPr lang="nl-NL" sz="1800" b="0" strike="noStrike" spc="-1">
              <a:solidFill>
                <a:srgbClr val="000000"/>
              </a:solidFill>
              <a:latin typeface="Arial"/>
            </a:endParaRPr>
          </a:p>
          <a:p>
            <a:pPr>
              <a:lnSpc>
                <a:spcPct val="100000"/>
              </a:lnSpc>
              <a:spcBef>
                <a:spcPts val="400"/>
              </a:spcBef>
              <a:tabLst>
                <a:tab pos="0" algn="l"/>
              </a:tabLst>
            </a:pPr>
            <a:r>
              <a:rPr lang="en-US" sz="2000" b="0" strike="noStrike" spc="-1">
                <a:solidFill>
                  <a:srgbClr val="000000"/>
                </a:solidFill>
                <a:latin typeface="Arial"/>
              </a:rPr>
              <a:t>MAC (or LAN or physical or Ethernet) address:</a:t>
            </a:r>
            <a:r>
              <a:rPr lang="en-US" sz="2000" b="0" strike="noStrike" spc="-1">
                <a:solidFill>
                  <a:srgbClr val="FF0000"/>
                </a:solidFill>
                <a:latin typeface="Arial"/>
              </a:rPr>
              <a:t> </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function:</a:t>
            </a:r>
            <a:r>
              <a:rPr lang="en-US" sz="1800" b="0" strike="noStrike" spc="-1">
                <a:solidFill>
                  <a:srgbClr val="C0504D"/>
                </a:solidFill>
                <a:latin typeface="Arial"/>
              </a:rPr>
              <a:t> </a:t>
            </a:r>
            <a:r>
              <a:rPr lang="en-US" sz="1800" b="0" i="1" strike="noStrike" spc="-1">
                <a:solidFill>
                  <a:srgbClr val="CC0000"/>
                </a:solidFill>
                <a:latin typeface="Arial"/>
              </a:rPr>
              <a:t>used ‘locally” to get frame from one interface to another physically-connected interface (same network, in IP-addressing sense)</a:t>
            </a:r>
            <a:endParaRPr lang="nl-NL" sz="1800" b="0" strike="noStrike" spc="-1">
              <a:solidFill>
                <a:srgbClr val="000000"/>
              </a:solidFill>
              <a:latin typeface="Arial"/>
            </a:endParaRPr>
          </a:p>
          <a:p>
            <a:pPr marL="628560" lvl="1" indent="-285480">
              <a:lnSpc>
                <a:spcPct val="90000"/>
              </a:lnSpc>
              <a:spcBef>
                <a:spcPts val="360"/>
              </a:spcBef>
              <a:buClr>
                <a:srgbClr val="000000"/>
              </a:buClr>
              <a:buFont typeface="Arial"/>
              <a:buChar char="•"/>
              <a:tabLst>
                <a:tab pos="0" algn="l"/>
              </a:tabLst>
            </a:pPr>
            <a:r>
              <a:rPr lang="en-US" sz="1800" b="0" strike="noStrike" spc="-1">
                <a:solidFill>
                  <a:srgbClr val="000000"/>
                </a:solidFill>
                <a:latin typeface="Arial"/>
              </a:rPr>
              <a:t>48 bit MAC address burned in NIC ROM</a:t>
            </a:r>
            <a:endParaRPr lang="nl-NL" sz="1800" b="0" strike="noStrike" spc="-1">
              <a:solidFill>
                <a:srgbClr val="000000"/>
              </a:solidFill>
              <a:latin typeface="Arial"/>
            </a:endParaRPr>
          </a:p>
          <a:p>
            <a:pPr marL="628560" lvl="1" indent="-285480">
              <a:lnSpc>
                <a:spcPct val="90000"/>
              </a:lnSpc>
              <a:spcBef>
                <a:spcPts val="360"/>
              </a:spcBef>
              <a:buClr>
                <a:srgbClr val="000000"/>
              </a:buClr>
              <a:buFont typeface="Arial"/>
              <a:buChar char="•"/>
              <a:tabLst>
                <a:tab pos="0" algn="l"/>
              </a:tabLst>
            </a:pPr>
            <a:r>
              <a:rPr lang="en-US" sz="1800" b="0" strike="noStrike" spc="-1">
                <a:solidFill>
                  <a:srgbClr val="000000"/>
                </a:solidFill>
                <a:latin typeface="Arial"/>
              </a:rPr>
              <a:t>e.g.: 1A-2F-BB-76-09-AD</a:t>
            </a:r>
            <a:endParaRPr lang="nl-NL" sz="1800" b="0" strike="noStrike" spc="-1">
              <a:solidFill>
                <a:srgbClr val="000000"/>
              </a:solidFill>
              <a:latin typeface="Arial"/>
            </a:endParaRPr>
          </a:p>
          <a:p>
            <a:endParaRPr lang="nl-NL" sz="1800" b="0" strike="noStrike" spc="-1">
              <a:solidFill>
                <a:srgbClr val="000000"/>
              </a:solidFill>
              <a:latin typeface="Arial"/>
            </a:endParaRPr>
          </a:p>
        </p:txBody>
      </p:sp>
      <p:sp>
        <p:nvSpPr>
          <p:cNvPr id="2269"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96C4B1F8-0AF6-4DFB-81BE-9ADDAA15479A}" type="slidenum">
              <a:rPr lang="nl-NL" sz="1000" b="0" strike="noStrike" spc="-1">
                <a:solidFill>
                  <a:srgbClr val="FFFFFF"/>
                </a:solidFill>
                <a:latin typeface="Arial"/>
                <a:ea typeface="ＭＳ Ｐゴシック"/>
              </a:rPr>
              <a:t>34</a:t>
            </a:fld>
            <a:endParaRPr lang="nl-NL" sz="1000" b="0" strike="noStrike" spc="-1">
              <a:latin typeface="Calibri"/>
            </a:endParaRPr>
          </a:p>
        </p:txBody>
      </p:sp>
      <p:pic>
        <p:nvPicPr>
          <p:cNvPr id="2270" name="Picture 4" descr="underline_base"/>
          <p:cNvPicPr/>
          <p:nvPr/>
        </p:nvPicPr>
        <p:blipFill>
          <a:blip r:embed="rId3"/>
          <a:stretch/>
        </p:blipFill>
        <p:spPr>
          <a:xfrm>
            <a:off x="457200" y="1444680"/>
            <a:ext cx="3112560" cy="172800"/>
          </a:xfrm>
          <a:prstGeom prst="rect">
            <a:avLst/>
          </a:prstGeom>
          <a:ln>
            <a:noFill/>
          </a:ln>
        </p:spPr>
      </p:pic>
      <p:sp>
        <p:nvSpPr>
          <p:cNvPr id="2271" name="CustomShape 4"/>
          <p:cNvSpPr/>
          <p:nvPr/>
        </p:nvSpPr>
        <p:spPr>
          <a:xfrm>
            <a:off x="900360" y="5092560"/>
            <a:ext cx="356724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strike="noStrike" spc="-1">
                <a:solidFill>
                  <a:srgbClr val="000099"/>
                </a:solidFill>
                <a:latin typeface="Arial"/>
                <a:ea typeface="MS PGothic"/>
              </a:rPr>
              <a:t>hexadecimal (base 16) notation</a:t>
            </a:r>
            <a:endParaRPr lang="nl-NL" sz="1800" b="0" strike="noStrike" spc="-1">
              <a:latin typeface="Calibri"/>
            </a:endParaRPr>
          </a:p>
          <a:p>
            <a:pPr algn="ctr">
              <a:lnSpc>
                <a:spcPct val="100000"/>
              </a:lnSpc>
            </a:pPr>
            <a:r>
              <a:rPr lang="en-US" sz="1800" b="0" strike="noStrike" spc="-1">
                <a:solidFill>
                  <a:srgbClr val="000099"/>
                </a:solidFill>
                <a:latin typeface="Arial"/>
                <a:ea typeface="MS PGothic"/>
              </a:rPr>
              <a:t>(each “number” represents 4 bits)</a:t>
            </a:r>
            <a:endParaRPr lang="nl-NL" sz="1800" b="0" strike="noStrike" spc="-1">
              <a:latin typeface="Calibri"/>
            </a:endParaRPr>
          </a:p>
        </p:txBody>
      </p:sp>
      <p:sp>
        <p:nvSpPr>
          <p:cNvPr id="2272" name="Line 5"/>
          <p:cNvSpPr/>
          <p:nvPr/>
        </p:nvSpPr>
        <p:spPr>
          <a:xfrm flipV="1">
            <a:off x="2116080" y="4827240"/>
            <a:ext cx="188640" cy="330480"/>
          </a:xfrm>
          <a:prstGeom prst="line">
            <a:avLst/>
          </a:prstGeom>
          <a:ln w="9360">
            <a:solidFill>
              <a:schemeClr val="tx1"/>
            </a:solidFill>
            <a:round/>
          </a:ln>
        </p:spPr>
        <p:style>
          <a:lnRef idx="0">
            <a:scrgbClr r="0" g="0" b="0"/>
          </a:lnRef>
          <a:fillRef idx="0">
            <a:scrgbClr r="0" g="0" b="0"/>
          </a:fillRef>
          <a:effectRef idx="0">
            <a:scrgbClr r="0" g="0" b="0"/>
          </a:effectRef>
          <a:fontRef idx="minor"/>
        </p:style>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en-US" sz="3200" b="0" strike="noStrike" spc="-1">
                <a:solidFill>
                  <a:srgbClr val="25167A"/>
                </a:solidFill>
                <a:latin typeface="Arial"/>
              </a:rPr>
              <a:t>MAC addresses (more)</a:t>
            </a:r>
            <a:endParaRPr lang="nl-NL" sz="3200" b="0" strike="noStrike" spc="-1">
              <a:solidFill>
                <a:srgbClr val="000000"/>
              </a:solidFill>
              <a:latin typeface="Arial"/>
            </a:endParaRPr>
          </a:p>
        </p:txBody>
      </p:sp>
      <p:sp>
        <p:nvSpPr>
          <p:cNvPr id="2274" name="TextShape 2"/>
          <p:cNvSpPr txBox="1"/>
          <p:nvPr/>
        </p:nvSpPr>
        <p:spPr>
          <a:xfrm>
            <a:off x="457200" y="2087640"/>
            <a:ext cx="8229240" cy="4038120"/>
          </a:xfrm>
          <a:prstGeom prst="rect">
            <a:avLst/>
          </a:prstGeom>
          <a:noFill/>
          <a:ln>
            <a:noFill/>
          </a:ln>
        </p:spPr>
        <p:txBody>
          <a:bodyPr>
            <a:noAutofit/>
          </a:bodyPr>
          <a:lstStyle/>
          <a:p>
            <a:pPr>
              <a:lnSpc>
                <a:spcPct val="100000"/>
              </a:lnSpc>
              <a:spcBef>
                <a:spcPts val="400"/>
              </a:spcBef>
              <a:tabLst>
                <a:tab pos="0" algn="l"/>
              </a:tabLst>
            </a:pPr>
            <a:r>
              <a:rPr lang="en-US" sz="2000" b="0" strike="noStrike" spc="-1">
                <a:solidFill>
                  <a:srgbClr val="000000"/>
                </a:solidFill>
                <a:latin typeface="Arial"/>
              </a:rPr>
              <a:t>each adapter on LAN has unique </a:t>
            </a:r>
            <a:r>
              <a:rPr lang="en-US" sz="2000" b="0" strike="noStrike" spc="-1">
                <a:solidFill>
                  <a:srgbClr val="CC0000"/>
                </a:solidFill>
                <a:latin typeface="Arial"/>
              </a:rPr>
              <a:t>MAC</a:t>
            </a:r>
            <a:r>
              <a:rPr lang="en-US" sz="2000" b="0" strike="noStrike" spc="-1">
                <a:solidFill>
                  <a:srgbClr val="000000"/>
                </a:solidFill>
                <a:latin typeface="Arial"/>
              </a:rPr>
              <a:t> address</a:t>
            </a:r>
            <a:endParaRPr lang="nl-NL" sz="2000" b="0" strike="noStrike" spc="-1">
              <a:solidFill>
                <a:srgbClr val="000000"/>
              </a:solidFill>
              <a:latin typeface="Arial"/>
            </a:endParaRPr>
          </a:p>
          <a:p>
            <a:pPr>
              <a:lnSpc>
                <a:spcPct val="100000"/>
              </a:lnSpc>
              <a:spcBef>
                <a:spcPts val="400"/>
              </a:spcBef>
              <a:tabLst>
                <a:tab pos="0" algn="l"/>
              </a:tabLst>
            </a:pPr>
            <a:r>
              <a:rPr lang="en-US" sz="2000" b="0" strike="noStrike" spc="-1">
                <a:solidFill>
                  <a:srgbClr val="000000"/>
                </a:solidFill>
                <a:latin typeface="Arial"/>
              </a:rPr>
              <a:t>MAC address allocation administered by IEEE</a:t>
            </a:r>
            <a:endParaRPr lang="nl-NL" sz="2000" b="0" strike="noStrike" spc="-1">
              <a:solidFill>
                <a:srgbClr val="000000"/>
              </a:solidFill>
              <a:latin typeface="Arial"/>
            </a:endParaRPr>
          </a:p>
          <a:p>
            <a:pPr>
              <a:lnSpc>
                <a:spcPct val="100000"/>
              </a:lnSpc>
              <a:spcBef>
                <a:spcPts val="400"/>
              </a:spcBef>
              <a:tabLst>
                <a:tab pos="0" algn="l"/>
              </a:tabLst>
            </a:pPr>
            <a:r>
              <a:rPr lang="en-US" sz="2000" b="0" strike="noStrike" spc="-1">
                <a:solidFill>
                  <a:srgbClr val="000000"/>
                </a:solidFill>
                <a:latin typeface="Arial"/>
              </a:rPr>
              <a:t>manufacturer buys portion of MAC address space (to assure uniqueness)</a:t>
            </a:r>
            <a:endParaRPr lang="nl-NL" sz="2000" b="0" strike="noStrike" spc="-1">
              <a:solidFill>
                <a:srgbClr val="000000"/>
              </a:solidFill>
              <a:latin typeface="Arial"/>
            </a:endParaRPr>
          </a:p>
          <a:p>
            <a:pPr>
              <a:lnSpc>
                <a:spcPct val="100000"/>
              </a:lnSpc>
              <a:spcBef>
                <a:spcPts val="400"/>
              </a:spcBef>
              <a:tabLst>
                <a:tab pos="0" algn="l"/>
              </a:tabLst>
            </a:pPr>
            <a:r>
              <a:rPr lang="en-US" sz="2000" b="0" strike="noStrike" spc="-1">
                <a:solidFill>
                  <a:srgbClr val="000000"/>
                </a:solidFill>
                <a:latin typeface="Arial"/>
              </a:rPr>
              <a:t>analogy:</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MAC address: like Social Security Number</a:t>
            </a:r>
            <a:endParaRPr lang="nl-NL" sz="18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IP address: like postal address</a:t>
            </a:r>
            <a:endParaRPr lang="nl-NL" sz="1800" b="0" strike="noStrike" spc="-1">
              <a:solidFill>
                <a:srgbClr val="000000"/>
              </a:solidFill>
              <a:latin typeface="Arial"/>
            </a:endParaRPr>
          </a:p>
          <a:p>
            <a:pPr>
              <a:lnSpc>
                <a:spcPct val="100000"/>
              </a:lnSpc>
              <a:spcBef>
                <a:spcPts val="400"/>
              </a:spcBef>
              <a:tabLst>
                <a:tab pos="0" algn="l"/>
              </a:tabLst>
            </a:pPr>
            <a:r>
              <a:rPr lang="en-US" sz="2000" b="0" strike="noStrike" spc="-1">
                <a:solidFill>
                  <a:srgbClr val="000000"/>
                </a:solidFill>
                <a:latin typeface="Arial"/>
              </a:rPr>
              <a:t> MAC flat address  </a:t>
            </a:r>
            <a:r>
              <a:rPr lang="en-US" sz="2000" b="0" strike="noStrike" spc="-1">
                <a:solidFill>
                  <a:srgbClr val="000000"/>
                </a:solidFill>
                <a:latin typeface="MS Mincho"/>
                <a:ea typeface="MS Mincho"/>
              </a:rPr>
              <a:t>➜</a:t>
            </a:r>
            <a:r>
              <a:rPr lang="en-US" sz="2000" b="0" strike="noStrike" spc="-1">
                <a:solidFill>
                  <a:srgbClr val="000000"/>
                </a:solidFill>
                <a:latin typeface="Arial"/>
                <a:ea typeface="MS Mincho"/>
              </a:rPr>
              <a:t> portability </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ea typeface="MS Mincho"/>
              </a:rPr>
              <a:t>can move LAN card from one LAN to another</a:t>
            </a:r>
            <a:endParaRPr lang="nl-NL" sz="1800" b="0" strike="noStrike" spc="-1">
              <a:solidFill>
                <a:srgbClr val="000000"/>
              </a:solidFill>
              <a:latin typeface="Arial"/>
            </a:endParaRPr>
          </a:p>
          <a:p>
            <a:pPr>
              <a:lnSpc>
                <a:spcPct val="100000"/>
              </a:lnSpc>
              <a:spcBef>
                <a:spcPts val="400"/>
              </a:spcBef>
              <a:tabLst>
                <a:tab pos="0" algn="l"/>
              </a:tabLst>
            </a:pPr>
            <a:r>
              <a:rPr lang="en-US" sz="2000" b="0" strike="noStrike" spc="-1">
                <a:solidFill>
                  <a:srgbClr val="000000"/>
                </a:solidFill>
                <a:latin typeface="Arial"/>
                <a:ea typeface="MS Mincho"/>
              </a:rPr>
              <a:t>IP hierarchical address </a:t>
            </a:r>
            <a:r>
              <a:rPr lang="en-US" sz="2000" b="0" i="1" strike="noStrike" spc="-1">
                <a:solidFill>
                  <a:srgbClr val="000000"/>
                </a:solidFill>
                <a:latin typeface="Arial"/>
                <a:ea typeface="MS Mincho"/>
              </a:rPr>
              <a:t>not</a:t>
            </a:r>
            <a:r>
              <a:rPr lang="en-US" sz="2000" b="0" strike="noStrike" spc="-1">
                <a:solidFill>
                  <a:srgbClr val="000000"/>
                </a:solidFill>
                <a:latin typeface="Arial"/>
                <a:ea typeface="MS Mincho"/>
              </a:rPr>
              <a:t> portable</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ea typeface="MS Mincho"/>
              </a:rPr>
              <a:t> address depends on IP subnet to which node is attached</a:t>
            </a:r>
            <a:endParaRPr lang="nl-NL" sz="1800" b="0" strike="noStrike" spc="-1">
              <a:solidFill>
                <a:srgbClr val="000000"/>
              </a:solidFill>
              <a:latin typeface="Arial"/>
            </a:endParaRPr>
          </a:p>
          <a:p>
            <a:pPr>
              <a:lnSpc>
                <a:spcPct val="100000"/>
              </a:lnSpc>
              <a:spcBef>
                <a:spcPts val="479"/>
              </a:spcBef>
              <a:tabLst>
                <a:tab pos="0" algn="l"/>
              </a:tabLst>
            </a:pPr>
            <a:endParaRPr lang="nl-NL" sz="1800" b="0" strike="noStrike" spc="-1">
              <a:solidFill>
                <a:srgbClr val="000000"/>
              </a:solidFill>
              <a:latin typeface="Arial"/>
            </a:endParaRPr>
          </a:p>
        </p:txBody>
      </p:sp>
      <p:sp>
        <p:nvSpPr>
          <p:cNvPr id="2275"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E32BFFBE-58C3-44C7-BE21-66D9D20FDA19}" type="slidenum">
              <a:rPr lang="nl-NL" sz="1000" b="0" strike="noStrike" spc="-1">
                <a:solidFill>
                  <a:srgbClr val="FFFFFF"/>
                </a:solidFill>
                <a:latin typeface="Arial"/>
                <a:ea typeface="ＭＳ Ｐゴシック"/>
              </a:rPr>
              <a:t>35</a:t>
            </a:fld>
            <a:endParaRPr lang="nl-NL" sz="1000" b="0" strike="noStrike" spc="-1">
              <a:latin typeface="Calibri"/>
            </a:endParaRPr>
          </a:p>
        </p:txBody>
      </p:sp>
      <p:pic>
        <p:nvPicPr>
          <p:cNvPr id="2276" name="Picture 5" descr="underline_base"/>
          <p:cNvPicPr/>
          <p:nvPr/>
        </p:nvPicPr>
        <p:blipFill>
          <a:blip r:embed="rId3"/>
          <a:stretch/>
        </p:blipFill>
        <p:spPr>
          <a:xfrm>
            <a:off x="457200" y="1839960"/>
            <a:ext cx="4741560" cy="174240"/>
          </a:xfrm>
          <a:prstGeom prst="rect">
            <a:avLst/>
          </a:prstGeom>
          <a:ln>
            <a:noFill/>
          </a:ln>
        </p:spPr>
      </p:pic>
      <p:sp>
        <p:nvSpPr>
          <p:cNvPr id="2277" name="CustomShape 4"/>
          <p:cNvSpPr/>
          <p:nvPr/>
        </p:nvSpPr>
        <p:spPr>
          <a:xfrm>
            <a:off x="6113880" y="3548880"/>
            <a:ext cx="2852640" cy="8204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nl-NL" sz="1600" b="0" i="1" strike="noStrike" spc="-1">
                <a:solidFill>
                  <a:srgbClr val="000099"/>
                </a:solidFill>
                <a:latin typeface="Arial"/>
                <a:ea typeface="MS PGothic"/>
              </a:rPr>
              <a:t>That’s why you can recognise</a:t>
            </a:r>
            <a:br/>
            <a:r>
              <a:rPr lang="nl-NL" sz="1600" b="0" i="1" strike="noStrike" spc="-1">
                <a:solidFill>
                  <a:srgbClr val="000099"/>
                </a:solidFill>
                <a:latin typeface="Arial"/>
                <a:ea typeface="MS PGothic"/>
              </a:rPr>
              <a:t>your Raspberry Pi by its</a:t>
            </a:r>
            <a:br/>
            <a:r>
              <a:rPr lang="nl-NL" sz="1600" b="0" i="1" strike="noStrike" spc="-1">
                <a:solidFill>
                  <a:srgbClr val="000099"/>
                </a:solidFill>
                <a:latin typeface="Arial"/>
                <a:ea typeface="MS PGothic"/>
              </a:rPr>
              <a:t>MAC address</a:t>
            </a:r>
            <a:endParaRPr lang="nl-NL" sz="1600" b="0" strike="noStrike" spc="-1">
              <a:latin typeface="Calibri"/>
            </a:endParaRPr>
          </a:p>
        </p:txBody>
      </p:sp>
      <p:sp>
        <p:nvSpPr>
          <p:cNvPr id="2278" name="Line 5"/>
          <p:cNvSpPr/>
          <p:nvPr/>
        </p:nvSpPr>
        <p:spPr>
          <a:xfrm flipH="1" flipV="1">
            <a:off x="6978600" y="3230280"/>
            <a:ext cx="410040" cy="318240"/>
          </a:xfrm>
          <a:prstGeom prst="line">
            <a:avLst/>
          </a:prstGeom>
          <a:ln w="9360">
            <a:solidFill>
              <a:schemeClr val="tx1"/>
            </a:solidFill>
            <a:round/>
          </a:ln>
        </p:spPr>
        <p:style>
          <a:lnRef idx="0">
            <a:scrgbClr r="0" g="0" b="0"/>
          </a:lnRef>
          <a:fillRef idx="0">
            <a:scrgbClr r="0" g="0" b="0"/>
          </a:fillRef>
          <a:effectRef idx="0">
            <a:scrgbClr r="0" g="0" b="0"/>
          </a:effectRef>
          <a:fontRef idx="minor"/>
        </p:style>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9" name="TextShape 1"/>
          <p:cNvSpPr txBox="1"/>
          <p:nvPr/>
        </p:nvSpPr>
        <p:spPr>
          <a:xfrm>
            <a:off x="2563920" y="162000"/>
            <a:ext cx="564624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ARP: address resolution protocol</a:t>
            </a:r>
            <a:endParaRPr lang="nl-NL" sz="2800" b="0" strike="noStrike" spc="-1">
              <a:solidFill>
                <a:srgbClr val="000000"/>
              </a:solidFill>
              <a:latin typeface="Arial"/>
            </a:endParaRPr>
          </a:p>
        </p:txBody>
      </p:sp>
      <p:sp>
        <p:nvSpPr>
          <p:cNvPr id="2280" name="TextShape 2"/>
          <p:cNvSpPr txBox="1"/>
          <p:nvPr/>
        </p:nvSpPr>
        <p:spPr>
          <a:xfrm>
            <a:off x="4940280" y="1314360"/>
            <a:ext cx="3941280" cy="4038120"/>
          </a:xfrm>
          <a:prstGeom prst="rect">
            <a:avLst/>
          </a:prstGeom>
          <a:noFill/>
          <a:ln>
            <a:noFill/>
          </a:ln>
        </p:spPr>
        <p:txBody>
          <a:bodyPr>
            <a:noAutofit/>
          </a:bodyPr>
          <a:lstStyle/>
          <a:p>
            <a:pPr>
              <a:lnSpc>
                <a:spcPct val="100000"/>
              </a:lnSpc>
              <a:spcBef>
                <a:spcPts val="360"/>
              </a:spcBef>
              <a:tabLst>
                <a:tab pos="0" algn="l"/>
              </a:tabLst>
            </a:pPr>
            <a:r>
              <a:rPr lang="en-US" sz="1800" b="0" i="1" strike="noStrike" spc="-1">
                <a:solidFill>
                  <a:srgbClr val="CC0000"/>
                </a:solidFill>
                <a:latin typeface="Arial"/>
              </a:rPr>
              <a:t>ARP table: </a:t>
            </a:r>
            <a:r>
              <a:rPr lang="en-US" sz="1800" b="0" strike="noStrike" spc="-1">
                <a:solidFill>
                  <a:srgbClr val="000000"/>
                </a:solidFill>
                <a:latin typeface="Arial"/>
              </a:rPr>
              <a:t>each IP node (host, router) on LAN has table</a:t>
            </a:r>
            <a:endParaRPr lang="nl-NL" sz="1800" b="0" strike="noStrike" spc="-1">
              <a:solidFill>
                <a:srgbClr val="000000"/>
              </a:solidFill>
              <a:latin typeface="Arial"/>
            </a:endParaRPr>
          </a:p>
          <a:p>
            <a:pPr marL="74304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IP/MAC address mappings for some LAN nodes:</a:t>
            </a:r>
            <a:endParaRPr lang="nl-NL" sz="1800" b="0" strike="noStrike" spc="-1">
              <a:solidFill>
                <a:srgbClr val="000000"/>
              </a:solidFill>
              <a:latin typeface="Arial"/>
            </a:endParaRPr>
          </a:p>
          <a:p>
            <a:pPr>
              <a:lnSpc>
                <a:spcPct val="100000"/>
              </a:lnSpc>
              <a:spcBef>
                <a:spcPts val="281"/>
              </a:spcBef>
              <a:tabLst>
                <a:tab pos="0" algn="l"/>
              </a:tabLst>
            </a:pPr>
            <a:r>
              <a:rPr lang="en-US" sz="1400" b="0" strike="noStrike" spc="-1">
                <a:solidFill>
                  <a:srgbClr val="000000"/>
                </a:solidFill>
                <a:latin typeface="Arial"/>
              </a:rPr>
              <a:t>          </a:t>
            </a:r>
            <a:r>
              <a:rPr lang="en-US" sz="1400" b="0" strike="noStrike" spc="-1">
                <a:solidFill>
                  <a:srgbClr val="CC0000"/>
                </a:solidFill>
                <a:latin typeface="Arial"/>
              </a:rPr>
              <a:t>&lt; IP address; MAC address; TTL&gt;</a:t>
            </a:r>
            <a:endParaRPr lang="nl-NL" sz="1400" b="0" strike="noStrike" spc="-1">
              <a:solidFill>
                <a:srgbClr val="000000"/>
              </a:solidFill>
              <a:latin typeface="Arial"/>
            </a:endParaRPr>
          </a:p>
          <a:p>
            <a:pPr marL="74304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TTL (Time To Live): time after which address mapping will be forgotten (typically 20 min)</a:t>
            </a:r>
            <a:endParaRPr lang="nl-NL" sz="1800" b="0" strike="noStrike" spc="-1">
              <a:solidFill>
                <a:srgbClr val="000000"/>
              </a:solidFill>
              <a:latin typeface="Arial"/>
            </a:endParaRPr>
          </a:p>
        </p:txBody>
      </p:sp>
      <p:sp>
        <p:nvSpPr>
          <p:cNvPr id="2281"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3BC46F23-65B7-4105-A892-AB50329B0CE4}" type="slidenum">
              <a:rPr lang="nl-NL" sz="1000" b="0" strike="noStrike" spc="-1">
                <a:solidFill>
                  <a:srgbClr val="FFFFFF"/>
                </a:solidFill>
                <a:latin typeface="Arial"/>
                <a:ea typeface="ＭＳ Ｐゴシック"/>
              </a:rPr>
              <a:t>36</a:t>
            </a:fld>
            <a:endParaRPr lang="nl-NL" sz="1000" b="0" strike="noStrike" spc="-1">
              <a:latin typeface="Calibri"/>
            </a:endParaRPr>
          </a:p>
        </p:txBody>
      </p:sp>
      <p:pic>
        <p:nvPicPr>
          <p:cNvPr id="2282" name="Picture 40" descr="underline_base"/>
          <p:cNvPicPr/>
          <p:nvPr/>
        </p:nvPicPr>
        <p:blipFill>
          <a:blip r:embed="rId3"/>
          <a:stretch/>
        </p:blipFill>
        <p:spPr>
          <a:xfrm>
            <a:off x="2625840" y="919080"/>
            <a:ext cx="5298840" cy="144000"/>
          </a:xfrm>
          <a:prstGeom prst="rect">
            <a:avLst/>
          </a:prstGeom>
          <a:ln>
            <a:noFill/>
          </a:ln>
        </p:spPr>
      </p:pic>
      <p:grpSp>
        <p:nvGrpSpPr>
          <p:cNvPr id="2283" name="Group 4"/>
          <p:cNvGrpSpPr/>
          <p:nvPr/>
        </p:nvGrpSpPr>
        <p:grpSpPr>
          <a:xfrm>
            <a:off x="406440" y="1298520"/>
            <a:ext cx="4146480" cy="1277640"/>
            <a:chOff x="406440" y="1298520"/>
            <a:chExt cx="4146480" cy="1277640"/>
          </a:xfrm>
        </p:grpSpPr>
        <p:sp>
          <p:nvSpPr>
            <p:cNvPr id="2284" name="CustomShape 5"/>
            <p:cNvSpPr/>
            <p:nvPr/>
          </p:nvSpPr>
          <p:spPr>
            <a:xfrm>
              <a:off x="544680" y="1314360"/>
              <a:ext cx="400824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400" b="0" i="1" strike="noStrike" spc="-1">
                  <a:solidFill>
                    <a:srgbClr val="CC0000"/>
                  </a:solidFill>
                  <a:latin typeface="Arial"/>
                  <a:ea typeface="MS PGothic"/>
                </a:rPr>
                <a:t>Question:</a:t>
              </a:r>
              <a:r>
                <a:rPr lang="en-US" sz="2400" b="0" strike="noStrike" spc="-1">
                  <a:solidFill>
                    <a:srgbClr val="000000"/>
                  </a:solidFill>
                  <a:latin typeface="Arial"/>
                  <a:ea typeface="MS PGothic"/>
                </a:rPr>
                <a:t> how to determine</a:t>
              </a:r>
              <a:endParaRPr lang="nl-NL" sz="2400" b="0" strike="noStrike" spc="-1">
                <a:latin typeface="Calibri"/>
              </a:endParaRPr>
            </a:p>
            <a:p>
              <a:pPr>
                <a:lnSpc>
                  <a:spcPct val="100000"/>
                </a:lnSpc>
              </a:pPr>
              <a:r>
                <a:rPr lang="en-US" sz="2400" b="0" strike="noStrike" spc="-1">
                  <a:solidFill>
                    <a:srgbClr val="000000"/>
                  </a:solidFill>
                  <a:latin typeface="Arial"/>
                  <a:ea typeface="MS PGothic"/>
                </a:rPr>
                <a:t>interface’s MAC address, knowing its IP address?</a:t>
              </a:r>
              <a:endParaRPr lang="nl-NL" sz="2400" b="0" strike="noStrike" spc="-1">
                <a:latin typeface="Calibri"/>
              </a:endParaRPr>
            </a:p>
          </p:txBody>
        </p:sp>
        <p:sp>
          <p:nvSpPr>
            <p:cNvPr id="2285" name="CustomShape 6"/>
            <p:cNvSpPr/>
            <p:nvPr/>
          </p:nvSpPr>
          <p:spPr>
            <a:xfrm>
              <a:off x="406440" y="1298520"/>
              <a:ext cx="4141440" cy="1277640"/>
            </a:xfrm>
            <a:prstGeom prst="rect">
              <a:avLst/>
            </a:prstGeom>
            <a:noFill/>
            <a:ln w="28440">
              <a:solidFill>
                <a:srgbClr val="CC0000"/>
              </a:solidFill>
              <a:miter/>
            </a:ln>
          </p:spPr>
          <p:style>
            <a:lnRef idx="0">
              <a:scrgbClr r="0" g="0" b="0"/>
            </a:lnRef>
            <a:fillRef idx="0">
              <a:scrgbClr r="0" g="0" b="0"/>
            </a:fillRef>
            <a:effectRef idx="0">
              <a:scrgbClr r="0" g="0" b="0"/>
            </a:effectRef>
            <a:fontRef idx="minor"/>
          </p:style>
        </p:sp>
      </p:grpSp>
      <p:sp>
        <p:nvSpPr>
          <p:cNvPr id="2286" name="CustomShape 7"/>
          <p:cNvSpPr/>
          <p:nvPr/>
        </p:nvSpPr>
        <p:spPr>
          <a:xfrm>
            <a:off x="1800360" y="3944880"/>
            <a:ext cx="1393560" cy="1525320"/>
          </a:xfrm>
          <a:custGeom>
            <a:avLst/>
            <a:gdLst/>
            <a:ahLst/>
            <a:cxnLst/>
            <a:rect l="l" t="t"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p:spPr>
        <p:style>
          <a:lnRef idx="0">
            <a:scrgbClr r="0" g="0" b="0"/>
          </a:lnRef>
          <a:fillRef idx="0">
            <a:scrgbClr r="0" g="0" b="0"/>
          </a:fillRef>
          <a:effectRef idx="0">
            <a:scrgbClr r="0" g="0" b="0"/>
          </a:effectRef>
          <a:fontRef idx="minor"/>
        </p:style>
      </p:sp>
      <p:sp>
        <p:nvSpPr>
          <p:cNvPr id="2287" name="Line 8"/>
          <p:cNvSpPr/>
          <p:nvPr/>
        </p:nvSpPr>
        <p:spPr>
          <a:xfrm>
            <a:off x="1357200" y="4449600"/>
            <a:ext cx="47628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288" name="Line 9"/>
          <p:cNvSpPr/>
          <p:nvPr/>
        </p:nvSpPr>
        <p:spPr>
          <a:xfrm>
            <a:off x="2587320" y="3606480"/>
            <a:ext cx="0" cy="4892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289" name="Line 10"/>
          <p:cNvSpPr/>
          <p:nvPr/>
        </p:nvSpPr>
        <p:spPr>
          <a:xfrm flipH="1">
            <a:off x="3176280" y="4574880"/>
            <a:ext cx="44784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290" name="Line 11"/>
          <p:cNvSpPr/>
          <p:nvPr/>
        </p:nvSpPr>
        <p:spPr>
          <a:xfrm flipV="1">
            <a:off x="2562120" y="5322600"/>
            <a:ext cx="0" cy="3272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291" name="CustomShape 12"/>
          <p:cNvSpPr/>
          <p:nvPr/>
        </p:nvSpPr>
        <p:spPr>
          <a:xfrm>
            <a:off x="2805840" y="3386160"/>
            <a:ext cx="178272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1A-2F-BB-76-09-AD</a:t>
            </a:r>
            <a:endParaRPr lang="nl-NL" sz="1400" b="0" strike="noStrike" spc="-1">
              <a:latin typeface="Calibri"/>
            </a:endParaRPr>
          </a:p>
        </p:txBody>
      </p:sp>
      <p:sp>
        <p:nvSpPr>
          <p:cNvPr id="2292" name="Line 13"/>
          <p:cNvSpPr/>
          <p:nvPr/>
        </p:nvSpPr>
        <p:spPr>
          <a:xfrm flipH="1">
            <a:off x="2678040" y="3538440"/>
            <a:ext cx="204840" cy="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293" name="Line 14"/>
          <p:cNvSpPr/>
          <p:nvPr/>
        </p:nvSpPr>
        <p:spPr>
          <a:xfrm flipV="1">
            <a:off x="3633480" y="4651200"/>
            <a:ext cx="0" cy="3729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294" name="CustomShape 15"/>
          <p:cNvSpPr/>
          <p:nvPr/>
        </p:nvSpPr>
        <p:spPr>
          <a:xfrm>
            <a:off x="3189600" y="4952880"/>
            <a:ext cx="173556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58-23-D7-FA-20-B0</a:t>
            </a:r>
            <a:endParaRPr lang="nl-NL" sz="1400" b="0" strike="noStrike" spc="-1">
              <a:latin typeface="Calibri"/>
            </a:endParaRPr>
          </a:p>
        </p:txBody>
      </p:sp>
      <p:sp>
        <p:nvSpPr>
          <p:cNvPr id="2295" name="Line 16"/>
          <p:cNvSpPr/>
          <p:nvPr/>
        </p:nvSpPr>
        <p:spPr>
          <a:xfrm flipH="1">
            <a:off x="2631960" y="5735520"/>
            <a:ext cx="245880" cy="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296" name="CustomShape 17"/>
          <p:cNvSpPr/>
          <p:nvPr/>
        </p:nvSpPr>
        <p:spPr>
          <a:xfrm>
            <a:off x="2820600" y="5578560"/>
            <a:ext cx="174024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0C-C4-11-6F-E3-98</a:t>
            </a:r>
            <a:endParaRPr lang="nl-NL" sz="1400" b="0" strike="noStrike" spc="-1">
              <a:latin typeface="Calibri"/>
            </a:endParaRPr>
          </a:p>
        </p:txBody>
      </p:sp>
      <p:sp>
        <p:nvSpPr>
          <p:cNvPr id="2297" name="Line 18"/>
          <p:cNvSpPr/>
          <p:nvPr/>
        </p:nvSpPr>
        <p:spPr>
          <a:xfrm flipV="1">
            <a:off x="1320480" y="4552920"/>
            <a:ext cx="0" cy="3315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298" name="CustomShape 19"/>
          <p:cNvSpPr/>
          <p:nvPr/>
        </p:nvSpPr>
        <p:spPr>
          <a:xfrm>
            <a:off x="163800" y="4811760"/>
            <a:ext cx="169452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71-65-F7-2B-08-53</a:t>
            </a:r>
            <a:endParaRPr lang="nl-NL" sz="1400" b="0" strike="noStrike" spc="-1">
              <a:latin typeface="Calibri"/>
            </a:endParaRPr>
          </a:p>
        </p:txBody>
      </p:sp>
      <p:sp>
        <p:nvSpPr>
          <p:cNvPr id="2299" name="CustomShape 20"/>
          <p:cNvSpPr/>
          <p:nvPr/>
        </p:nvSpPr>
        <p:spPr>
          <a:xfrm>
            <a:off x="2014200" y="4430880"/>
            <a:ext cx="8164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   LAN</a:t>
            </a:r>
            <a:endParaRPr lang="nl-NL" sz="1800" b="0" strike="noStrike" spc="-1">
              <a:latin typeface="Calibri"/>
            </a:endParaRPr>
          </a:p>
        </p:txBody>
      </p:sp>
      <p:sp>
        <p:nvSpPr>
          <p:cNvPr id="2300" name="CustomShape 21"/>
          <p:cNvSpPr/>
          <p:nvPr/>
        </p:nvSpPr>
        <p:spPr>
          <a:xfrm>
            <a:off x="361080" y="3665520"/>
            <a:ext cx="122220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137.196.7.23</a:t>
            </a:r>
            <a:endParaRPr lang="nl-NL" sz="1400" b="0" strike="noStrike" spc="-1">
              <a:latin typeface="Calibri"/>
            </a:endParaRPr>
          </a:p>
        </p:txBody>
      </p:sp>
      <p:sp>
        <p:nvSpPr>
          <p:cNvPr id="2301" name="Line 22"/>
          <p:cNvSpPr/>
          <p:nvPr/>
        </p:nvSpPr>
        <p:spPr>
          <a:xfrm>
            <a:off x="1009440" y="3921120"/>
            <a:ext cx="0" cy="2458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02" name="CustomShape 23"/>
          <p:cNvSpPr/>
          <p:nvPr/>
        </p:nvSpPr>
        <p:spPr>
          <a:xfrm>
            <a:off x="2942280" y="2987640"/>
            <a:ext cx="122220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137.196.7.78</a:t>
            </a:r>
            <a:endParaRPr lang="nl-NL" sz="1400" b="0" strike="noStrike" spc="-1">
              <a:latin typeface="Calibri"/>
            </a:endParaRPr>
          </a:p>
        </p:txBody>
      </p:sp>
      <p:sp>
        <p:nvSpPr>
          <p:cNvPr id="2303" name="Line 24"/>
          <p:cNvSpPr/>
          <p:nvPr/>
        </p:nvSpPr>
        <p:spPr>
          <a:xfrm flipH="1">
            <a:off x="2774880" y="3125520"/>
            <a:ext cx="234720" cy="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04" name="Line 25"/>
          <p:cNvSpPr/>
          <p:nvPr/>
        </p:nvSpPr>
        <p:spPr>
          <a:xfrm>
            <a:off x="3954240" y="4120920"/>
            <a:ext cx="0" cy="2462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05" name="CustomShape 26"/>
          <p:cNvSpPr/>
          <p:nvPr/>
        </p:nvSpPr>
        <p:spPr>
          <a:xfrm>
            <a:off x="3342240" y="3887640"/>
            <a:ext cx="122220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137.196.7.14</a:t>
            </a:r>
            <a:endParaRPr lang="nl-NL" sz="1400" b="0" strike="noStrike" spc="-1">
              <a:latin typeface="Calibri"/>
            </a:endParaRPr>
          </a:p>
        </p:txBody>
      </p:sp>
      <p:sp>
        <p:nvSpPr>
          <p:cNvPr id="2306" name="Line 27"/>
          <p:cNvSpPr/>
          <p:nvPr/>
        </p:nvSpPr>
        <p:spPr>
          <a:xfrm>
            <a:off x="2136600" y="6002280"/>
            <a:ext cx="231840" cy="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07" name="CustomShape 28"/>
          <p:cNvSpPr/>
          <p:nvPr/>
        </p:nvSpPr>
        <p:spPr>
          <a:xfrm>
            <a:off x="953280" y="5848200"/>
            <a:ext cx="122220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000000"/>
                </a:solidFill>
                <a:latin typeface="Arial"/>
                <a:ea typeface="ＭＳ Ｐゴシック"/>
              </a:rPr>
              <a:t>137.196.7.88</a:t>
            </a:r>
            <a:endParaRPr lang="nl-NL" sz="1400" b="0" strike="noStrike" spc="-1">
              <a:latin typeface="Calibri"/>
            </a:endParaRPr>
          </a:p>
        </p:txBody>
      </p:sp>
      <p:sp>
        <p:nvSpPr>
          <p:cNvPr id="2308" name="CustomShape 29"/>
          <p:cNvSpPr/>
          <p:nvPr/>
        </p:nvSpPr>
        <p:spPr>
          <a:xfrm rot="16200000">
            <a:off x="3659760" y="4482360"/>
            <a:ext cx="126720" cy="1947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309" name="Group 30"/>
          <p:cNvGrpSpPr/>
          <p:nvPr/>
        </p:nvGrpSpPr>
        <p:grpSpPr>
          <a:xfrm>
            <a:off x="3562920" y="4357800"/>
            <a:ext cx="597960" cy="520200"/>
            <a:chOff x="3562920" y="4357800"/>
            <a:chExt cx="597960" cy="520200"/>
          </a:xfrm>
        </p:grpSpPr>
        <p:pic>
          <p:nvPicPr>
            <p:cNvPr id="2310" name="Picture 45" descr="desktop_computer_stylized_medium"/>
            <p:cNvPicPr/>
            <p:nvPr/>
          </p:nvPicPr>
          <p:blipFill>
            <a:blip r:embed="rId4"/>
            <a:stretch/>
          </p:blipFill>
          <p:spPr>
            <a:xfrm flipH="1">
              <a:off x="3562920" y="4357800"/>
              <a:ext cx="597960" cy="520200"/>
            </a:xfrm>
            <a:prstGeom prst="rect">
              <a:avLst/>
            </a:prstGeom>
            <a:ln>
              <a:noFill/>
            </a:ln>
          </p:spPr>
        </p:pic>
        <p:sp>
          <p:nvSpPr>
            <p:cNvPr id="2311" name="CustomShape 31"/>
            <p:cNvSpPr/>
            <p:nvPr/>
          </p:nvSpPr>
          <p:spPr>
            <a:xfrm flipH="1">
              <a:off x="3816720" y="4407480"/>
              <a:ext cx="290520" cy="2379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2312" name="Group 32"/>
          <p:cNvGrpSpPr/>
          <p:nvPr/>
        </p:nvGrpSpPr>
        <p:grpSpPr>
          <a:xfrm>
            <a:off x="657720" y="4160880"/>
            <a:ext cx="708840" cy="520200"/>
            <a:chOff x="657720" y="4160880"/>
            <a:chExt cx="708840" cy="520200"/>
          </a:xfrm>
        </p:grpSpPr>
        <p:sp>
          <p:nvSpPr>
            <p:cNvPr id="2313" name="CustomShape 33"/>
            <p:cNvSpPr/>
            <p:nvPr/>
          </p:nvSpPr>
          <p:spPr>
            <a:xfrm rot="16200000">
              <a:off x="1205280" y="4359600"/>
              <a:ext cx="126360" cy="1962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314" name="Group 34"/>
            <p:cNvGrpSpPr/>
            <p:nvPr/>
          </p:nvGrpSpPr>
          <p:grpSpPr>
            <a:xfrm>
              <a:off x="657720" y="4160880"/>
              <a:ext cx="624960" cy="520200"/>
              <a:chOff x="657720" y="4160880"/>
              <a:chExt cx="624960" cy="520200"/>
            </a:xfrm>
          </p:grpSpPr>
          <p:pic>
            <p:nvPicPr>
              <p:cNvPr id="2315" name="Picture 50" descr="desktop_computer_stylized_medium"/>
              <p:cNvPicPr/>
              <p:nvPr/>
            </p:nvPicPr>
            <p:blipFill>
              <a:blip r:embed="rId5"/>
              <a:stretch/>
            </p:blipFill>
            <p:spPr>
              <a:xfrm flipH="1">
                <a:off x="657720" y="4160880"/>
                <a:ext cx="624960" cy="520200"/>
              </a:xfrm>
              <a:prstGeom prst="rect">
                <a:avLst/>
              </a:prstGeom>
              <a:ln>
                <a:noFill/>
              </a:ln>
            </p:spPr>
          </p:pic>
          <p:sp>
            <p:nvSpPr>
              <p:cNvPr id="2316" name="CustomShape 35"/>
              <p:cNvSpPr/>
              <p:nvPr/>
            </p:nvSpPr>
            <p:spPr>
              <a:xfrm flipH="1">
                <a:off x="923760" y="4210920"/>
                <a:ext cx="303840" cy="2379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317" name="Group 36"/>
          <p:cNvGrpSpPr/>
          <p:nvPr/>
        </p:nvGrpSpPr>
        <p:grpSpPr>
          <a:xfrm>
            <a:off x="2157840" y="3048120"/>
            <a:ext cx="631440" cy="553680"/>
            <a:chOff x="2157840" y="3048120"/>
            <a:chExt cx="631440" cy="553680"/>
          </a:xfrm>
        </p:grpSpPr>
        <p:sp>
          <p:nvSpPr>
            <p:cNvPr id="2318" name="CustomShape 37"/>
            <p:cNvSpPr/>
            <p:nvPr/>
          </p:nvSpPr>
          <p:spPr>
            <a:xfrm>
              <a:off x="2521440" y="3419640"/>
              <a:ext cx="123120" cy="18216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319" name="Group 38"/>
            <p:cNvGrpSpPr/>
            <p:nvPr/>
          </p:nvGrpSpPr>
          <p:grpSpPr>
            <a:xfrm>
              <a:off x="2157840" y="3048120"/>
              <a:ext cx="631440" cy="469800"/>
              <a:chOff x="2157840" y="3048120"/>
              <a:chExt cx="631440" cy="469800"/>
            </a:xfrm>
          </p:grpSpPr>
          <p:pic>
            <p:nvPicPr>
              <p:cNvPr id="2320" name="Picture 55" descr="desktop_computer_stylized_medium"/>
              <p:cNvPicPr/>
              <p:nvPr/>
            </p:nvPicPr>
            <p:blipFill>
              <a:blip r:embed="rId5"/>
              <a:stretch/>
            </p:blipFill>
            <p:spPr>
              <a:xfrm flipH="1">
                <a:off x="2157840" y="3048120"/>
                <a:ext cx="631440" cy="469800"/>
              </a:xfrm>
              <a:prstGeom prst="rect">
                <a:avLst/>
              </a:prstGeom>
              <a:ln>
                <a:noFill/>
              </a:ln>
            </p:spPr>
          </p:pic>
          <p:sp>
            <p:nvSpPr>
              <p:cNvPr id="2321" name="CustomShape 39"/>
              <p:cNvSpPr/>
              <p:nvPr/>
            </p:nvSpPr>
            <p:spPr>
              <a:xfrm flipH="1">
                <a:off x="2426760" y="3093120"/>
                <a:ext cx="306720" cy="2149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322" name="CustomShape 40"/>
          <p:cNvSpPr/>
          <p:nvPr/>
        </p:nvSpPr>
        <p:spPr>
          <a:xfrm>
            <a:off x="2502000" y="5645160"/>
            <a:ext cx="123480" cy="18216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323" name="Group 41"/>
          <p:cNvGrpSpPr/>
          <p:nvPr/>
        </p:nvGrpSpPr>
        <p:grpSpPr>
          <a:xfrm>
            <a:off x="2167200" y="5784840"/>
            <a:ext cx="583920" cy="469440"/>
            <a:chOff x="2167200" y="5784840"/>
            <a:chExt cx="583920" cy="469440"/>
          </a:xfrm>
        </p:grpSpPr>
        <p:pic>
          <p:nvPicPr>
            <p:cNvPr id="2324" name="Picture 60" descr="desktop_computer_stylized_medium"/>
            <p:cNvPicPr/>
            <p:nvPr/>
          </p:nvPicPr>
          <p:blipFill>
            <a:blip r:embed="rId6"/>
            <a:stretch/>
          </p:blipFill>
          <p:spPr>
            <a:xfrm flipH="1">
              <a:off x="2167200" y="5784840"/>
              <a:ext cx="583920" cy="469440"/>
            </a:xfrm>
            <a:prstGeom prst="rect">
              <a:avLst/>
            </a:prstGeom>
            <a:ln>
              <a:noFill/>
            </a:ln>
          </p:spPr>
        </p:pic>
        <p:sp>
          <p:nvSpPr>
            <p:cNvPr id="2325" name="CustomShape 42"/>
            <p:cNvSpPr/>
            <p:nvPr/>
          </p:nvSpPr>
          <p:spPr>
            <a:xfrm flipH="1">
              <a:off x="2415960" y="5829840"/>
              <a:ext cx="283680" cy="2149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326" name="CustomShape 43"/>
          <p:cNvSpPr/>
          <p:nvPr/>
        </p:nvSpPr>
        <p:spPr>
          <a:xfrm>
            <a:off x="203040" y="651672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10</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2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7" name="TextShape 1"/>
          <p:cNvSpPr txBox="1"/>
          <p:nvPr/>
        </p:nvSpPr>
        <p:spPr>
          <a:xfrm>
            <a:off x="457200" y="477720"/>
            <a:ext cx="8229240" cy="1142640"/>
          </a:xfrm>
          <a:prstGeom prst="rect">
            <a:avLst/>
          </a:prstGeom>
          <a:noFill/>
          <a:ln>
            <a:noFill/>
          </a:ln>
        </p:spPr>
        <p:txBody>
          <a:bodyPr anchor="ctr">
            <a:noAutofit/>
          </a:bodyPr>
          <a:lstStyle/>
          <a:p>
            <a:pPr>
              <a:lnSpc>
                <a:spcPct val="100000"/>
              </a:lnSpc>
            </a:pPr>
            <a:r>
              <a:rPr lang="en-US" sz="3200" b="0" strike="noStrike" spc="-1">
                <a:solidFill>
                  <a:srgbClr val="25167A"/>
                </a:solidFill>
                <a:latin typeface="Gill Sans MT"/>
              </a:rPr>
              <a:t>ARP protocol: same LAN</a:t>
            </a:r>
            <a:endParaRPr lang="nl-NL" sz="3200" b="0" strike="noStrike" spc="-1">
              <a:solidFill>
                <a:srgbClr val="000000"/>
              </a:solidFill>
              <a:latin typeface="Arial"/>
            </a:endParaRPr>
          </a:p>
        </p:txBody>
      </p:sp>
      <p:sp>
        <p:nvSpPr>
          <p:cNvPr id="2328" name="TextShape 2"/>
          <p:cNvSpPr txBox="1"/>
          <p:nvPr/>
        </p:nvSpPr>
        <p:spPr>
          <a:xfrm>
            <a:off x="457200" y="1762200"/>
            <a:ext cx="3817440" cy="4038120"/>
          </a:xfrm>
          <a:prstGeom prst="rect">
            <a:avLst/>
          </a:prstGeom>
          <a:noFill/>
          <a:ln>
            <a:noFill/>
          </a:ln>
        </p:spPr>
        <p:txBody>
          <a:bodyPr>
            <a:normAutofit fontScale="87500" lnSpcReduction="10000"/>
          </a:bodyPr>
          <a:lstStyle/>
          <a:p>
            <a:pPr marL="231840" indent="-231480">
              <a:lnSpc>
                <a:spcPct val="100000"/>
              </a:lnSpc>
              <a:spcBef>
                <a:spcPts val="479"/>
              </a:spcBef>
              <a:tabLst>
                <a:tab pos="0" algn="l"/>
              </a:tabLst>
            </a:pPr>
            <a:r>
              <a:rPr lang="en-US" sz="2400" b="0" strike="noStrike" spc="-1">
                <a:solidFill>
                  <a:srgbClr val="000000"/>
                </a:solidFill>
                <a:latin typeface="Gill Sans MT"/>
              </a:rPr>
              <a:t>A wants to send datagram to B</a:t>
            </a:r>
            <a:endParaRPr lang="nl-NL" sz="2400" b="0" strike="noStrike" spc="-1">
              <a:solidFill>
                <a:srgbClr val="000000"/>
              </a:solidFill>
              <a:latin typeface="Arial"/>
            </a:endParaRPr>
          </a:p>
          <a:p>
            <a:pPr marL="681120" lvl="1" indent="-223560">
              <a:lnSpc>
                <a:spcPct val="100000"/>
              </a:lnSpc>
              <a:spcBef>
                <a:spcPts val="400"/>
              </a:spcBef>
              <a:buClr>
                <a:srgbClr val="000000"/>
              </a:buClr>
              <a:buFont typeface="Arial"/>
              <a:buChar char="•"/>
              <a:tabLst>
                <a:tab pos="0" algn="l"/>
              </a:tabLst>
            </a:pPr>
            <a:r>
              <a:rPr lang="en-US" sz="2000" b="0" strike="noStrike" spc="-1">
                <a:solidFill>
                  <a:srgbClr val="000000"/>
                </a:solidFill>
                <a:latin typeface="Gill Sans MT"/>
              </a:rPr>
              <a:t>B’s MAC address not in A’s ARP table.</a:t>
            </a:r>
            <a:endParaRPr lang="nl-NL" sz="2000" b="0" strike="noStrike" spc="-1">
              <a:solidFill>
                <a:srgbClr val="000000"/>
              </a:solidFill>
              <a:latin typeface="Arial"/>
            </a:endParaRPr>
          </a:p>
          <a:p>
            <a:pPr marL="231840" indent="-231480">
              <a:lnSpc>
                <a:spcPct val="100000"/>
              </a:lnSpc>
              <a:spcBef>
                <a:spcPts val="479"/>
              </a:spcBef>
              <a:tabLst>
                <a:tab pos="0" algn="l"/>
              </a:tabLst>
            </a:pPr>
            <a:r>
              <a:rPr lang="en-US" sz="2400" b="0" strike="noStrike" spc="-1">
                <a:solidFill>
                  <a:srgbClr val="000000"/>
                </a:solidFill>
                <a:latin typeface="Gill Sans MT"/>
              </a:rPr>
              <a:t>A </a:t>
            </a:r>
            <a:r>
              <a:rPr lang="en-US" sz="2400" b="0" strike="noStrike" spc="-1">
                <a:solidFill>
                  <a:srgbClr val="CC0000"/>
                </a:solidFill>
                <a:latin typeface="Gill Sans MT"/>
              </a:rPr>
              <a:t>broadcasts</a:t>
            </a:r>
            <a:r>
              <a:rPr lang="en-US" sz="2400" b="0" strike="noStrike" spc="-1">
                <a:solidFill>
                  <a:srgbClr val="000000"/>
                </a:solidFill>
                <a:latin typeface="Gill Sans MT"/>
              </a:rPr>
              <a:t> ARP query packet, containing B's IP address </a:t>
            </a:r>
            <a:endParaRPr lang="nl-NL" sz="2400" b="0" strike="noStrike" spc="-1">
              <a:solidFill>
                <a:srgbClr val="000000"/>
              </a:solidFill>
              <a:latin typeface="Arial"/>
            </a:endParaRPr>
          </a:p>
          <a:p>
            <a:pPr marL="681120" lvl="1" indent="-223560">
              <a:lnSpc>
                <a:spcPct val="100000"/>
              </a:lnSpc>
              <a:spcBef>
                <a:spcPts val="400"/>
              </a:spcBef>
              <a:buClr>
                <a:srgbClr val="000000"/>
              </a:buClr>
              <a:buFont typeface="Arial"/>
              <a:buChar char="•"/>
              <a:tabLst>
                <a:tab pos="0" algn="l"/>
              </a:tabLst>
            </a:pPr>
            <a:r>
              <a:rPr lang="en-US" sz="2000" b="0" strike="noStrike" spc="-1">
                <a:solidFill>
                  <a:srgbClr val="000000"/>
                </a:solidFill>
                <a:latin typeface="Gill Sans MT"/>
              </a:rPr>
              <a:t>destination MAC address = FF-FF-FF-FF-FF-FF</a:t>
            </a:r>
            <a:endParaRPr lang="nl-NL" sz="2000" b="0" strike="noStrike" spc="-1">
              <a:solidFill>
                <a:srgbClr val="000000"/>
              </a:solidFill>
              <a:latin typeface="Arial"/>
            </a:endParaRPr>
          </a:p>
          <a:p>
            <a:pPr marL="681120" lvl="1" indent="-223560">
              <a:lnSpc>
                <a:spcPct val="100000"/>
              </a:lnSpc>
              <a:spcBef>
                <a:spcPts val="400"/>
              </a:spcBef>
              <a:buClr>
                <a:srgbClr val="000000"/>
              </a:buClr>
              <a:buFont typeface="Arial"/>
              <a:buChar char="•"/>
              <a:tabLst>
                <a:tab pos="0" algn="l"/>
              </a:tabLst>
            </a:pPr>
            <a:r>
              <a:rPr lang="en-US" sz="2000" b="0" strike="noStrike" spc="-1">
                <a:solidFill>
                  <a:srgbClr val="000000"/>
                </a:solidFill>
                <a:latin typeface="Gill Sans MT"/>
              </a:rPr>
              <a:t>all nodes on LAN receive ARP query </a:t>
            </a:r>
            <a:endParaRPr lang="nl-NL" sz="2000" b="0" strike="noStrike" spc="-1">
              <a:solidFill>
                <a:srgbClr val="000000"/>
              </a:solidFill>
              <a:latin typeface="Arial"/>
            </a:endParaRPr>
          </a:p>
          <a:p>
            <a:pPr marL="231840" indent="-231480">
              <a:lnSpc>
                <a:spcPct val="100000"/>
              </a:lnSpc>
              <a:spcBef>
                <a:spcPts val="479"/>
              </a:spcBef>
              <a:tabLst>
                <a:tab pos="0" algn="l"/>
              </a:tabLst>
            </a:pPr>
            <a:r>
              <a:rPr lang="en-US" sz="2400" b="0" strike="noStrike" spc="-1">
                <a:solidFill>
                  <a:srgbClr val="000000"/>
                </a:solidFill>
                <a:latin typeface="Gill Sans MT"/>
              </a:rPr>
              <a:t>B receives ARP packet, replies to A with its (B's) MAC address</a:t>
            </a:r>
            <a:endParaRPr lang="nl-NL" sz="2400" b="0" strike="noStrike" spc="-1">
              <a:solidFill>
                <a:srgbClr val="000000"/>
              </a:solidFill>
              <a:latin typeface="Arial"/>
            </a:endParaRPr>
          </a:p>
          <a:p>
            <a:pPr marL="681120" lvl="1" indent="-223560">
              <a:lnSpc>
                <a:spcPct val="100000"/>
              </a:lnSpc>
              <a:spcBef>
                <a:spcPts val="400"/>
              </a:spcBef>
              <a:buClr>
                <a:srgbClr val="000000"/>
              </a:buClr>
              <a:buFont typeface="Arial"/>
              <a:buChar char="•"/>
              <a:tabLst>
                <a:tab pos="0" algn="l"/>
              </a:tabLst>
            </a:pPr>
            <a:r>
              <a:rPr lang="en-US" sz="2000" b="0" strike="noStrike" spc="-1">
                <a:solidFill>
                  <a:srgbClr val="000000"/>
                </a:solidFill>
                <a:latin typeface="Gill Sans MT"/>
              </a:rPr>
              <a:t>frame sent to A’s MAC address (unicast)</a:t>
            </a:r>
            <a:endParaRPr lang="nl-NL" sz="2000" b="0" strike="noStrike" spc="-1">
              <a:solidFill>
                <a:srgbClr val="000000"/>
              </a:solidFill>
              <a:latin typeface="Arial"/>
            </a:endParaRPr>
          </a:p>
          <a:p>
            <a:pPr>
              <a:lnSpc>
                <a:spcPct val="100000"/>
              </a:lnSpc>
              <a:spcBef>
                <a:spcPts val="479"/>
              </a:spcBef>
              <a:tabLst>
                <a:tab pos="0" algn="l"/>
              </a:tabLst>
            </a:pPr>
            <a:endParaRPr lang="nl-NL" sz="2000" b="0" strike="noStrike" spc="-1">
              <a:solidFill>
                <a:srgbClr val="000000"/>
              </a:solidFill>
              <a:latin typeface="Arial"/>
            </a:endParaRPr>
          </a:p>
        </p:txBody>
      </p:sp>
      <p:sp>
        <p:nvSpPr>
          <p:cNvPr id="2329" name="TextShape 3"/>
          <p:cNvSpPr txBox="1"/>
          <p:nvPr/>
        </p:nvSpPr>
        <p:spPr>
          <a:xfrm>
            <a:off x="5072040" y="1762200"/>
            <a:ext cx="3809520" cy="4647960"/>
          </a:xfrm>
          <a:prstGeom prst="rect">
            <a:avLst/>
          </a:prstGeom>
          <a:noFill/>
          <a:ln>
            <a:noFill/>
          </a:ln>
        </p:spPr>
        <p:txBody>
          <a:bodyPr>
            <a:noAutofit/>
          </a:bodyPr>
          <a:lstStyle/>
          <a:p>
            <a:pPr marL="231840" indent="-231480">
              <a:lnSpc>
                <a:spcPct val="100000"/>
              </a:lnSpc>
              <a:spcBef>
                <a:spcPts val="439"/>
              </a:spcBef>
              <a:tabLst>
                <a:tab pos="0" algn="l"/>
              </a:tabLst>
            </a:pPr>
            <a:r>
              <a:rPr lang="en-US" sz="2200" b="0" strike="noStrike" spc="-1">
                <a:solidFill>
                  <a:srgbClr val="000000"/>
                </a:solidFill>
                <a:latin typeface="Gill Sans MT"/>
              </a:rPr>
              <a:t>A caches (saves) IP-to-MAC address pair in its ARP table until information becomes old (times out) </a:t>
            </a:r>
            <a:endParaRPr lang="nl-NL" sz="2200" b="0" strike="noStrike" spc="-1">
              <a:solidFill>
                <a:srgbClr val="000000"/>
              </a:solidFill>
              <a:latin typeface="Arial"/>
            </a:endParaRPr>
          </a:p>
          <a:p>
            <a:pPr marL="681120" lvl="1" indent="-22356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soft state: information that times out (goes away) unless refreshed</a:t>
            </a:r>
            <a:endParaRPr lang="nl-NL" sz="1800" b="0" strike="noStrike" spc="-1">
              <a:solidFill>
                <a:srgbClr val="000000"/>
              </a:solidFill>
              <a:latin typeface="Arial"/>
            </a:endParaRPr>
          </a:p>
          <a:p>
            <a:pPr marL="231840" indent="-231480">
              <a:lnSpc>
                <a:spcPct val="100000"/>
              </a:lnSpc>
              <a:spcBef>
                <a:spcPts val="439"/>
              </a:spcBef>
              <a:tabLst>
                <a:tab pos="0" algn="l"/>
              </a:tabLst>
            </a:pPr>
            <a:r>
              <a:rPr lang="en-US" sz="2200" b="0" strike="noStrike" spc="-1">
                <a:solidFill>
                  <a:srgbClr val="000000"/>
                </a:solidFill>
                <a:latin typeface="Gill Sans MT"/>
              </a:rPr>
              <a:t>ARP is “plug-and-play”:</a:t>
            </a:r>
            <a:endParaRPr lang="nl-NL" sz="2200" b="0" strike="noStrike" spc="-1">
              <a:solidFill>
                <a:srgbClr val="000000"/>
              </a:solidFill>
              <a:latin typeface="Arial"/>
            </a:endParaRPr>
          </a:p>
          <a:p>
            <a:pPr marL="681120" lvl="1" indent="-22356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nodes create their ARP tables </a:t>
            </a:r>
            <a:r>
              <a:rPr lang="en-US" sz="1800" b="0" i="1" strike="noStrike" spc="-1">
                <a:solidFill>
                  <a:srgbClr val="000000"/>
                </a:solidFill>
                <a:latin typeface="Gill Sans MT"/>
              </a:rPr>
              <a:t>without intervention from net administrator</a:t>
            </a:r>
            <a:endParaRPr lang="nl-NL" sz="1800" b="0" strike="noStrike" spc="-1">
              <a:solidFill>
                <a:srgbClr val="000000"/>
              </a:solidFill>
              <a:latin typeface="Arial"/>
            </a:endParaRPr>
          </a:p>
        </p:txBody>
      </p:sp>
      <p:pic>
        <p:nvPicPr>
          <p:cNvPr id="2330" name="Picture 19" descr="underline_base"/>
          <p:cNvPicPr/>
          <p:nvPr/>
        </p:nvPicPr>
        <p:blipFill>
          <a:blip r:embed="rId3"/>
          <a:stretch/>
        </p:blipFill>
        <p:spPr>
          <a:xfrm>
            <a:off x="457200" y="1276200"/>
            <a:ext cx="4566960" cy="172800"/>
          </a:xfrm>
          <a:prstGeom prst="rect">
            <a:avLst/>
          </a:prstGeom>
          <a:ln>
            <a:noFill/>
          </a:ln>
        </p:spPr>
      </p:pic>
      <p:sp>
        <p:nvSpPr>
          <p:cNvPr id="2331" name="TextShape 4"/>
          <p:cNvSpPr txBox="1"/>
          <p:nvPr/>
        </p:nvSpPr>
        <p:spPr>
          <a:xfrm>
            <a:off x="8255160" y="6124680"/>
            <a:ext cx="626760" cy="364680"/>
          </a:xfrm>
          <a:prstGeom prst="rect">
            <a:avLst/>
          </a:prstGeom>
          <a:noFill/>
          <a:ln>
            <a:noFill/>
          </a:ln>
        </p:spPr>
        <p:txBody>
          <a:bodyPr anchor="ctr">
            <a:noAutofit/>
          </a:bodyPr>
          <a:lstStyle/>
          <a:p>
            <a:pPr algn="r">
              <a:lnSpc>
                <a:spcPct val="100000"/>
              </a:lnSpc>
            </a:pPr>
            <a:fld id="{23460D59-2185-4910-AA03-588355782F20}" type="slidenum">
              <a:rPr lang="nl-NL" sz="1000" b="0" strike="noStrike" spc="-1">
                <a:solidFill>
                  <a:srgbClr val="FFFFFF"/>
                </a:solidFill>
                <a:latin typeface="Arial"/>
                <a:ea typeface="ＭＳ Ｐゴシック"/>
              </a:rPr>
              <a:t>37</a:t>
            </a:fld>
            <a:endParaRPr lang="nl-NL" sz="10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2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E7F4A-E3F2-D846-85AE-BE17E8BE2574}"/>
              </a:ext>
            </a:extLst>
          </p:cNvPr>
          <p:cNvSpPr>
            <a:spLocks noGrp="1"/>
          </p:cNvSpPr>
          <p:nvPr>
            <p:ph type="title"/>
          </p:nvPr>
        </p:nvSpPr>
        <p:spPr/>
        <p:txBody>
          <a:bodyPr/>
          <a:lstStyle/>
          <a:p>
            <a:r>
              <a:rPr lang="nl-NL" sz="3200" dirty="0"/>
              <a:t>Leg uit welke functie het TTL veld heeft in een ARP tabel.</a:t>
            </a:r>
          </a:p>
        </p:txBody>
      </p:sp>
      <p:sp>
        <p:nvSpPr>
          <p:cNvPr id="3" name="Ondertitel 2">
            <a:extLst>
              <a:ext uri="{FF2B5EF4-FFF2-40B4-BE49-F238E27FC236}">
                <a16:creationId xmlns:a16="http://schemas.microsoft.com/office/drawing/2014/main" id="{05FF1D20-F6ED-6642-BF85-2CA699998D06}"/>
              </a:ext>
            </a:extLst>
          </p:cNvPr>
          <p:cNvSpPr>
            <a:spLocks noGrp="1"/>
          </p:cNvSpPr>
          <p:nvPr>
            <p:ph type="subTitle"/>
          </p:nvPr>
        </p:nvSpPr>
        <p:spPr>
          <a:xfrm>
            <a:off x="457200" y="2087280"/>
            <a:ext cx="8229240" cy="3973552"/>
          </a:xfrm>
        </p:spPr>
        <p:txBody>
          <a:bodyPr/>
          <a:lstStyle/>
          <a:p>
            <a:pPr marL="514350" indent="-514350">
              <a:buAutoNum type="alphaUcParenR"/>
            </a:pPr>
            <a:r>
              <a:rPr lang="nl-NL" sz="2000" dirty="0"/>
              <a:t>Door een Time To Live in te stellen wordt voorkomen dat de ARP tabel te groot wordt.</a:t>
            </a:r>
          </a:p>
          <a:p>
            <a:pPr marL="514350" indent="-514350">
              <a:buAutoNum type="alphaUcParenR"/>
            </a:pPr>
            <a:r>
              <a:rPr lang="nl-NL" sz="2000" dirty="0"/>
              <a:t>Time To Live zorgt er voor dat de verstuurde data onbruikbaar wordt voor de ontvanger na een bepaalde periode. Hiermee wordt de ontvanger gedwongen opnieuw een </a:t>
            </a:r>
            <a:r>
              <a:rPr lang="nl-NL" sz="2000" dirty="0" err="1"/>
              <a:t>request</a:t>
            </a:r>
            <a:r>
              <a:rPr lang="nl-NL" sz="2000" dirty="0"/>
              <a:t> te doen.</a:t>
            </a:r>
          </a:p>
          <a:p>
            <a:pPr marL="514350" indent="-514350">
              <a:buAutoNum type="alphaUcParenR"/>
            </a:pPr>
            <a:r>
              <a:rPr lang="nl-NL" sz="2000" dirty="0"/>
              <a:t>Als de Time To Live van een entry verloopt, dan wordt de entry verwijderd uit de ARP tabel. Door verouderde entries te verwijderen, wordt de informatie in de tabel up to date gehouden. </a:t>
            </a:r>
          </a:p>
          <a:p>
            <a:pPr marL="514350" indent="-514350">
              <a:buAutoNum type="alphaUcParenR"/>
            </a:pPr>
            <a:r>
              <a:rPr lang="nl-NL" sz="2000" dirty="0"/>
              <a:t>De  Time To Live zorgt er voor dat een tabel maar een bepaalde tijd te bezoeken is. Hierdoor wordt een DDOS aanval op ARP voorkomen.</a:t>
            </a:r>
          </a:p>
        </p:txBody>
      </p:sp>
    </p:spTree>
    <p:extLst>
      <p:ext uri="{BB962C8B-B14F-4D97-AF65-F5344CB8AC3E}">
        <p14:creationId xmlns:p14="http://schemas.microsoft.com/office/powerpoint/2010/main" val="3394722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2" name="TextShape 1"/>
          <p:cNvSpPr txBox="1"/>
          <p:nvPr/>
        </p:nvSpPr>
        <p:spPr>
          <a:xfrm>
            <a:off x="2365200" y="-38160"/>
            <a:ext cx="612576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Addressing: routing to another LAN</a:t>
            </a:r>
            <a:endParaRPr lang="nl-NL" sz="2800" b="0" strike="noStrike" spc="-1">
              <a:solidFill>
                <a:srgbClr val="000000"/>
              </a:solidFill>
              <a:latin typeface="Arial"/>
            </a:endParaRPr>
          </a:p>
        </p:txBody>
      </p:sp>
      <p:sp>
        <p:nvSpPr>
          <p:cNvPr id="2333" name="TextShape 2"/>
          <p:cNvSpPr txBox="1"/>
          <p:nvPr/>
        </p:nvSpPr>
        <p:spPr>
          <a:xfrm>
            <a:off x="338040" y="1400040"/>
            <a:ext cx="8229240" cy="4038120"/>
          </a:xfrm>
          <a:prstGeom prst="rect">
            <a:avLst/>
          </a:prstGeom>
          <a:noFill/>
          <a:ln>
            <a:noFill/>
          </a:ln>
        </p:spPr>
        <p:txBody>
          <a:bodyPr>
            <a:noAutofit/>
          </a:bodyPr>
          <a:lstStyle/>
          <a:p>
            <a:pPr marL="111240" indent="-110880">
              <a:lnSpc>
                <a:spcPct val="100000"/>
              </a:lnSpc>
              <a:spcBef>
                <a:spcPts val="360"/>
              </a:spcBef>
              <a:tabLst>
                <a:tab pos="0" algn="l"/>
              </a:tabLst>
            </a:pPr>
            <a:r>
              <a:rPr lang="en-US" sz="1800" b="0" strike="noStrike" spc="-1">
                <a:solidFill>
                  <a:srgbClr val="000000"/>
                </a:solidFill>
                <a:latin typeface="Arial"/>
              </a:rPr>
              <a:t>walkthrough: </a:t>
            </a:r>
            <a:r>
              <a:rPr lang="en-US" sz="1800" b="0" strike="noStrike" spc="-1">
                <a:solidFill>
                  <a:srgbClr val="CC0000"/>
                </a:solidFill>
                <a:latin typeface="Arial"/>
              </a:rPr>
              <a:t>send datagram from A to B via R</a:t>
            </a:r>
            <a:endParaRPr lang="nl-NL" sz="1800" b="0" strike="noStrike" spc="-1">
              <a:solidFill>
                <a:srgbClr val="000000"/>
              </a:solidFill>
              <a:latin typeface="Arial"/>
            </a:endParaRPr>
          </a:p>
          <a:p>
            <a:pPr marL="396720" lvl="1" indent="-1630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 focus on addressing – at IP (datagram) and MAC layer (frame)</a:t>
            </a:r>
            <a:endParaRPr lang="nl-NL" sz="1800" b="0" strike="noStrike" spc="-1">
              <a:solidFill>
                <a:srgbClr val="000000"/>
              </a:solidFill>
              <a:latin typeface="Arial"/>
            </a:endParaRPr>
          </a:p>
          <a:p>
            <a:pPr marL="396720" lvl="1" indent="-1630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 assume A knows B’s IP address</a:t>
            </a:r>
            <a:endParaRPr lang="nl-NL" sz="1800" b="0" strike="noStrike" spc="-1">
              <a:solidFill>
                <a:srgbClr val="000000"/>
              </a:solidFill>
              <a:latin typeface="Arial"/>
            </a:endParaRPr>
          </a:p>
          <a:p>
            <a:pPr marL="396720" lvl="1" indent="-1630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 assume A knows IP address of first hop router, R (how?)</a:t>
            </a:r>
            <a:endParaRPr lang="nl-NL" sz="1800" b="0" strike="noStrike" spc="-1">
              <a:solidFill>
                <a:srgbClr val="000000"/>
              </a:solidFill>
              <a:latin typeface="Arial"/>
            </a:endParaRPr>
          </a:p>
          <a:p>
            <a:pPr marL="396720" lvl="1" indent="-1630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 assume A knows R’s MAC address (how?)</a:t>
            </a:r>
            <a:endParaRPr lang="nl-NL" sz="1800" b="0" strike="noStrike" spc="-1">
              <a:solidFill>
                <a:srgbClr val="000000"/>
              </a:solidFill>
              <a:latin typeface="Arial"/>
            </a:endParaRPr>
          </a:p>
        </p:txBody>
      </p:sp>
      <p:sp>
        <p:nvSpPr>
          <p:cNvPr id="2334"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5E573D1A-5189-41EA-971A-39178C3EF6D8}" type="slidenum">
              <a:rPr lang="nl-NL" sz="1000" b="0" strike="noStrike" spc="-1">
                <a:solidFill>
                  <a:srgbClr val="FFFFFF"/>
                </a:solidFill>
                <a:latin typeface="Arial"/>
                <a:ea typeface="ＭＳ Ｐゴシック"/>
              </a:rPr>
              <a:t>39</a:t>
            </a:fld>
            <a:endParaRPr lang="nl-NL" sz="1000" b="0" strike="noStrike" spc="-1">
              <a:latin typeface="Calibri"/>
            </a:endParaRPr>
          </a:p>
        </p:txBody>
      </p:sp>
      <p:grpSp>
        <p:nvGrpSpPr>
          <p:cNvPr id="2335" name="Group 4"/>
          <p:cNvGrpSpPr/>
          <p:nvPr/>
        </p:nvGrpSpPr>
        <p:grpSpPr>
          <a:xfrm>
            <a:off x="729000" y="3962520"/>
            <a:ext cx="8203680" cy="2347560"/>
            <a:chOff x="729000" y="3962520"/>
            <a:chExt cx="8203680" cy="2347560"/>
          </a:xfrm>
        </p:grpSpPr>
        <p:grpSp>
          <p:nvGrpSpPr>
            <p:cNvPr id="2336" name="Group 5"/>
            <p:cNvGrpSpPr/>
            <p:nvPr/>
          </p:nvGrpSpPr>
          <p:grpSpPr>
            <a:xfrm>
              <a:off x="6980040" y="5354280"/>
              <a:ext cx="711000" cy="600840"/>
              <a:chOff x="6980040" y="5354280"/>
              <a:chExt cx="711000" cy="600840"/>
            </a:xfrm>
          </p:grpSpPr>
          <p:grpSp>
            <p:nvGrpSpPr>
              <p:cNvPr id="2337" name="Group 6"/>
              <p:cNvGrpSpPr/>
              <p:nvPr/>
            </p:nvGrpSpPr>
            <p:grpSpPr>
              <a:xfrm>
                <a:off x="6980040" y="5354280"/>
                <a:ext cx="711000" cy="600840"/>
                <a:chOff x="6980040" y="5354280"/>
                <a:chExt cx="711000" cy="600840"/>
              </a:xfrm>
            </p:grpSpPr>
            <p:pic>
              <p:nvPicPr>
                <p:cNvPr id="2338" name="Picture 45" descr="desktop_computer_stylized_medium"/>
                <p:cNvPicPr/>
                <p:nvPr/>
              </p:nvPicPr>
              <p:blipFill>
                <a:blip r:embed="rId3"/>
                <a:stretch/>
              </p:blipFill>
              <p:spPr>
                <a:xfrm flipH="1">
                  <a:off x="6980040" y="5354280"/>
                  <a:ext cx="711000" cy="600840"/>
                </a:xfrm>
                <a:prstGeom prst="rect">
                  <a:avLst/>
                </a:prstGeom>
                <a:ln>
                  <a:noFill/>
                </a:ln>
              </p:spPr>
            </p:pic>
            <p:sp>
              <p:nvSpPr>
                <p:cNvPr id="2339" name="CustomShape 7"/>
                <p:cNvSpPr/>
                <p:nvPr/>
              </p:nvSpPr>
              <p:spPr>
                <a:xfrm flipH="1">
                  <a:off x="7282800" y="5411880"/>
                  <a:ext cx="345600" cy="2750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340" name="CustomShape 8"/>
              <p:cNvSpPr/>
              <p:nvPr/>
            </p:nvSpPr>
            <p:spPr>
              <a:xfrm rot="16200000">
                <a:off x="7163640" y="5547600"/>
                <a:ext cx="8856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341" name="Group 9"/>
            <p:cNvGrpSpPr/>
            <p:nvPr/>
          </p:nvGrpSpPr>
          <p:grpSpPr>
            <a:xfrm>
              <a:off x="1046880" y="3962520"/>
              <a:ext cx="1026000" cy="761040"/>
              <a:chOff x="1046880" y="3962520"/>
              <a:chExt cx="1026000" cy="761040"/>
            </a:xfrm>
          </p:grpSpPr>
          <p:sp>
            <p:nvSpPr>
              <p:cNvPr id="2342" name="CustomShape 10"/>
              <p:cNvSpPr/>
              <p:nvPr/>
            </p:nvSpPr>
            <p:spPr>
              <a:xfrm rot="16200000">
                <a:off x="1893600" y="4300560"/>
                <a:ext cx="110880" cy="247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343" name="Group 11"/>
              <p:cNvGrpSpPr/>
              <p:nvPr/>
            </p:nvGrpSpPr>
            <p:grpSpPr>
              <a:xfrm>
                <a:off x="1046880" y="3962520"/>
                <a:ext cx="935640" cy="761040"/>
                <a:chOff x="1046880" y="3962520"/>
                <a:chExt cx="935640" cy="761040"/>
              </a:xfrm>
            </p:grpSpPr>
            <p:pic>
              <p:nvPicPr>
                <p:cNvPr id="2344" name="Picture 50" descr="desktop_computer_stylized_medium"/>
                <p:cNvPicPr/>
                <p:nvPr/>
              </p:nvPicPr>
              <p:blipFill>
                <a:blip r:embed="rId4"/>
                <a:stretch/>
              </p:blipFill>
              <p:spPr>
                <a:xfrm flipH="1">
                  <a:off x="1046880" y="3962520"/>
                  <a:ext cx="935640" cy="761040"/>
                </a:xfrm>
                <a:prstGeom prst="rect">
                  <a:avLst/>
                </a:prstGeom>
                <a:ln>
                  <a:noFill/>
                </a:ln>
              </p:spPr>
            </p:pic>
            <p:sp>
              <p:nvSpPr>
                <p:cNvPr id="2345" name="CustomShape 12"/>
                <p:cNvSpPr/>
                <p:nvPr/>
              </p:nvSpPr>
              <p:spPr>
                <a:xfrm flipH="1">
                  <a:off x="1444680" y="4035600"/>
                  <a:ext cx="454680" cy="34848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346" name="CustomShape 13"/>
            <p:cNvSpPr/>
            <p:nvPr/>
          </p:nvSpPr>
          <p:spPr>
            <a:xfrm>
              <a:off x="4238640" y="438156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Bef>
                  <a:spcPts val="1199"/>
                </a:spcBef>
              </a:pPr>
              <a:r>
                <a:rPr lang="en-US" sz="2400" b="0" strike="noStrike" spc="-1">
                  <a:solidFill>
                    <a:srgbClr val="FF0000"/>
                  </a:solidFill>
                  <a:latin typeface="Calibri"/>
                </a:rPr>
                <a:t>R</a:t>
              </a:r>
              <a:endParaRPr lang="nl-NL" sz="2400" b="0" strike="noStrike" spc="-1">
                <a:latin typeface="Calibri"/>
              </a:endParaRPr>
            </a:p>
          </p:txBody>
        </p:sp>
        <p:sp>
          <p:nvSpPr>
            <p:cNvPr id="2347" name="CustomShape 14"/>
            <p:cNvSpPr/>
            <p:nvPr/>
          </p:nvSpPr>
          <p:spPr>
            <a:xfrm>
              <a:off x="3867480" y="5378400"/>
              <a:ext cx="15451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1A-23-F9-CD-06-9B</a:t>
              </a:r>
              <a:endParaRPr lang="nl-NL" sz="1200" b="0" strike="noStrike" spc="-1">
                <a:latin typeface="Calibri"/>
              </a:endParaRPr>
            </a:p>
          </p:txBody>
        </p:sp>
        <p:sp>
          <p:nvSpPr>
            <p:cNvPr id="2348" name="CustomShape 15"/>
            <p:cNvSpPr/>
            <p:nvPr/>
          </p:nvSpPr>
          <p:spPr>
            <a:xfrm>
              <a:off x="4011840" y="52052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222.222.222.220</a:t>
              </a:r>
              <a:endParaRPr lang="nl-NL" sz="1200" b="0" strike="noStrike" spc="-1">
                <a:latin typeface="Calibri"/>
              </a:endParaRPr>
            </a:p>
          </p:txBody>
        </p:sp>
        <p:grpSp>
          <p:nvGrpSpPr>
            <p:cNvPr id="2349" name="Group 16"/>
            <p:cNvGrpSpPr/>
            <p:nvPr/>
          </p:nvGrpSpPr>
          <p:grpSpPr>
            <a:xfrm>
              <a:off x="3048840" y="5794200"/>
              <a:ext cx="1539000" cy="447840"/>
              <a:chOff x="3048840" y="5794200"/>
              <a:chExt cx="1539000" cy="447840"/>
            </a:xfrm>
          </p:grpSpPr>
          <p:sp>
            <p:nvSpPr>
              <p:cNvPr id="2350" name="CustomShape 17"/>
              <p:cNvSpPr/>
              <p:nvPr/>
            </p:nvSpPr>
            <p:spPr>
              <a:xfrm>
                <a:off x="3081960" y="579420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111.111.111.110</a:t>
                </a:r>
                <a:endParaRPr lang="nl-NL" sz="1200" b="0" strike="noStrike" spc="-1">
                  <a:latin typeface="Calibri"/>
                </a:endParaRPr>
              </a:p>
            </p:txBody>
          </p:sp>
          <p:sp>
            <p:nvSpPr>
              <p:cNvPr id="2351" name="CustomShape 18"/>
              <p:cNvSpPr/>
              <p:nvPr/>
            </p:nvSpPr>
            <p:spPr>
              <a:xfrm>
                <a:off x="3048840" y="5969160"/>
                <a:ext cx="153900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E6-E9-00-17-BB-4B</a:t>
                </a:r>
                <a:endParaRPr lang="nl-NL" sz="1200" b="0" strike="noStrike" spc="-1">
                  <a:latin typeface="Calibri"/>
                </a:endParaRPr>
              </a:p>
            </p:txBody>
          </p:sp>
        </p:grpSp>
        <p:sp>
          <p:nvSpPr>
            <p:cNvPr id="2352" name="CustomShape 19"/>
            <p:cNvSpPr/>
            <p:nvPr/>
          </p:nvSpPr>
          <p:spPr>
            <a:xfrm>
              <a:off x="952200" y="6037200"/>
              <a:ext cx="16275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CC-49-DE-D0-AB-7D</a:t>
              </a:r>
              <a:endParaRPr lang="nl-NL" sz="1200" b="0" strike="noStrike" spc="-1">
                <a:latin typeface="Calibri"/>
              </a:endParaRPr>
            </a:p>
          </p:txBody>
        </p:sp>
        <p:sp>
          <p:nvSpPr>
            <p:cNvPr id="2353" name="CustomShape 20"/>
            <p:cNvSpPr/>
            <p:nvPr/>
          </p:nvSpPr>
          <p:spPr>
            <a:xfrm>
              <a:off x="979920" y="585468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111.111.111.112</a:t>
              </a:r>
              <a:endParaRPr lang="nl-NL" sz="1200" b="0" strike="noStrike" spc="-1">
                <a:latin typeface="Calibri"/>
              </a:endParaRPr>
            </a:p>
          </p:txBody>
        </p:sp>
        <p:sp>
          <p:nvSpPr>
            <p:cNvPr id="2354" name="CustomShape 21"/>
            <p:cNvSpPr/>
            <p:nvPr/>
          </p:nvSpPr>
          <p:spPr>
            <a:xfrm>
              <a:off x="752760" y="4741920"/>
              <a:ext cx="12355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111.111.111.111</a:t>
              </a:r>
              <a:endParaRPr lang="nl-NL" sz="1200" b="0" strike="noStrike" spc="-1">
                <a:latin typeface="Calibri"/>
              </a:endParaRPr>
            </a:p>
          </p:txBody>
        </p:sp>
        <p:sp>
          <p:nvSpPr>
            <p:cNvPr id="2355" name="CustomShape 22"/>
            <p:cNvSpPr/>
            <p:nvPr/>
          </p:nvSpPr>
          <p:spPr>
            <a:xfrm>
              <a:off x="729000" y="4927680"/>
              <a:ext cx="151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74-29-9C-E8-FF-55</a:t>
              </a:r>
              <a:endParaRPr lang="nl-NL" sz="1200" b="0" strike="noStrike" spc="-1">
                <a:latin typeface="Calibri"/>
              </a:endParaRPr>
            </a:p>
          </p:txBody>
        </p:sp>
        <p:sp>
          <p:nvSpPr>
            <p:cNvPr id="2356" name="CustomShape 23"/>
            <p:cNvSpPr/>
            <p:nvPr/>
          </p:nvSpPr>
          <p:spPr>
            <a:xfrm>
              <a:off x="2365200" y="4437000"/>
              <a:ext cx="839520" cy="106956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357" name="Line 24"/>
            <p:cNvSpPr/>
            <p:nvPr/>
          </p:nvSpPr>
          <p:spPr>
            <a:xfrm>
              <a:off x="2062080" y="4416120"/>
              <a:ext cx="438120" cy="230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358" name="Line 25"/>
            <p:cNvSpPr/>
            <p:nvPr/>
          </p:nvSpPr>
          <p:spPr>
            <a:xfrm flipV="1">
              <a:off x="2185920" y="5360760"/>
              <a:ext cx="231840" cy="2556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359" name="Line 26"/>
            <p:cNvSpPr/>
            <p:nvPr/>
          </p:nvSpPr>
          <p:spPr>
            <a:xfrm>
              <a:off x="3184200" y="4954320"/>
              <a:ext cx="584280" cy="9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360" name="Line 27"/>
            <p:cNvSpPr/>
            <p:nvPr/>
          </p:nvSpPr>
          <p:spPr>
            <a:xfrm flipV="1">
              <a:off x="2101680" y="5711760"/>
              <a:ext cx="0" cy="163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61" name="Line 28"/>
            <p:cNvSpPr/>
            <p:nvPr/>
          </p:nvSpPr>
          <p:spPr>
            <a:xfrm flipV="1">
              <a:off x="1976400" y="4489200"/>
              <a:ext cx="0" cy="3985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62" name="Line 29"/>
            <p:cNvSpPr/>
            <p:nvPr/>
          </p:nvSpPr>
          <p:spPr>
            <a:xfrm>
              <a:off x="3854160" y="5020920"/>
              <a:ext cx="0" cy="7509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363" name="Line 30"/>
            <p:cNvSpPr/>
            <p:nvPr/>
          </p:nvSpPr>
          <p:spPr>
            <a:xfrm flipH="1" flipV="1">
              <a:off x="4935240" y="5011560"/>
              <a:ext cx="5040" cy="2206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64" name="CustomShape 31"/>
            <p:cNvSpPr/>
            <p:nvPr/>
          </p:nvSpPr>
          <p:spPr>
            <a:xfrm>
              <a:off x="735480" y="4156200"/>
              <a:ext cx="3578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A</a:t>
              </a:r>
              <a:endParaRPr lang="nl-NL" sz="2400" b="0" strike="noStrike" spc="-1">
                <a:latin typeface="Calibri"/>
              </a:endParaRPr>
            </a:p>
          </p:txBody>
        </p:sp>
        <p:sp>
          <p:nvSpPr>
            <p:cNvPr id="2365" name="Line 32"/>
            <p:cNvSpPr/>
            <p:nvPr/>
          </p:nvSpPr>
          <p:spPr>
            <a:xfrm>
              <a:off x="5045040" y="4921200"/>
              <a:ext cx="1198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366" name="Group 33"/>
            <p:cNvGrpSpPr/>
            <p:nvPr/>
          </p:nvGrpSpPr>
          <p:grpSpPr>
            <a:xfrm>
              <a:off x="7369200" y="4844880"/>
              <a:ext cx="1563480" cy="460080"/>
              <a:chOff x="7369200" y="4844880"/>
              <a:chExt cx="1563480" cy="460080"/>
            </a:xfrm>
          </p:grpSpPr>
          <p:sp>
            <p:nvSpPr>
              <p:cNvPr id="2367" name="CustomShape 34"/>
              <p:cNvSpPr/>
              <p:nvPr/>
            </p:nvSpPr>
            <p:spPr>
              <a:xfrm>
                <a:off x="7369200" y="484488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222.222.222.222</a:t>
                </a:r>
                <a:endParaRPr lang="nl-NL" sz="1200" b="0" strike="noStrike" spc="-1">
                  <a:latin typeface="Calibri"/>
                </a:endParaRPr>
              </a:p>
            </p:txBody>
          </p:sp>
          <p:sp>
            <p:nvSpPr>
              <p:cNvPr id="2368" name="CustomShape 35"/>
              <p:cNvSpPr/>
              <p:nvPr/>
            </p:nvSpPr>
            <p:spPr>
              <a:xfrm>
                <a:off x="7370640" y="5032440"/>
                <a:ext cx="1562040" cy="272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49-BD-D2-C7-56-2A</a:t>
                </a:r>
                <a:endParaRPr lang="nl-NL" sz="1200" b="0" strike="noStrike" spc="-1">
                  <a:latin typeface="Calibri"/>
                </a:endParaRPr>
              </a:p>
            </p:txBody>
          </p:sp>
        </p:grpSp>
        <p:sp>
          <p:nvSpPr>
            <p:cNvPr id="2369" name="Line 36"/>
            <p:cNvSpPr/>
            <p:nvPr/>
          </p:nvSpPr>
          <p:spPr>
            <a:xfrm flipV="1">
              <a:off x="6943680" y="4416120"/>
              <a:ext cx="450720" cy="317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370" name="Line 37"/>
            <p:cNvSpPr/>
            <p:nvPr/>
          </p:nvSpPr>
          <p:spPr>
            <a:xfrm flipH="1" flipV="1">
              <a:off x="7468920" y="4492440"/>
              <a:ext cx="11160" cy="38880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371" name="CustomShape 38"/>
            <p:cNvSpPr/>
            <p:nvPr/>
          </p:nvSpPr>
          <p:spPr>
            <a:xfrm>
              <a:off x="7069320" y="58118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222.222.222.221</a:t>
              </a:r>
              <a:endParaRPr lang="nl-NL" sz="1200" b="0" strike="noStrike" spc="-1">
                <a:latin typeface="Calibri"/>
              </a:endParaRPr>
            </a:p>
          </p:txBody>
        </p:sp>
        <p:sp>
          <p:nvSpPr>
            <p:cNvPr id="2372" name="CustomShape 39"/>
            <p:cNvSpPr/>
            <p:nvPr/>
          </p:nvSpPr>
          <p:spPr>
            <a:xfrm>
              <a:off x="7076160" y="5986440"/>
              <a:ext cx="15040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88-B2-2F-54-1A-0F</a:t>
              </a:r>
              <a:endParaRPr lang="nl-NL" sz="1200" b="0" strike="noStrike" spc="-1">
                <a:latin typeface="Calibri"/>
              </a:endParaRPr>
            </a:p>
          </p:txBody>
        </p:sp>
        <p:sp>
          <p:nvSpPr>
            <p:cNvPr id="2373" name="Line 40"/>
            <p:cNvSpPr/>
            <p:nvPr/>
          </p:nvSpPr>
          <p:spPr>
            <a:xfrm flipH="1" flipV="1">
              <a:off x="6873840" y="5313240"/>
              <a:ext cx="253800" cy="2509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374" name="Line 41"/>
            <p:cNvSpPr/>
            <p:nvPr/>
          </p:nvSpPr>
          <p:spPr>
            <a:xfrm flipH="1">
              <a:off x="7208640" y="5654520"/>
              <a:ext cx="4680" cy="20160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375" name="CustomShape 42"/>
            <p:cNvSpPr/>
            <p:nvPr/>
          </p:nvSpPr>
          <p:spPr>
            <a:xfrm>
              <a:off x="6203880" y="4440240"/>
              <a:ext cx="764640" cy="108072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376" name="CustomShape 43"/>
            <p:cNvSpPr/>
            <p:nvPr/>
          </p:nvSpPr>
          <p:spPr>
            <a:xfrm>
              <a:off x="8312040" y="407340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B</a:t>
              </a:r>
              <a:endParaRPr lang="nl-NL" sz="2400" b="0" strike="noStrike" spc="-1">
                <a:latin typeface="Calibri"/>
              </a:endParaRPr>
            </a:p>
          </p:txBody>
        </p:sp>
        <p:grpSp>
          <p:nvGrpSpPr>
            <p:cNvPr id="2377" name="Group 44"/>
            <p:cNvGrpSpPr/>
            <p:nvPr/>
          </p:nvGrpSpPr>
          <p:grpSpPr>
            <a:xfrm>
              <a:off x="7179480" y="4033440"/>
              <a:ext cx="1009440" cy="854640"/>
              <a:chOff x="7179480" y="4033440"/>
              <a:chExt cx="1009440" cy="854640"/>
            </a:xfrm>
          </p:grpSpPr>
          <p:grpSp>
            <p:nvGrpSpPr>
              <p:cNvPr id="2378" name="Group 45"/>
              <p:cNvGrpSpPr/>
              <p:nvPr/>
            </p:nvGrpSpPr>
            <p:grpSpPr>
              <a:xfrm>
                <a:off x="7179480" y="4033440"/>
                <a:ext cx="1009440" cy="854640"/>
                <a:chOff x="7179480" y="4033440"/>
                <a:chExt cx="1009440" cy="854640"/>
              </a:xfrm>
            </p:grpSpPr>
            <p:pic>
              <p:nvPicPr>
                <p:cNvPr id="2379" name="Picture 45" descr="desktop_computer_stylized_medium"/>
                <p:cNvPicPr/>
                <p:nvPr/>
              </p:nvPicPr>
              <p:blipFill>
                <a:blip r:embed="rId3"/>
                <a:stretch/>
              </p:blipFill>
              <p:spPr>
                <a:xfrm flipH="1">
                  <a:off x="7179480" y="4033440"/>
                  <a:ext cx="1009440" cy="854640"/>
                </a:xfrm>
                <a:prstGeom prst="rect">
                  <a:avLst/>
                </a:prstGeom>
                <a:ln>
                  <a:noFill/>
                </a:ln>
              </p:spPr>
            </p:pic>
            <p:sp>
              <p:nvSpPr>
                <p:cNvPr id="2380" name="CustomShape 46"/>
                <p:cNvSpPr/>
                <p:nvPr/>
              </p:nvSpPr>
              <p:spPr>
                <a:xfrm flipH="1">
                  <a:off x="7608960" y="4115520"/>
                  <a:ext cx="490680" cy="3913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381" name="CustomShape 47"/>
              <p:cNvSpPr/>
              <p:nvPr/>
            </p:nvSpPr>
            <p:spPr>
              <a:xfrm rot="16200000">
                <a:off x="7437960" y="4309560"/>
                <a:ext cx="126720" cy="1947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382" name="Group 48"/>
            <p:cNvGrpSpPr/>
            <p:nvPr/>
          </p:nvGrpSpPr>
          <p:grpSpPr>
            <a:xfrm>
              <a:off x="3757680" y="4714200"/>
              <a:ext cx="1292040" cy="426240"/>
              <a:chOff x="3757680" y="4714200"/>
              <a:chExt cx="1292040" cy="426240"/>
            </a:xfrm>
          </p:grpSpPr>
          <p:sp>
            <p:nvSpPr>
              <p:cNvPr id="2383" name="CustomShape 49"/>
              <p:cNvSpPr/>
              <p:nvPr/>
            </p:nvSpPr>
            <p:spPr>
              <a:xfrm rot="16200000">
                <a:off x="4880160" y="4827960"/>
                <a:ext cx="13932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384" name="Group 50"/>
              <p:cNvGrpSpPr/>
              <p:nvPr/>
            </p:nvGrpSpPr>
            <p:grpSpPr>
              <a:xfrm>
                <a:off x="3948480" y="4714200"/>
                <a:ext cx="912600" cy="426240"/>
                <a:chOff x="3948480" y="4714200"/>
                <a:chExt cx="912600" cy="426240"/>
              </a:xfrm>
            </p:grpSpPr>
            <p:sp>
              <p:nvSpPr>
                <p:cNvPr id="2385" name="CustomShape 51"/>
                <p:cNvSpPr/>
                <p:nvPr/>
              </p:nvSpPr>
              <p:spPr>
                <a:xfrm>
                  <a:off x="3952080" y="4902840"/>
                  <a:ext cx="905400" cy="23760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2386" name="CustomShape 52"/>
                <p:cNvSpPr/>
                <p:nvPr/>
              </p:nvSpPr>
              <p:spPr>
                <a:xfrm>
                  <a:off x="3952080" y="4875840"/>
                  <a:ext cx="909000" cy="147960"/>
                </a:xfrm>
                <a:prstGeom prst="rect">
                  <a:avLst/>
                </a:prstGeom>
                <a:gradFill rotWithShape="0">
                  <a:gsLst>
                    <a:gs pos="0">
                      <a:srgbClr val="0000FF"/>
                    </a:gs>
                    <a:gs pos="100000">
                      <a:srgbClr val="FFFFFF"/>
                    </a:gs>
                  </a:gsLst>
                  <a:lin ang="0"/>
                </a:gradFill>
                <a:ln>
                  <a:noFill/>
                </a:ln>
              </p:spPr>
              <p:style>
                <a:lnRef idx="0">
                  <a:scrgbClr r="0" g="0" b="0"/>
                </a:lnRef>
                <a:fillRef idx="0">
                  <a:scrgbClr r="0" g="0" b="0"/>
                </a:fillRef>
                <a:effectRef idx="0">
                  <a:scrgbClr r="0" g="0" b="0"/>
                </a:effectRef>
                <a:fontRef idx="minor"/>
              </p:style>
            </p:sp>
            <p:sp>
              <p:nvSpPr>
                <p:cNvPr id="2387" name="CustomShape 53"/>
                <p:cNvSpPr/>
                <p:nvPr/>
              </p:nvSpPr>
              <p:spPr>
                <a:xfrm>
                  <a:off x="3948480" y="4714200"/>
                  <a:ext cx="905400" cy="27828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grpSp>
              <p:nvGrpSpPr>
                <p:cNvPr id="2388" name="Group 54"/>
                <p:cNvGrpSpPr/>
                <p:nvPr/>
              </p:nvGrpSpPr>
              <p:grpSpPr>
                <a:xfrm>
                  <a:off x="4130280" y="4786200"/>
                  <a:ext cx="511920" cy="129960"/>
                  <a:chOff x="4130280" y="4786200"/>
                  <a:chExt cx="511920" cy="129960"/>
                </a:xfrm>
              </p:grpSpPr>
              <p:sp>
                <p:nvSpPr>
                  <p:cNvPr id="2389" name="CustomShape 55"/>
                  <p:cNvSpPr/>
                  <p:nvPr/>
                </p:nvSpPr>
                <p:spPr>
                  <a:xfrm>
                    <a:off x="4130280" y="4786200"/>
                    <a:ext cx="511920" cy="129960"/>
                  </a:xfrm>
                  <a:custGeom>
                    <a:avLst/>
                    <a:gdLst/>
                    <a:ahLst/>
                    <a:cxnLst/>
                    <a:rect l="l" t="t" r="r" b="b"/>
                    <a:pathLst>
                      <a:path w="310" h="60">
                        <a:moveTo>
                          <a:pt x="0" y="60"/>
                        </a:moveTo>
                        <a:lnTo>
                          <a:pt x="96" y="60"/>
                        </a:lnTo>
                        <a:lnTo>
                          <a:pt x="192" y="0"/>
                        </a:lnTo>
                        <a:lnTo>
                          <a:pt x="31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2390" name="CustomShape 56"/>
                  <p:cNvSpPr/>
                  <p:nvPr/>
                </p:nvSpPr>
                <p:spPr>
                  <a:xfrm>
                    <a:off x="4153320" y="4786200"/>
                    <a:ext cx="465480" cy="129960"/>
                  </a:xfrm>
                  <a:custGeom>
                    <a:avLst/>
                    <a:gdLst/>
                    <a:ahLst/>
                    <a:cxnLst/>
                    <a:rect l="l" t="t" r="r" b="b"/>
                    <a:pathLst>
                      <a:path w="282" h="60">
                        <a:moveTo>
                          <a:pt x="0" y="0"/>
                        </a:moveTo>
                        <a:lnTo>
                          <a:pt x="96" y="0"/>
                        </a:lnTo>
                        <a:lnTo>
                          <a:pt x="192" y="60"/>
                        </a:lnTo>
                        <a:lnTo>
                          <a:pt x="282" y="60"/>
                        </a:lnTo>
                      </a:path>
                    </a:pathLst>
                  </a:custGeom>
                  <a:noFill/>
                  <a:ln w="12600">
                    <a:solidFill>
                      <a:schemeClr val="tx1"/>
                    </a:solidFill>
                    <a:round/>
                  </a:ln>
                </p:spPr>
                <p:style>
                  <a:lnRef idx="0">
                    <a:scrgbClr r="0" g="0" b="0"/>
                  </a:lnRef>
                  <a:fillRef idx="0">
                    <a:scrgbClr r="0" g="0" b="0"/>
                  </a:fillRef>
                  <a:effectRef idx="0">
                    <a:scrgbClr r="0" g="0" b="0"/>
                  </a:effectRef>
                  <a:fontRef idx="minor"/>
                </p:style>
              </p:sp>
            </p:grpSp>
            <p:sp>
              <p:nvSpPr>
                <p:cNvPr id="2391" name="Line 57"/>
                <p:cNvSpPr/>
                <p:nvPr/>
              </p:nvSpPr>
              <p:spPr>
                <a:xfrm>
                  <a:off x="3951720" y="4844160"/>
                  <a:ext cx="0" cy="1886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392" name="Line 58"/>
                <p:cNvSpPr/>
                <p:nvPr/>
              </p:nvSpPr>
              <p:spPr>
                <a:xfrm>
                  <a:off x="4853880" y="4853160"/>
                  <a:ext cx="0" cy="1843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393" name="CustomShape 59"/>
              <p:cNvSpPr/>
              <p:nvPr/>
            </p:nvSpPr>
            <p:spPr>
              <a:xfrm rot="16200000">
                <a:off x="3788640" y="4838040"/>
                <a:ext cx="13788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394" name="Group 60"/>
            <p:cNvGrpSpPr/>
            <p:nvPr/>
          </p:nvGrpSpPr>
          <p:grpSpPr>
            <a:xfrm>
              <a:off x="1483920" y="5313600"/>
              <a:ext cx="700200" cy="517320"/>
              <a:chOff x="1483920" y="5313600"/>
              <a:chExt cx="700200" cy="517320"/>
            </a:xfrm>
          </p:grpSpPr>
          <p:sp>
            <p:nvSpPr>
              <p:cNvPr id="2395" name="CustomShape 61"/>
              <p:cNvSpPr/>
              <p:nvPr/>
            </p:nvSpPr>
            <p:spPr>
              <a:xfrm rot="16200000">
                <a:off x="2062080" y="554220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396" name="Group 62"/>
              <p:cNvGrpSpPr/>
              <p:nvPr/>
            </p:nvGrpSpPr>
            <p:grpSpPr>
              <a:xfrm>
                <a:off x="1483920" y="5313600"/>
                <a:ext cx="639000" cy="517320"/>
                <a:chOff x="1483920" y="5313600"/>
                <a:chExt cx="639000" cy="517320"/>
              </a:xfrm>
            </p:grpSpPr>
            <p:pic>
              <p:nvPicPr>
                <p:cNvPr id="2397" name="Picture 50" descr="desktop_computer_stylized_medium"/>
                <p:cNvPicPr/>
                <p:nvPr/>
              </p:nvPicPr>
              <p:blipFill>
                <a:blip r:embed="rId4"/>
                <a:stretch/>
              </p:blipFill>
              <p:spPr>
                <a:xfrm flipH="1">
                  <a:off x="1483920" y="5313600"/>
                  <a:ext cx="639000" cy="517320"/>
                </a:xfrm>
                <a:prstGeom prst="rect">
                  <a:avLst/>
                </a:prstGeom>
                <a:ln>
                  <a:noFill/>
                </a:ln>
              </p:spPr>
            </p:pic>
            <p:sp>
              <p:nvSpPr>
                <p:cNvPr id="2398" name="CustomShape 63"/>
                <p:cNvSpPr/>
                <p:nvPr/>
              </p:nvSpPr>
              <p:spPr>
                <a:xfrm flipH="1">
                  <a:off x="1755000" y="5363280"/>
                  <a:ext cx="31068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pic>
        <p:nvPicPr>
          <p:cNvPr id="2399" name="Picture 15" descr="underline_base"/>
          <p:cNvPicPr/>
          <p:nvPr/>
        </p:nvPicPr>
        <p:blipFill>
          <a:blip r:embed="rId5"/>
          <a:stretch/>
        </p:blipFill>
        <p:spPr>
          <a:xfrm>
            <a:off x="2365200" y="763560"/>
            <a:ext cx="5944680" cy="172800"/>
          </a:xfrm>
          <a:prstGeom prst="rect">
            <a:avLst/>
          </a:prstGeom>
          <a:ln>
            <a:noFill/>
          </a:ln>
        </p:spPr>
      </p:pic>
      <p:sp>
        <p:nvSpPr>
          <p:cNvPr id="2400" name="CustomShape 64"/>
          <p:cNvSpPr/>
          <p:nvPr/>
        </p:nvSpPr>
        <p:spPr>
          <a:xfrm>
            <a:off x="719280" y="65786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11</a:t>
            </a:r>
            <a:endParaRPr lang="nl-NL" sz="1400" b="0" strike="noStrike" spc="-1">
              <a:latin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1"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951658F3-0077-42D4-8144-3BAD400B2FB0}" type="slidenum">
              <a:rPr lang="nl-NL" sz="1000" b="0" strike="noStrike" spc="-1">
                <a:solidFill>
                  <a:srgbClr val="FFFFFF"/>
                </a:solidFill>
                <a:latin typeface="Arial"/>
                <a:ea typeface="ＭＳ Ｐゴシック"/>
              </a:rPr>
              <a:t>40</a:t>
            </a:fld>
            <a:endParaRPr lang="nl-NL" sz="1000" b="0" strike="noStrike" spc="-1">
              <a:latin typeface="Calibri"/>
            </a:endParaRPr>
          </a:p>
        </p:txBody>
      </p:sp>
      <p:grpSp>
        <p:nvGrpSpPr>
          <p:cNvPr id="2402" name="Group 2"/>
          <p:cNvGrpSpPr/>
          <p:nvPr/>
        </p:nvGrpSpPr>
        <p:grpSpPr>
          <a:xfrm>
            <a:off x="729000" y="3962520"/>
            <a:ext cx="8203680" cy="2347560"/>
            <a:chOff x="729000" y="3962520"/>
            <a:chExt cx="8203680" cy="2347560"/>
          </a:xfrm>
        </p:grpSpPr>
        <p:grpSp>
          <p:nvGrpSpPr>
            <p:cNvPr id="2403" name="Group 3"/>
            <p:cNvGrpSpPr/>
            <p:nvPr/>
          </p:nvGrpSpPr>
          <p:grpSpPr>
            <a:xfrm>
              <a:off x="6980040" y="5354280"/>
              <a:ext cx="711000" cy="600840"/>
              <a:chOff x="6980040" y="5354280"/>
              <a:chExt cx="711000" cy="600840"/>
            </a:xfrm>
          </p:grpSpPr>
          <p:grpSp>
            <p:nvGrpSpPr>
              <p:cNvPr id="2404" name="Group 4"/>
              <p:cNvGrpSpPr/>
              <p:nvPr/>
            </p:nvGrpSpPr>
            <p:grpSpPr>
              <a:xfrm>
                <a:off x="6980040" y="5354280"/>
                <a:ext cx="711000" cy="600840"/>
                <a:chOff x="6980040" y="5354280"/>
                <a:chExt cx="711000" cy="600840"/>
              </a:xfrm>
            </p:grpSpPr>
            <p:pic>
              <p:nvPicPr>
                <p:cNvPr id="2405" name="Picture 45" descr="desktop_computer_stylized_medium"/>
                <p:cNvPicPr/>
                <p:nvPr/>
              </p:nvPicPr>
              <p:blipFill>
                <a:blip r:embed="rId3"/>
                <a:stretch/>
              </p:blipFill>
              <p:spPr>
                <a:xfrm flipH="1">
                  <a:off x="6980040" y="5354280"/>
                  <a:ext cx="711000" cy="600840"/>
                </a:xfrm>
                <a:prstGeom prst="rect">
                  <a:avLst/>
                </a:prstGeom>
                <a:ln>
                  <a:noFill/>
                </a:ln>
              </p:spPr>
            </p:pic>
            <p:sp>
              <p:nvSpPr>
                <p:cNvPr id="2406" name="CustomShape 5"/>
                <p:cNvSpPr/>
                <p:nvPr/>
              </p:nvSpPr>
              <p:spPr>
                <a:xfrm flipH="1">
                  <a:off x="7282800" y="5411880"/>
                  <a:ext cx="345600" cy="2750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407" name="CustomShape 6"/>
              <p:cNvSpPr/>
              <p:nvPr/>
            </p:nvSpPr>
            <p:spPr>
              <a:xfrm rot="16200000">
                <a:off x="7163640" y="5547600"/>
                <a:ext cx="8856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408" name="Group 7"/>
            <p:cNvGrpSpPr/>
            <p:nvPr/>
          </p:nvGrpSpPr>
          <p:grpSpPr>
            <a:xfrm>
              <a:off x="1046880" y="3962520"/>
              <a:ext cx="1026000" cy="761040"/>
              <a:chOff x="1046880" y="3962520"/>
              <a:chExt cx="1026000" cy="761040"/>
            </a:xfrm>
          </p:grpSpPr>
          <p:sp>
            <p:nvSpPr>
              <p:cNvPr id="2409" name="CustomShape 8"/>
              <p:cNvSpPr/>
              <p:nvPr/>
            </p:nvSpPr>
            <p:spPr>
              <a:xfrm rot="16200000">
                <a:off x="1893600" y="4300560"/>
                <a:ext cx="110880" cy="247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410" name="Group 9"/>
              <p:cNvGrpSpPr/>
              <p:nvPr/>
            </p:nvGrpSpPr>
            <p:grpSpPr>
              <a:xfrm>
                <a:off x="1046880" y="3962520"/>
                <a:ext cx="935640" cy="761040"/>
                <a:chOff x="1046880" y="3962520"/>
                <a:chExt cx="935640" cy="761040"/>
              </a:xfrm>
            </p:grpSpPr>
            <p:pic>
              <p:nvPicPr>
                <p:cNvPr id="2411" name="Picture 50" descr="desktop_computer_stylized_medium"/>
                <p:cNvPicPr/>
                <p:nvPr/>
              </p:nvPicPr>
              <p:blipFill>
                <a:blip r:embed="rId4"/>
                <a:stretch/>
              </p:blipFill>
              <p:spPr>
                <a:xfrm flipH="1">
                  <a:off x="1046880" y="3962520"/>
                  <a:ext cx="935640" cy="761040"/>
                </a:xfrm>
                <a:prstGeom prst="rect">
                  <a:avLst/>
                </a:prstGeom>
                <a:ln>
                  <a:noFill/>
                </a:ln>
              </p:spPr>
            </p:pic>
            <p:sp>
              <p:nvSpPr>
                <p:cNvPr id="2412" name="CustomShape 10"/>
                <p:cNvSpPr/>
                <p:nvPr/>
              </p:nvSpPr>
              <p:spPr>
                <a:xfrm flipH="1">
                  <a:off x="1444680" y="4035600"/>
                  <a:ext cx="454680" cy="34848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413" name="CustomShape 11"/>
            <p:cNvSpPr/>
            <p:nvPr/>
          </p:nvSpPr>
          <p:spPr>
            <a:xfrm>
              <a:off x="4238640" y="438156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Bef>
                  <a:spcPts val="1199"/>
                </a:spcBef>
              </a:pPr>
              <a:r>
                <a:rPr lang="en-US" sz="2400" b="0" strike="noStrike" spc="-1">
                  <a:solidFill>
                    <a:srgbClr val="FF0000"/>
                  </a:solidFill>
                  <a:latin typeface="Calibri"/>
                </a:rPr>
                <a:t>R</a:t>
              </a:r>
              <a:endParaRPr lang="nl-NL" sz="2400" b="0" strike="noStrike" spc="-1">
                <a:latin typeface="Calibri"/>
              </a:endParaRPr>
            </a:p>
          </p:txBody>
        </p:sp>
        <p:sp>
          <p:nvSpPr>
            <p:cNvPr id="2414" name="CustomShape 12"/>
            <p:cNvSpPr/>
            <p:nvPr/>
          </p:nvSpPr>
          <p:spPr>
            <a:xfrm>
              <a:off x="3867480" y="5378400"/>
              <a:ext cx="15451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1A-23-F9-CD-06-9B</a:t>
              </a:r>
              <a:endParaRPr lang="nl-NL" sz="1200" b="0" strike="noStrike" spc="-1">
                <a:latin typeface="Calibri"/>
              </a:endParaRPr>
            </a:p>
          </p:txBody>
        </p:sp>
        <p:sp>
          <p:nvSpPr>
            <p:cNvPr id="2415" name="CustomShape 13"/>
            <p:cNvSpPr/>
            <p:nvPr/>
          </p:nvSpPr>
          <p:spPr>
            <a:xfrm>
              <a:off x="4011840" y="52052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222.222.222.220</a:t>
              </a:r>
              <a:endParaRPr lang="nl-NL" sz="1200" b="0" strike="noStrike" spc="-1">
                <a:latin typeface="Calibri"/>
              </a:endParaRPr>
            </a:p>
          </p:txBody>
        </p:sp>
        <p:grpSp>
          <p:nvGrpSpPr>
            <p:cNvPr id="2416" name="Group 14"/>
            <p:cNvGrpSpPr/>
            <p:nvPr/>
          </p:nvGrpSpPr>
          <p:grpSpPr>
            <a:xfrm>
              <a:off x="3048840" y="5794200"/>
              <a:ext cx="1539000" cy="447840"/>
              <a:chOff x="3048840" y="5794200"/>
              <a:chExt cx="1539000" cy="447840"/>
            </a:xfrm>
          </p:grpSpPr>
          <p:sp>
            <p:nvSpPr>
              <p:cNvPr id="2417" name="CustomShape 15"/>
              <p:cNvSpPr/>
              <p:nvPr/>
            </p:nvSpPr>
            <p:spPr>
              <a:xfrm>
                <a:off x="3081960" y="579420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111.111.111.110</a:t>
                </a:r>
                <a:endParaRPr lang="nl-NL" sz="1200" b="0" strike="noStrike" spc="-1">
                  <a:latin typeface="Calibri"/>
                </a:endParaRPr>
              </a:p>
            </p:txBody>
          </p:sp>
          <p:sp>
            <p:nvSpPr>
              <p:cNvPr id="2418" name="CustomShape 16"/>
              <p:cNvSpPr/>
              <p:nvPr/>
            </p:nvSpPr>
            <p:spPr>
              <a:xfrm>
                <a:off x="3048840" y="5969160"/>
                <a:ext cx="153900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E6-E9-00-17-BB-4B</a:t>
                </a:r>
                <a:endParaRPr lang="nl-NL" sz="1200" b="0" strike="noStrike" spc="-1">
                  <a:latin typeface="Calibri"/>
                </a:endParaRPr>
              </a:p>
            </p:txBody>
          </p:sp>
        </p:grpSp>
        <p:sp>
          <p:nvSpPr>
            <p:cNvPr id="2419" name="CustomShape 17"/>
            <p:cNvSpPr/>
            <p:nvPr/>
          </p:nvSpPr>
          <p:spPr>
            <a:xfrm>
              <a:off x="952200" y="6037200"/>
              <a:ext cx="16275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CC-49-DE-D0-AB-7D</a:t>
              </a:r>
              <a:endParaRPr lang="nl-NL" sz="1200" b="0" strike="noStrike" spc="-1">
                <a:latin typeface="Calibri"/>
              </a:endParaRPr>
            </a:p>
          </p:txBody>
        </p:sp>
        <p:sp>
          <p:nvSpPr>
            <p:cNvPr id="2420" name="CustomShape 18"/>
            <p:cNvSpPr/>
            <p:nvPr/>
          </p:nvSpPr>
          <p:spPr>
            <a:xfrm>
              <a:off x="979920" y="585468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111.111.111.112</a:t>
              </a:r>
              <a:endParaRPr lang="nl-NL" sz="1200" b="0" strike="noStrike" spc="-1">
                <a:latin typeface="Calibri"/>
              </a:endParaRPr>
            </a:p>
          </p:txBody>
        </p:sp>
        <p:sp>
          <p:nvSpPr>
            <p:cNvPr id="2421" name="CustomShape 19"/>
            <p:cNvSpPr/>
            <p:nvPr/>
          </p:nvSpPr>
          <p:spPr>
            <a:xfrm>
              <a:off x="752760" y="4741920"/>
              <a:ext cx="12355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111.111.111.111</a:t>
              </a:r>
              <a:endParaRPr lang="nl-NL" sz="1200" b="0" strike="noStrike" spc="-1">
                <a:latin typeface="Calibri"/>
              </a:endParaRPr>
            </a:p>
          </p:txBody>
        </p:sp>
        <p:sp>
          <p:nvSpPr>
            <p:cNvPr id="2422" name="CustomShape 20"/>
            <p:cNvSpPr/>
            <p:nvPr/>
          </p:nvSpPr>
          <p:spPr>
            <a:xfrm>
              <a:off x="729000" y="4927680"/>
              <a:ext cx="151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74-29-9C-E8-FF-55</a:t>
              </a:r>
              <a:endParaRPr lang="nl-NL" sz="1200" b="0" strike="noStrike" spc="-1">
                <a:latin typeface="Calibri"/>
              </a:endParaRPr>
            </a:p>
          </p:txBody>
        </p:sp>
        <p:sp>
          <p:nvSpPr>
            <p:cNvPr id="2423" name="CustomShape 21"/>
            <p:cNvSpPr/>
            <p:nvPr/>
          </p:nvSpPr>
          <p:spPr>
            <a:xfrm>
              <a:off x="2365200" y="4437000"/>
              <a:ext cx="839520" cy="106956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424" name="Line 22"/>
            <p:cNvSpPr/>
            <p:nvPr/>
          </p:nvSpPr>
          <p:spPr>
            <a:xfrm>
              <a:off x="2062080" y="4416120"/>
              <a:ext cx="438120" cy="230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25" name="Line 23"/>
            <p:cNvSpPr/>
            <p:nvPr/>
          </p:nvSpPr>
          <p:spPr>
            <a:xfrm flipV="1">
              <a:off x="2185920" y="5360760"/>
              <a:ext cx="231840" cy="2556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26" name="Line 24"/>
            <p:cNvSpPr/>
            <p:nvPr/>
          </p:nvSpPr>
          <p:spPr>
            <a:xfrm>
              <a:off x="3184200" y="4954320"/>
              <a:ext cx="584280" cy="9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27" name="Line 25"/>
            <p:cNvSpPr/>
            <p:nvPr/>
          </p:nvSpPr>
          <p:spPr>
            <a:xfrm flipV="1">
              <a:off x="2101680" y="5711760"/>
              <a:ext cx="0" cy="163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428" name="Line 26"/>
            <p:cNvSpPr/>
            <p:nvPr/>
          </p:nvSpPr>
          <p:spPr>
            <a:xfrm flipV="1">
              <a:off x="1976400" y="4489200"/>
              <a:ext cx="0" cy="3985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429" name="Line 27"/>
            <p:cNvSpPr/>
            <p:nvPr/>
          </p:nvSpPr>
          <p:spPr>
            <a:xfrm>
              <a:off x="3854160" y="5020920"/>
              <a:ext cx="0" cy="7509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430" name="Line 28"/>
            <p:cNvSpPr/>
            <p:nvPr/>
          </p:nvSpPr>
          <p:spPr>
            <a:xfrm flipH="1" flipV="1">
              <a:off x="4935240" y="5011560"/>
              <a:ext cx="5040" cy="2206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431" name="CustomShape 29"/>
            <p:cNvSpPr/>
            <p:nvPr/>
          </p:nvSpPr>
          <p:spPr>
            <a:xfrm>
              <a:off x="735480" y="4156200"/>
              <a:ext cx="3578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A</a:t>
              </a:r>
              <a:endParaRPr lang="nl-NL" sz="2400" b="0" strike="noStrike" spc="-1">
                <a:latin typeface="Calibri"/>
              </a:endParaRPr>
            </a:p>
          </p:txBody>
        </p:sp>
        <p:sp>
          <p:nvSpPr>
            <p:cNvPr id="2432" name="Line 30"/>
            <p:cNvSpPr/>
            <p:nvPr/>
          </p:nvSpPr>
          <p:spPr>
            <a:xfrm>
              <a:off x="5045040" y="4921200"/>
              <a:ext cx="1198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433" name="Group 31"/>
            <p:cNvGrpSpPr/>
            <p:nvPr/>
          </p:nvGrpSpPr>
          <p:grpSpPr>
            <a:xfrm>
              <a:off x="7369200" y="4844880"/>
              <a:ext cx="1563480" cy="460080"/>
              <a:chOff x="7369200" y="4844880"/>
              <a:chExt cx="1563480" cy="460080"/>
            </a:xfrm>
          </p:grpSpPr>
          <p:sp>
            <p:nvSpPr>
              <p:cNvPr id="2434" name="CustomShape 32"/>
              <p:cNvSpPr/>
              <p:nvPr/>
            </p:nvSpPr>
            <p:spPr>
              <a:xfrm>
                <a:off x="7369200" y="484488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222.222.222.222</a:t>
                </a:r>
                <a:endParaRPr lang="nl-NL" sz="1200" b="0" strike="noStrike" spc="-1">
                  <a:latin typeface="Calibri"/>
                </a:endParaRPr>
              </a:p>
            </p:txBody>
          </p:sp>
          <p:sp>
            <p:nvSpPr>
              <p:cNvPr id="2435" name="CustomShape 33"/>
              <p:cNvSpPr/>
              <p:nvPr/>
            </p:nvSpPr>
            <p:spPr>
              <a:xfrm>
                <a:off x="7370640" y="5032440"/>
                <a:ext cx="1562040" cy="272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49-BD-D2-C7-56-2A</a:t>
                </a:r>
                <a:endParaRPr lang="nl-NL" sz="1200" b="0" strike="noStrike" spc="-1">
                  <a:latin typeface="Calibri"/>
                </a:endParaRPr>
              </a:p>
            </p:txBody>
          </p:sp>
        </p:grpSp>
        <p:sp>
          <p:nvSpPr>
            <p:cNvPr id="2436" name="Line 34"/>
            <p:cNvSpPr/>
            <p:nvPr/>
          </p:nvSpPr>
          <p:spPr>
            <a:xfrm flipV="1">
              <a:off x="6943680" y="4416120"/>
              <a:ext cx="450720" cy="317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37" name="Line 35"/>
            <p:cNvSpPr/>
            <p:nvPr/>
          </p:nvSpPr>
          <p:spPr>
            <a:xfrm flipH="1" flipV="1">
              <a:off x="7468920" y="4492440"/>
              <a:ext cx="11160" cy="38880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438" name="CustomShape 36"/>
            <p:cNvSpPr/>
            <p:nvPr/>
          </p:nvSpPr>
          <p:spPr>
            <a:xfrm>
              <a:off x="7069320" y="58118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222.222.222.221</a:t>
              </a:r>
              <a:endParaRPr lang="nl-NL" sz="1200" b="0" strike="noStrike" spc="-1">
                <a:latin typeface="Calibri"/>
              </a:endParaRPr>
            </a:p>
          </p:txBody>
        </p:sp>
        <p:sp>
          <p:nvSpPr>
            <p:cNvPr id="2439" name="CustomShape 37"/>
            <p:cNvSpPr/>
            <p:nvPr/>
          </p:nvSpPr>
          <p:spPr>
            <a:xfrm>
              <a:off x="7076160" y="5986440"/>
              <a:ext cx="15040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88-B2-2F-54-1A-0F</a:t>
              </a:r>
              <a:endParaRPr lang="nl-NL" sz="1200" b="0" strike="noStrike" spc="-1">
                <a:latin typeface="Calibri"/>
              </a:endParaRPr>
            </a:p>
          </p:txBody>
        </p:sp>
        <p:sp>
          <p:nvSpPr>
            <p:cNvPr id="2440" name="Line 38"/>
            <p:cNvSpPr/>
            <p:nvPr/>
          </p:nvSpPr>
          <p:spPr>
            <a:xfrm flipH="1" flipV="1">
              <a:off x="6873840" y="5313240"/>
              <a:ext cx="253800" cy="2509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41" name="Line 39"/>
            <p:cNvSpPr/>
            <p:nvPr/>
          </p:nvSpPr>
          <p:spPr>
            <a:xfrm flipH="1">
              <a:off x="7208640" y="5654520"/>
              <a:ext cx="4680" cy="20160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442" name="CustomShape 40"/>
            <p:cNvSpPr/>
            <p:nvPr/>
          </p:nvSpPr>
          <p:spPr>
            <a:xfrm>
              <a:off x="6203880" y="4440240"/>
              <a:ext cx="764640" cy="108072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443" name="CustomShape 41"/>
            <p:cNvSpPr/>
            <p:nvPr/>
          </p:nvSpPr>
          <p:spPr>
            <a:xfrm>
              <a:off x="8312040" y="407340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B</a:t>
              </a:r>
              <a:endParaRPr lang="nl-NL" sz="2400" b="0" strike="noStrike" spc="-1">
                <a:latin typeface="Calibri"/>
              </a:endParaRPr>
            </a:p>
          </p:txBody>
        </p:sp>
        <p:grpSp>
          <p:nvGrpSpPr>
            <p:cNvPr id="2444" name="Group 42"/>
            <p:cNvGrpSpPr/>
            <p:nvPr/>
          </p:nvGrpSpPr>
          <p:grpSpPr>
            <a:xfrm>
              <a:off x="7179480" y="4033440"/>
              <a:ext cx="1009440" cy="854640"/>
              <a:chOff x="7179480" y="4033440"/>
              <a:chExt cx="1009440" cy="854640"/>
            </a:xfrm>
          </p:grpSpPr>
          <p:grpSp>
            <p:nvGrpSpPr>
              <p:cNvPr id="2445" name="Group 43"/>
              <p:cNvGrpSpPr/>
              <p:nvPr/>
            </p:nvGrpSpPr>
            <p:grpSpPr>
              <a:xfrm>
                <a:off x="7179480" y="4033440"/>
                <a:ext cx="1009440" cy="854640"/>
                <a:chOff x="7179480" y="4033440"/>
                <a:chExt cx="1009440" cy="854640"/>
              </a:xfrm>
            </p:grpSpPr>
            <p:pic>
              <p:nvPicPr>
                <p:cNvPr id="2446" name="Picture 45" descr="desktop_computer_stylized_medium"/>
                <p:cNvPicPr/>
                <p:nvPr/>
              </p:nvPicPr>
              <p:blipFill>
                <a:blip r:embed="rId3"/>
                <a:stretch/>
              </p:blipFill>
              <p:spPr>
                <a:xfrm flipH="1">
                  <a:off x="7179480" y="4033440"/>
                  <a:ext cx="1009440" cy="854640"/>
                </a:xfrm>
                <a:prstGeom prst="rect">
                  <a:avLst/>
                </a:prstGeom>
                <a:ln>
                  <a:noFill/>
                </a:ln>
              </p:spPr>
            </p:pic>
            <p:sp>
              <p:nvSpPr>
                <p:cNvPr id="2447" name="CustomShape 44"/>
                <p:cNvSpPr/>
                <p:nvPr/>
              </p:nvSpPr>
              <p:spPr>
                <a:xfrm flipH="1">
                  <a:off x="7608960" y="4115520"/>
                  <a:ext cx="490680" cy="3913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448" name="CustomShape 45"/>
              <p:cNvSpPr/>
              <p:nvPr/>
            </p:nvSpPr>
            <p:spPr>
              <a:xfrm rot="16200000">
                <a:off x="7437960" y="4309560"/>
                <a:ext cx="126720" cy="1947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449" name="Group 46"/>
            <p:cNvGrpSpPr/>
            <p:nvPr/>
          </p:nvGrpSpPr>
          <p:grpSpPr>
            <a:xfrm>
              <a:off x="3757680" y="4714200"/>
              <a:ext cx="1292040" cy="426240"/>
              <a:chOff x="3757680" y="4714200"/>
              <a:chExt cx="1292040" cy="426240"/>
            </a:xfrm>
          </p:grpSpPr>
          <p:sp>
            <p:nvSpPr>
              <p:cNvPr id="2450" name="CustomShape 47"/>
              <p:cNvSpPr/>
              <p:nvPr/>
            </p:nvSpPr>
            <p:spPr>
              <a:xfrm rot="16200000">
                <a:off x="4880160" y="4827960"/>
                <a:ext cx="13932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451" name="Group 48"/>
              <p:cNvGrpSpPr/>
              <p:nvPr/>
            </p:nvGrpSpPr>
            <p:grpSpPr>
              <a:xfrm>
                <a:off x="3948480" y="4714200"/>
                <a:ext cx="912600" cy="426240"/>
                <a:chOff x="3948480" y="4714200"/>
                <a:chExt cx="912600" cy="426240"/>
              </a:xfrm>
            </p:grpSpPr>
            <p:sp>
              <p:nvSpPr>
                <p:cNvPr id="2452" name="CustomShape 49"/>
                <p:cNvSpPr/>
                <p:nvPr/>
              </p:nvSpPr>
              <p:spPr>
                <a:xfrm>
                  <a:off x="3952080" y="4902840"/>
                  <a:ext cx="905400" cy="23760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2453" name="CustomShape 50"/>
                <p:cNvSpPr/>
                <p:nvPr/>
              </p:nvSpPr>
              <p:spPr>
                <a:xfrm>
                  <a:off x="3952080" y="4875840"/>
                  <a:ext cx="909000" cy="147960"/>
                </a:xfrm>
                <a:prstGeom prst="rect">
                  <a:avLst/>
                </a:prstGeom>
                <a:gradFill rotWithShape="0">
                  <a:gsLst>
                    <a:gs pos="0">
                      <a:srgbClr val="0000FF"/>
                    </a:gs>
                    <a:gs pos="100000">
                      <a:srgbClr val="FFFFFF"/>
                    </a:gs>
                  </a:gsLst>
                  <a:lin ang="0"/>
                </a:gradFill>
                <a:ln>
                  <a:noFill/>
                </a:ln>
              </p:spPr>
              <p:style>
                <a:lnRef idx="0">
                  <a:scrgbClr r="0" g="0" b="0"/>
                </a:lnRef>
                <a:fillRef idx="0">
                  <a:scrgbClr r="0" g="0" b="0"/>
                </a:fillRef>
                <a:effectRef idx="0">
                  <a:scrgbClr r="0" g="0" b="0"/>
                </a:effectRef>
                <a:fontRef idx="minor"/>
              </p:style>
            </p:sp>
            <p:sp>
              <p:nvSpPr>
                <p:cNvPr id="2454" name="CustomShape 51"/>
                <p:cNvSpPr/>
                <p:nvPr/>
              </p:nvSpPr>
              <p:spPr>
                <a:xfrm>
                  <a:off x="3948480" y="4714200"/>
                  <a:ext cx="905400" cy="27828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grpSp>
              <p:nvGrpSpPr>
                <p:cNvPr id="2455" name="Group 52"/>
                <p:cNvGrpSpPr/>
                <p:nvPr/>
              </p:nvGrpSpPr>
              <p:grpSpPr>
                <a:xfrm>
                  <a:off x="4130280" y="4786200"/>
                  <a:ext cx="511920" cy="129960"/>
                  <a:chOff x="4130280" y="4786200"/>
                  <a:chExt cx="511920" cy="129960"/>
                </a:xfrm>
              </p:grpSpPr>
              <p:sp>
                <p:nvSpPr>
                  <p:cNvPr id="2456" name="CustomShape 53"/>
                  <p:cNvSpPr/>
                  <p:nvPr/>
                </p:nvSpPr>
                <p:spPr>
                  <a:xfrm>
                    <a:off x="4130280" y="4786200"/>
                    <a:ext cx="511920" cy="129960"/>
                  </a:xfrm>
                  <a:custGeom>
                    <a:avLst/>
                    <a:gdLst/>
                    <a:ahLst/>
                    <a:cxnLst/>
                    <a:rect l="l" t="t" r="r" b="b"/>
                    <a:pathLst>
                      <a:path w="310" h="60">
                        <a:moveTo>
                          <a:pt x="0" y="60"/>
                        </a:moveTo>
                        <a:lnTo>
                          <a:pt x="96" y="60"/>
                        </a:lnTo>
                        <a:lnTo>
                          <a:pt x="192" y="0"/>
                        </a:lnTo>
                        <a:lnTo>
                          <a:pt x="31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2457" name="CustomShape 54"/>
                  <p:cNvSpPr/>
                  <p:nvPr/>
                </p:nvSpPr>
                <p:spPr>
                  <a:xfrm>
                    <a:off x="4153320" y="4786200"/>
                    <a:ext cx="465480" cy="129960"/>
                  </a:xfrm>
                  <a:custGeom>
                    <a:avLst/>
                    <a:gdLst/>
                    <a:ahLst/>
                    <a:cxnLst/>
                    <a:rect l="l" t="t" r="r" b="b"/>
                    <a:pathLst>
                      <a:path w="282" h="60">
                        <a:moveTo>
                          <a:pt x="0" y="0"/>
                        </a:moveTo>
                        <a:lnTo>
                          <a:pt x="96" y="0"/>
                        </a:lnTo>
                        <a:lnTo>
                          <a:pt x="192" y="60"/>
                        </a:lnTo>
                        <a:lnTo>
                          <a:pt x="282" y="60"/>
                        </a:lnTo>
                      </a:path>
                    </a:pathLst>
                  </a:custGeom>
                  <a:noFill/>
                  <a:ln w="12600">
                    <a:solidFill>
                      <a:schemeClr val="tx1"/>
                    </a:solidFill>
                    <a:round/>
                  </a:ln>
                </p:spPr>
                <p:style>
                  <a:lnRef idx="0">
                    <a:scrgbClr r="0" g="0" b="0"/>
                  </a:lnRef>
                  <a:fillRef idx="0">
                    <a:scrgbClr r="0" g="0" b="0"/>
                  </a:fillRef>
                  <a:effectRef idx="0">
                    <a:scrgbClr r="0" g="0" b="0"/>
                  </a:effectRef>
                  <a:fontRef idx="minor"/>
                </p:style>
              </p:sp>
            </p:grpSp>
            <p:sp>
              <p:nvSpPr>
                <p:cNvPr id="2458" name="Line 55"/>
                <p:cNvSpPr/>
                <p:nvPr/>
              </p:nvSpPr>
              <p:spPr>
                <a:xfrm>
                  <a:off x="3951720" y="4844160"/>
                  <a:ext cx="0" cy="1886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59" name="Line 56"/>
                <p:cNvSpPr/>
                <p:nvPr/>
              </p:nvSpPr>
              <p:spPr>
                <a:xfrm>
                  <a:off x="4853880" y="4853160"/>
                  <a:ext cx="0" cy="1843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460" name="CustomShape 57"/>
              <p:cNvSpPr/>
              <p:nvPr/>
            </p:nvSpPr>
            <p:spPr>
              <a:xfrm rot="16200000">
                <a:off x="3788640" y="4838040"/>
                <a:ext cx="13788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461" name="Group 58"/>
            <p:cNvGrpSpPr/>
            <p:nvPr/>
          </p:nvGrpSpPr>
          <p:grpSpPr>
            <a:xfrm>
              <a:off x="1483920" y="5313600"/>
              <a:ext cx="700200" cy="517320"/>
              <a:chOff x="1483920" y="5313600"/>
              <a:chExt cx="700200" cy="517320"/>
            </a:xfrm>
          </p:grpSpPr>
          <p:sp>
            <p:nvSpPr>
              <p:cNvPr id="2462" name="CustomShape 59"/>
              <p:cNvSpPr/>
              <p:nvPr/>
            </p:nvSpPr>
            <p:spPr>
              <a:xfrm rot="16200000">
                <a:off x="2062080" y="554220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463" name="Group 60"/>
              <p:cNvGrpSpPr/>
              <p:nvPr/>
            </p:nvGrpSpPr>
            <p:grpSpPr>
              <a:xfrm>
                <a:off x="1483920" y="5313600"/>
                <a:ext cx="639000" cy="517320"/>
                <a:chOff x="1483920" y="5313600"/>
                <a:chExt cx="639000" cy="517320"/>
              </a:xfrm>
            </p:grpSpPr>
            <p:pic>
              <p:nvPicPr>
                <p:cNvPr id="2464" name="Picture 50" descr="desktop_computer_stylized_medium"/>
                <p:cNvPicPr/>
                <p:nvPr/>
              </p:nvPicPr>
              <p:blipFill>
                <a:blip r:embed="rId4"/>
                <a:stretch/>
              </p:blipFill>
              <p:spPr>
                <a:xfrm flipH="1">
                  <a:off x="1483920" y="5313600"/>
                  <a:ext cx="639000" cy="517320"/>
                </a:xfrm>
                <a:prstGeom prst="rect">
                  <a:avLst/>
                </a:prstGeom>
                <a:ln>
                  <a:noFill/>
                </a:ln>
              </p:spPr>
            </p:pic>
            <p:sp>
              <p:nvSpPr>
                <p:cNvPr id="2465" name="CustomShape 61"/>
                <p:cNvSpPr/>
                <p:nvPr/>
              </p:nvSpPr>
              <p:spPr>
                <a:xfrm flipH="1">
                  <a:off x="1755000" y="5363280"/>
                  <a:ext cx="31068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sp>
        <p:nvSpPr>
          <p:cNvPr id="2466" name="CustomShape 62"/>
          <p:cNvSpPr/>
          <p:nvPr/>
        </p:nvSpPr>
        <p:spPr>
          <a:xfrm>
            <a:off x="2387520" y="3086280"/>
            <a:ext cx="313920" cy="791640"/>
          </a:xfrm>
          <a:prstGeom prst="downArrow">
            <a:avLst>
              <a:gd name="adj1" fmla="val 50000"/>
              <a:gd name="adj2" fmla="val 63005"/>
            </a:avLst>
          </a:prstGeom>
          <a:gradFill rotWithShape="0">
            <a:gsLst>
              <a:gs pos="0">
                <a:srgbClr val="FFFFFF"/>
              </a:gs>
              <a:gs pos="100000">
                <a:srgbClr val="FF0000"/>
              </a:gs>
            </a:gsLst>
            <a:lin ang="5400000"/>
          </a:gradFill>
          <a:ln w="9360">
            <a:solidFill>
              <a:schemeClr val="bg1"/>
            </a:solidFill>
            <a:miter/>
          </a:ln>
        </p:spPr>
        <p:style>
          <a:lnRef idx="0">
            <a:scrgbClr r="0" g="0" b="0"/>
          </a:lnRef>
          <a:fillRef idx="0">
            <a:scrgbClr r="0" g="0" b="0"/>
          </a:fillRef>
          <a:effectRef idx="0">
            <a:scrgbClr r="0" g="0" b="0"/>
          </a:effectRef>
          <a:fontRef idx="minor"/>
        </p:style>
      </p:sp>
      <p:grpSp>
        <p:nvGrpSpPr>
          <p:cNvPr id="2467" name="Group 63"/>
          <p:cNvGrpSpPr/>
          <p:nvPr/>
        </p:nvGrpSpPr>
        <p:grpSpPr>
          <a:xfrm>
            <a:off x="534960" y="2685960"/>
            <a:ext cx="975960" cy="1460160"/>
            <a:chOff x="534960" y="2685960"/>
            <a:chExt cx="975960" cy="1460160"/>
          </a:xfrm>
        </p:grpSpPr>
        <p:sp>
          <p:nvSpPr>
            <p:cNvPr id="2468" name="CustomShape 64"/>
            <p:cNvSpPr/>
            <p:nvPr/>
          </p:nvSpPr>
          <p:spPr>
            <a:xfrm>
              <a:off x="552600" y="2712960"/>
              <a:ext cx="958320" cy="1433160"/>
            </a:xfrm>
            <a:custGeom>
              <a:avLst/>
              <a:gdLst/>
              <a:ahLst/>
              <a:cxnLst/>
              <a:rect l="l" t="t" r="r" b="b"/>
              <a:pathLst>
                <a:path w="604" h="903">
                  <a:moveTo>
                    <a:pt x="496" y="0"/>
                  </a:moveTo>
                  <a:lnTo>
                    <a:pt x="604" y="903"/>
                  </a:lnTo>
                  <a:lnTo>
                    <a:pt x="0" y="788"/>
                  </a:lnTo>
                  <a:lnTo>
                    <a:pt x="456" y="750"/>
                  </a:lnTo>
                  <a:lnTo>
                    <a:pt x="496" y="0"/>
                  </a:lnTo>
                  <a:close/>
                </a:path>
              </a:pathLst>
            </a:custGeom>
            <a:gradFill rotWithShape="0">
              <a:gsLst>
                <a:gs pos="0">
                  <a:srgbClr val="FFFFFF"/>
                </a:gs>
                <a:gs pos="100000">
                  <a:srgbClr val="FF0000"/>
                </a:gs>
              </a:gsLst>
              <a:lin ang="2700000"/>
            </a:gradFill>
            <a:ln>
              <a:noFill/>
            </a:ln>
          </p:spPr>
          <p:style>
            <a:lnRef idx="0">
              <a:scrgbClr r="0" g="0" b="0"/>
            </a:lnRef>
            <a:fillRef idx="0">
              <a:scrgbClr r="0" g="0" b="0"/>
            </a:fillRef>
            <a:effectRef idx="0">
              <a:scrgbClr r="0" g="0" b="0"/>
            </a:effectRef>
            <a:fontRef idx="minor"/>
          </p:style>
        </p:sp>
        <p:sp>
          <p:nvSpPr>
            <p:cNvPr id="2469" name="CustomShape 65"/>
            <p:cNvSpPr/>
            <p:nvPr/>
          </p:nvSpPr>
          <p:spPr>
            <a:xfrm>
              <a:off x="546120" y="2716200"/>
              <a:ext cx="782280" cy="12538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470" name="CustomShape 66"/>
            <p:cNvSpPr/>
            <p:nvPr/>
          </p:nvSpPr>
          <p:spPr>
            <a:xfrm>
              <a:off x="656280" y="2685960"/>
              <a:ext cx="531720" cy="1307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471" name="Line 67"/>
            <p:cNvSpPr/>
            <p:nvPr/>
          </p:nvSpPr>
          <p:spPr>
            <a:xfrm>
              <a:off x="549000" y="296532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72" name="Line 68"/>
            <p:cNvSpPr/>
            <p:nvPr/>
          </p:nvSpPr>
          <p:spPr>
            <a:xfrm>
              <a:off x="544320" y="321768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73" name="Line 69"/>
            <p:cNvSpPr/>
            <p:nvPr/>
          </p:nvSpPr>
          <p:spPr>
            <a:xfrm>
              <a:off x="539640" y="347004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74" name="Line 70"/>
            <p:cNvSpPr/>
            <p:nvPr/>
          </p:nvSpPr>
          <p:spPr>
            <a:xfrm>
              <a:off x="534960" y="37224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475" name="Group 71"/>
          <p:cNvGrpSpPr/>
          <p:nvPr/>
        </p:nvGrpSpPr>
        <p:grpSpPr>
          <a:xfrm>
            <a:off x="1890000" y="2643120"/>
            <a:ext cx="2019240" cy="760320"/>
            <a:chOff x="1890000" y="2643120"/>
            <a:chExt cx="2019240" cy="760320"/>
          </a:xfrm>
        </p:grpSpPr>
        <p:grpSp>
          <p:nvGrpSpPr>
            <p:cNvPr id="2476" name="Group 72"/>
            <p:cNvGrpSpPr/>
            <p:nvPr/>
          </p:nvGrpSpPr>
          <p:grpSpPr>
            <a:xfrm>
              <a:off x="1947960" y="3159000"/>
              <a:ext cx="1096560" cy="244440"/>
              <a:chOff x="1947960" y="3159000"/>
              <a:chExt cx="1096560" cy="244440"/>
            </a:xfrm>
          </p:grpSpPr>
          <p:sp>
            <p:nvSpPr>
              <p:cNvPr id="2477" name="CustomShape 73"/>
              <p:cNvSpPr/>
              <p:nvPr/>
            </p:nvSpPr>
            <p:spPr>
              <a:xfrm>
                <a:off x="1947960" y="316080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478" name="Line 74"/>
              <p:cNvSpPr/>
              <p:nvPr/>
            </p:nvSpPr>
            <p:spPr>
              <a:xfrm>
                <a:off x="2116080" y="315900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79" name="Line 75"/>
              <p:cNvSpPr/>
              <p:nvPr/>
            </p:nvSpPr>
            <p:spPr>
              <a:xfrm>
                <a:off x="2259000" y="316224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480" name="CustomShape 76"/>
            <p:cNvSpPr/>
            <p:nvPr/>
          </p:nvSpPr>
          <p:spPr>
            <a:xfrm>
              <a:off x="1890000" y="2643120"/>
              <a:ext cx="201924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IP src: 111.111.111.111</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IP dest: 222.222.222.222</a:t>
              </a:r>
              <a:endParaRPr lang="nl-NL" sz="1200" b="0" strike="noStrike" spc="-1">
                <a:latin typeface="Calibri"/>
              </a:endParaRPr>
            </a:p>
          </p:txBody>
        </p:sp>
      </p:grpSp>
      <p:grpSp>
        <p:nvGrpSpPr>
          <p:cNvPr id="2481" name="Group 77"/>
          <p:cNvGrpSpPr/>
          <p:nvPr/>
        </p:nvGrpSpPr>
        <p:grpSpPr>
          <a:xfrm>
            <a:off x="2027160" y="2903400"/>
            <a:ext cx="145800" cy="385560"/>
            <a:chOff x="2027160" y="2903400"/>
            <a:chExt cx="145800" cy="385560"/>
          </a:xfrm>
        </p:grpSpPr>
        <p:sp>
          <p:nvSpPr>
            <p:cNvPr id="2482" name="Line 78"/>
            <p:cNvSpPr/>
            <p:nvPr/>
          </p:nvSpPr>
          <p:spPr>
            <a:xfrm>
              <a:off x="2027160" y="2903400"/>
              <a:ext cx="0" cy="3855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483" name="Line 79"/>
            <p:cNvSpPr/>
            <p:nvPr/>
          </p:nvSpPr>
          <p:spPr>
            <a:xfrm>
              <a:off x="2172960" y="3087360"/>
              <a:ext cx="0" cy="2001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sp>
        <p:nvSpPr>
          <p:cNvPr id="2484" name="CustomShape 80"/>
          <p:cNvSpPr/>
          <p:nvPr/>
        </p:nvSpPr>
        <p:spPr>
          <a:xfrm>
            <a:off x="706320" y="1084320"/>
            <a:ext cx="7772040" cy="55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A creates IP datagram with IP source A, destination B </a:t>
            </a:r>
            <a:endParaRPr lang="nl-NL" sz="2000" b="0" strike="noStrike" spc="-1">
              <a:latin typeface="Calibri"/>
            </a:endParaRPr>
          </a:p>
        </p:txBody>
      </p:sp>
      <p:sp>
        <p:nvSpPr>
          <p:cNvPr id="2485" name="CustomShape 81"/>
          <p:cNvSpPr/>
          <p:nvPr/>
        </p:nvSpPr>
        <p:spPr>
          <a:xfrm>
            <a:off x="719280" y="1441440"/>
            <a:ext cx="7772040" cy="72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A creates link-layer frame with R's MAC address as dest, frame contains A-to-B IP datagram</a:t>
            </a:r>
            <a:endParaRPr lang="nl-NL" sz="2000" b="0" strike="noStrike" spc="-1">
              <a:latin typeface="Calibri"/>
            </a:endParaRPr>
          </a:p>
        </p:txBody>
      </p:sp>
      <p:grpSp>
        <p:nvGrpSpPr>
          <p:cNvPr id="2486" name="Group 82"/>
          <p:cNvGrpSpPr/>
          <p:nvPr/>
        </p:nvGrpSpPr>
        <p:grpSpPr>
          <a:xfrm>
            <a:off x="1474920" y="2244600"/>
            <a:ext cx="2423160" cy="1519200"/>
            <a:chOff x="1474920" y="2244600"/>
            <a:chExt cx="2423160" cy="1519200"/>
          </a:xfrm>
        </p:grpSpPr>
        <p:sp>
          <p:nvSpPr>
            <p:cNvPr id="2487" name="CustomShape 83"/>
            <p:cNvSpPr/>
            <p:nvPr/>
          </p:nvSpPr>
          <p:spPr>
            <a:xfrm>
              <a:off x="1474920" y="2244600"/>
              <a:ext cx="242316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MAC src: 74-29-9C-E8-FF-55</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MAC dest: </a:t>
              </a:r>
              <a:r>
                <a:rPr lang="en-US" sz="1200" b="0" strike="noStrike" spc="-1">
                  <a:solidFill>
                    <a:srgbClr val="FF0000"/>
                  </a:solidFill>
                  <a:latin typeface="Arial"/>
                  <a:ea typeface="ＭＳ Ｐゴシック"/>
                </a:rPr>
                <a:t>E6-E9-00-17-BB-4B</a:t>
              </a:r>
              <a:endParaRPr lang="nl-NL" sz="1200" b="0" strike="noStrike" spc="-1">
                <a:latin typeface="Calibri"/>
              </a:endParaRPr>
            </a:p>
          </p:txBody>
        </p:sp>
        <p:grpSp>
          <p:nvGrpSpPr>
            <p:cNvPr id="2488" name="Group 84"/>
            <p:cNvGrpSpPr/>
            <p:nvPr/>
          </p:nvGrpSpPr>
          <p:grpSpPr>
            <a:xfrm>
              <a:off x="1557360" y="3463920"/>
              <a:ext cx="1665000" cy="299880"/>
              <a:chOff x="1557360" y="3463920"/>
              <a:chExt cx="1665000" cy="299880"/>
            </a:xfrm>
          </p:grpSpPr>
          <p:sp>
            <p:nvSpPr>
              <p:cNvPr id="2489" name="CustomShape 85"/>
              <p:cNvSpPr/>
              <p:nvPr/>
            </p:nvSpPr>
            <p:spPr>
              <a:xfrm>
                <a:off x="1557360" y="3467160"/>
                <a:ext cx="1665000" cy="293400"/>
              </a:xfrm>
              <a:prstGeom prst="rect">
                <a:avLst/>
              </a:prstGeom>
              <a:solidFill>
                <a:srgbClr val="000099"/>
              </a:solidFill>
              <a:ln w="9360">
                <a:solidFill>
                  <a:schemeClr val="tx1"/>
                </a:solidFill>
                <a:miter/>
              </a:ln>
            </p:spPr>
            <p:style>
              <a:lnRef idx="0">
                <a:scrgbClr r="0" g="0" b="0"/>
              </a:lnRef>
              <a:fillRef idx="0">
                <a:scrgbClr r="0" g="0" b="0"/>
              </a:fillRef>
              <a:effectRef idx="0">
                <a:scrgbClr r="0" g="0" b="0"/>
              </a:effectRef>
              <a:fontRef idx="minor"/>
            </p:style>
          </p:sp>
          <p:sp>
            <p:nvSpPr>
              <p:cNvPr id="2490" name="CustomShape 86"/>
              <p:cNvSpPr/>
              <p:nvPr/>
            </p:nvSpPr>
            <p:spPr>
              <a:xfrm>
                <a:off x="1952640" y="349560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491" name="Line 87"/>
              <p:cNvSpPr/>
              <p:nvPr/>
            </p:nvSpPr>
            <p:spPr>
              <a:xfrm>
                <a:off x="2114280" y="350028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92" name="Line 88"/>
              <p:cNvSpPr/>
              <p:nvPr/>
            </p:nvSpPr>
            <p:spPr>
              <a:xfrm>
                <a:off x="2266920" y="350028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93" name="Line 89"/>
              <p:cNvSpPr/>
              <p:nvPr/>
            </p:nvSpPr>
            <p:spPr>
              <a:xfrm>
                <a:off x="1685880" y="3463920"/>
                <a:ext cx="0" cy="29988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94" name="Line 90"/>
              <p:cNvSpPr/>
              <p:nvPr/>
            </p:nvSpPr>
            <p:spPr>
              <a:xfrm>
                <a:off x="1838160" y="3463920"/>
                <a:ext cx="0" cy="29988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495" name="Line 91"/>
            <p:cNvSpPr/>
            <p:nvPr/>
          </p:nvSpPr>
          <p:spPr>
            <a:xfrm flipV="1">
              <a:off x="1616040" y="2501640"/>
              <a:ext cx="2880" cy="11145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496" name="Line 92"/>
            <p:cNvSpPr/>
            <p:nvPr/>
          </p:nvSpPr>
          <p:spPr>
            <a:xfrm flipV="1">
              <a:off x="1755720" y="2666880"/>
              <a:ext cx="0" cy="9493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497" name="Line 93"/>
            <p:cNvSpPr/>
            <p:nvPr/>
          </p:nvSpPr>
          <p:spPr>
            <a:xfrm flipH="1" flipV="1">
              <a:off x="2025360" y="2876400"/>
              <a:ext cx="3240" cy="7459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498" name="Line 94"/>
            <p:cNvSpPr/>
            <p:nvPr/>
          </p:nvSpPr>
          <p:spPr>
            <a:xfrm>
              <a:off x="2171520" y="3054240"/>
              <a:ext cx="3240" cy="5680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sp>
        <p:nvSpPr>
          <p:cNvPr id="2499" name="TextShape 95"/>
          <p:cNvSpPr txBox="1"/>
          <p:nvPr/>
        </p:nvSpPr>
        <p:spPr>
          <a:xfrm>
            <a:off x="2365200" y="-38160"/>
            <a:ext cx="612576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Addressing: routing to another LAN</a:t>
            </a:r>
            <a:endParaRPr lang="nl-NL" sz="2800" b="0" strike="noStrike" spc="-1">
              <a:solidFill>
                <a:srgbClr val="000000"/>
              </a:solidFill>
              <a:latin typeface="Arial"/>
            </a:endParaRPr>
          </a:p>
        </p:txBody>
      </p:sp>
      <p:pic>
        <p:nvPicPr>
          <p:cNvPr id="2500" name="Picture 15" descr="underline_base"/>
          <p:cNvPicPr/>
          <p:nvPr/>
        </p:nvPicPr>
        <p:blipFill>
          <a:blip r:embed="rId5"/>
          <a:stretch/>
        </p:blipFill>
        <p:spPr>
          <a:xfrm>
            <a:off x="2365200" y="763560"/>
            <a:ext cx="5944680" cy="172800"/>
          </a:xfrm>
          <a:prstGeom prst="rect">
            <a:avLst/>
          </a:prstGeom>
          <a:ln>
            <a:noFill/>
          </a:ln>
        </p:spPr>
      </p:pic>
      <p:sp>
        <p:nvSpPr>
          <p:cNvPr id="2501" name="CustomShape 96"/>
          <p:cNvSpPr/>
          <p:nvPr/>
        </p:nvSpPr>
        <p:spPr>
          <a:xfrm>
            <a:off x="719280" y="65786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12</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4" fill="hold" nodeType="clickEffect">
                                  <p:stCondLst>
                                    <p:cond delay="0"/>
                                  </p:stCondLst>
                                  <p:childTnLst>
                                    <p:set>
                                      <p:cBhvr>
                                        <p:cTn id="6" dur="1" fill="hold">
                                          <p:stCondLst>
                                            <p:cond delay="0"/>
                                          </p:stCondLst>
                                        </p:cTn>
                                        <p:tgtEl>
                                          <p:spTgt spid="2467"/>
                                        </p:tgtEl>
                                        <p:attrNameLst>
                                          <p:attrName>style.visibility</p:attrName>
                                        </p:attrNameLst>
                                      </p:cBhvr>
                                      <p:to>
                                        <p:strVal val="visible"/>
                                      </p:to>
                                    </p:set>
                                    <p:animEffect transition="in" filter="wipe(down)">
                                      <p:cBhvr additive="repl">
                                        <p:cTn id="7" dur="500"/>
                                        <p:tgtEl>
                                          <p:spTgt spid="2467"/>
                                        </p:tgtEl>
                                      </p:cBhvr>
                                    </p:animEffect>
                                  </p:childTnLst>
                                </p:cTn>
                              </p:par>
                            </p:childTnLst>
                          </p:cTn>
                        </p:par>
                        <p:par>
                          <p:cTn id="8" fill="hold" nodeType="afterEffect">
                            <p:stCondLst>
                              <p:cond delay="500"/>
                            </p:stCondLst>
                            <p:childTnLst>
                              <p:par>
                                <p:cTn id="9" presetID="9" presetClass="entr" fill="hold" nodeType="afterEffect">
                                  <p:stCondLst>
                                    <p:cond delay="0"/>
                                  </p:stCondLst>
                                  <p:childTnLst>
                                    <p:set>
                                      <p:cBhvr>
                                        <p:cTn id="10" dur="1" fill="hold">
                                          <p:stCondLst>
                                            <p:cond delay="0"/>
                                          </p:stCondLst>
                                        </p:cTn>
                                        <p:tgtEl>
                                          <p:spTgt spid="2481"/>
                                        </p:tgtEl>
                                        <p:attrNameLst>
                                          <p:attrName>style.visibility</p:attrName>
                                        </p:attrNameLst>
                                      </p:cBhvr>
                                      <p:to>
                                        <p:strVal val="visible"/>
                                      </p:to>
                                    </p:set>
                                    <p:animEffect transition="in" filter="dissolve">
                                      <p:cBhvr additive="repl">
                                        <p:cTn id="11" dur="500"/>
                                        <p:tgtEl>
                                          <p:spTgt spid="2481"/>
                                        </p:tgtEl>
                                      </p:cBhvr>
                                    </p:animEffect>
                                  </p:childTnLst>
                                </p:cTn>
                              </p:par>
                              <p:par>
                                <p:cTn id="12" presetID="1" presetClass="entr" fill="hold" nodeType="withEffect">
                                  <p:stCondLst>
                                    <p:cond delay="0"/>
                                  </p:stCondLst>
                                  <p:childTnLst>
                                    <p:set>
                                      <p:cBhvr>
                                        <p:cTn id="13" dur="1" fill="hold">
                                          <p:stCondLst>
                                            <p:cond delay="0"/>
                                          </p:stCondLst>
                                        </p:cTn>
                                        <p:tgtEl>
                                          <p:spTgt spid="2484"/>
                                        </p:tgtEl>
                                        <p:attrNameLst>
                                          <p:attrName>style.visibility</p:attrName>
                                        </p:attrNameLst>
                                      </p:cBhvr>
                                      <p:to>
                                        <p:strVal val="visible"/>
                                      </p:to>
                                    </p:set>
                                  </p:childTnLst>
                                </p:cTn>
                              </p:par>
                              <p:par>
                                <p:cTn id="14" presetID="9" presetClass="entr" fill="hold" nodeType="withEffect">
                                  <p:stCondLst>
                                    <p:cond delay="0"/>
                                  </p:stCondLst>
                                  <p:childTnLst>
                                    <p:set>
                                      <p:cBhvr>
                                        <p:cTn id="15" dur="1" fill="hold">
                                          <p:stCondLst>
                                            <p:cond delay="0"/>
                                          </p:stCondLst>
                                        </p:cTn>
                                        <p:tgtEl>
                                          <p:spTgt spid="2475"/>
                                        </p:tgtEl>
                                        <p:attrNameLst>
                                          <p:attrName>style.visibility</p:attrName>
                                        </p:attrNameLst>
                                      </p:cBhvr>
                                      <p:to>
                                        <p:strVal val="visible"/>
                                      </p:to>
                                    </p:set>
                                    <p:animEffect transition="in" filter="dissolve">
                                      <p:cBhvr additive="repl">
                                        <p:cTn id="16" dur="500"/>
                                        <p:tgtEl>
                                          <p:spTgt spid="2475"/>
                                        </p:tgtEl>
                                      </p:cBhvr>
                                    </p:animEffect>
                                  </p:childTnLst>
                                </p:cTn>
                              </p:par>
                            </p:childTnLst>
                          </p:cTn>
                        </p:par>
                      </p:childTnLst>
                    </p:cTn>
                  </p:par>
                  <p:par>
                    <p:cTn id="17" fill="hold" nodeType="clickEffect">
                      <p:stCondLst>
                        <p:cond delay="indefinite"/>
                      </p:stCondLst>
                      <p:childTnLst>
                        <p:par>
                          <p:cTn id="18" fill="hold" nodeType="withEffect">
                            <p:stCondLst>
                              <p:cond delay="0"/>
                            </p:stCondLst>
                            <p:childTnLst>
                              <p:par>
                                <p:cTn id="19" presetID="22" presetClass="entr" presetSubtype="1" fill="hold" nodeType="clickEffect">
                                  <p:stCondLst>
                                    <p:cond delay="0"/>
                                  </p:stCondLst>
                                  <p:childTnLst>
                                    <p:set>
                                      <p:cBhvr>
                                        <p:cTn id="20" dur="1" fill="hold">
                                          <p:stCondLst>
                                            <p:cond delay="0"/>
                                          </p:stCondLst>
                                        </p:cTn>
                                        <p:tgtEl>
                                          <p:spTgt spid="2466"/>
                                        </p:tgtEl>
                                        <p:attrNameLst>
                                          <p:attrName>style.visibility</p:attrName>
                                        </p:attrNameLst>
                                      </p:cBhvr>
                                      <p:to>
                                        <p:strVal val="visible"/>
                                      </p:to>
                                    </p:set>
                                    <p:animEffect transition="in" filter="wipe(up)">
                                      <p:cBhvr additive="repl">
                                        <p:cTn id="21" dur="1000"/>
                                        <p:tgtEl>
                                          <p:spTgt spid="2466"/>
                                        </p:tgtEl>
                                      </p:cBhvr>
                                    </p:animEffect>
                                  </p:childTnLst>
                                </p:cTn>
                              </p:par>
                            </p:childTnLst>
                          </p:cTn>
                        </p:par>
                        <p:par>
                          <p:cTn id="22" fill="hold" nodeType="afterEffect">
                            <p:stCondLst>
                              <p:cond delay="1000"/>
                            </p:stCondLst>
                            <p:childTnLst>
                              <p:par>
                                <p:cTn id="23" presetID="1" presetClass="entr" fill="hold" nodeType="afterEffect">
                                  <p:stCondLst>
                                    <p:cond delay="0"/>
                                  </p:stCondLst>
                                  <p:childTnLst>
                                    <p:set>
                                      <p:cBhvr>
                                        <p:cTn id="24" dur="1" fill="hold">
                                          <p:stCondLst>
                                            <p:cond delay="0"/>
                                          </p:stCondLst>
                                        </p:cTn>
                                        <p:tgtEl>
                                          <p:spTgt spid="2485"/>
                                        </p:tgtEl>
                                        <p:attrNameLst>
                                          <p:attrName>style.visibility</p:attrName>
                                        </p:attrNameLst>
                                      </p:cBhvr>
                                      <p:to>
                                        <p:strVal val="visible"/>
                                      </p:to>
                                    </p:set>
                                  </p:childTnLst>
                                </p:cTn>
                              </p:par>
                              <p:par>
                                <p:cTn id="25" presetID="9" presetClass="exit" fill="hold" nodeType="withEffect">
                                  <p:stCondLst>
                                    <p:cond delay="0"/>
                                  </p:stCondLst>
                                  <p:childTnLst>
                                    <p:animEffect transition="out" filter="dissolve">
                                      <p:cBhvr additive="repl">
                                        <p:cTn id="26" dur="500"/>
                                        <p:tgtEl>
                                          <p:spTgt spid="2481"/>
                                        </p:tgtEl>
                                      </p:cBhvr>
                                    </p:animEffect>
                                    <p:set>
                                      <p:cBhvr>
                                        <p:cTn id="27" dur="1" fill="hold">
                                          <p:stCondLst>
                                            <p:cond delay="499"/>
                                          </p:stCondLst>
                                        </p:cTn>
                                        <p:tgtEl>
                                          <p:spTgt spid="2481"/>
                                        </p:tgtEl>
                                        <p:attrNameLst>
                                          <p:attrName>style.visibility</p:attrName>
                                        </p:attrNameLst>
                                      </p:cBhvr>
                                      <p:to>
                                        <p:strVal val="hidden"/>
                                      </p:to>
                                    </p:set>
                                  </p:childTnLst>
                                </p:cTn>
                              </p:par>
                              <p:par>
                                <p:cTn id="28" presetID="9" presetClass="entr" fill="hold" nodeType="withEffect">
                                  <p:stCondLst>
                                    <p:cond delay="0"/>
                                  </p:stCondLst>
                                  <p:childTnLst>
                                    <p:set>
                                      <p:cBhvr>
                                        <p:cTn id="29" dur="1" fill="hold">
                                          <p:stCondLst>
                                            <p:cond delay="0"/>
                                          </p:stCondLst>
                                        </p:cTn>
                                        <p:tgtEl>
                                          <p:spTgt spid="2486"/>
                                        </p:tgtEl>
                                        <p:attrNameLst>
                                          <p:attrName>style.visibility</p:attrName>
                                        </p:attrNameLst>
                                      </p:cBhvr>
                                      <p:to>
                                        <p:strVal val="visible"/>
                                      </p:to>
                                    </p:set>
                                    <p:animEffect transition="in" filter="dissolve">
                                      <p:cBhvr additive="repl">
                                        <p:cTn id="30" dur="500"/>
                                        <p:tgtEl>
                                          <p:spTgt spid="2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2"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7DC0D688-F090-4F52-BD75-D0120B421231}" type="slidenum">
              <a:rPr lang="nl-NL" sz="1000" b="0" strike="noStrike" spc="-1">
                <a:solidFill>
                  <a:srgbClr val="FFFFFF"/>
                </a:solidFill>
                <a:latin typeface="Arial"/>
                <a:ea typeface="ＭＳ Ｐゴシック"/>
              </a:rPr>
              <a:t>41</a:t>
            </a:fld>
            <a:endParaRPr lang="nl-NL" sz="1000" b="0" strike="noStrike" spc="-1">
              <a:latin typeface="Calibri"/>
            </a:endParaRPr>
          </a:p>
        </p:txBody>
      </p:sp>
      <p:grpSp>
        <p:nvGrpSpPr>
          <p:cNvPr id="2503" name="Group 2"/>
          <p:cNvGrpSpPr/>
          <p:nvPr/>
        </p:nvGrpSpPr>
        <p:grpSpPr>
          <a:xfrm>
            <a:off x="729000" y="3962520"/>
            <a:ext cx="8203680" cy="2347560"/>
            <a:chOff x="729000" y="3962520"/>
            <a:chExt cx="8203680" cy="2347560"/>
          </a:xfrm>
        </p:grpSpPr>
        <p:grpSp>
          <p:nvGrpSpPr>
            <p:cNvPr id="2504" name="Group 3"/>
            <p:cNvGrpSpPr/>
            <p:nvPr/>
          </p:nvGrpSpPr>
          <p:grpSpPr>
            <a:xfrm>
              <a:off x="6980040" y="5354280"/>
              <a:ext cx="711000" cy="600840"/>
              <a:chOff x="6980040" y="5354280"/>
              <a:chExt cx="711000" cy="600840"/>
            </a:xfrm>
          </p:grpSpPr>
          <p:grpSp>
            <p:nvGrpSpPr>
              <p:cNvPr id="2505" name="Group 4"/>
              <p:cNvGrpSpPr/>
              <p:nvPr/>
            </p:nvGrpSpPr>
            <p:grpSpPr>
              <a:xfrm>
                <a:off x="6980040" y="5354280"/>
                <a:ext cx="711000" cy="600840"/>
                <a:chOff x="6980040" y="5354280"/>
                <a:chExt cx="711000" cy="600840"/>
              </a:xfrm>
            </p:grpSpPr>
            <p:pic>
              <p:nvPicPr>
                <p:cNvPr id="2506" name="Picture 45" descr="desktop_computer_stylized_medium"/>
                <p:cNvPicPr/>
                <p:nvPr/>
              </p:nvPicPr>
              <p:blipFill>
                <a:blip r:embed="rId3"/>
                <a:stretch/>
              </p:blipFill>
              <p:spPr>
                <a:xfrm flipH="1">
                  <a:off x="6980040" y="5354280"/>
                  <a:ext cx="711000" cy="600840"/>
                </a:xfrm>
                <a:prstGeom prst="rect">
                  <a:avLst/>
                </a:prstGeom>
                <a:ln>
                  <a:noFill/>
                </a:ln>
              </p:spPr>
            </p:pic>
            <p:sp>
              <p:nvSpPr>
                <p:cNvPr id="2507" name="CustomShape 5"/>
                <p:cNvSpPr/>
                <p:nvPr/>
              </p:nvSpPr>
              <p:spPr>
                <a:xfrm flipH="1">
                  <a:off x="7282800" y="5411880"/>
                  <a:ext cx="345600" cy="2750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508" name="CustomShape 6"/>
              <p:cNvSpPr/>
              <p:nvPr/>
            </p:nvSpPr>
            <p:spPr>
              <a:xfrm rot="16200000">
                <a:off x="7163640" y="5547600"/>
                <a:ext cx="8856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509" name="Group 7"/>
            <p:cNvGrpSpPr/>
            <p:nvPr/>
          </p:nvGrpSpPr>
          <p:grpSpPr>
            <a:xfrm>
              <a:off x="1046880" y="3962520"/>
              <a:ext cx="1026000" cy="761040"/>
              <a:chOff x="1046880" y="3962520"/>
              <a:chExt cx="1026000" cy="761040"/>
            </a:xfrm>
          </p:grpSpPr>
          <p:sp>
            <p:nvSpPr>
              <p:cNvPr id="2510" name="CustomShape 8"/>
              <p:cNvSpPr/>
              <p:nvPr/>
            </p:nvSpPr>
            <p:spPr>
              <a:xfrm rot="16200000">
                <a:off x="1893600" y="4300560"/>
                <a:ext cx="110880" cy="247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11" name="Group 9"/>
              <p:cNvGrpSpPr/>
              <p:nvPr/>
            </p:nvGrpSpPr>
            <p:grpSpPr>
              <a:xfrm>
                <a:off x="1046880" y="3962520"/>
                <a:ext cx="935640" cy="761040"/>
                <a:chOff x="1046880" y="3962520"/>
                <a:chExt cx="935640" cy="761040"/>
              </a:xfrm>
            </p:grpSpPr>
            <p:pic>
              <p:nvPicPr>
                <p:cNvPr id="2512" name="Picture 50" descr="desktop_computer_stylized_medium"/>
                <p:cNvPicPr/>
                <p:nvPr/>
              </p:nvPicPr>
              <p:blipFill>
                <a:blip r:embed="rId4"/>
                <a:stretch/>
              </p:blipFill>
              <p:spPr>
                <a:xfrm flipH="1">
                  <a:off x="1046880" y="3962520"/>
                  <a:ext cx="935640" cy="761040"/>
                </a:xfrm>
                <a:prstGeom prst="rect">
                  <a:avLst/>
                </a:prstGeom>
                <a:ln>
                  <a:noFill/>
                </a:ln>
              </p:spPr>
            </p:pic>
            <p:sp>
              <p:nvSpPr>
                <p:cNvPr id="2513" name="CustomShape 10"/>
                <p:cNvSpPr/>
                <p:nvPr/>
              </p:nvSpPr>
              <p:spPr>
                <a:xfrm flipH="1">
                  <a:off x="1444680" y="4035600"/>
                  <a:ext cx="454680" cy="34848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514" name="CustomShape 11"/>
            <p:cNvSpPr/>
            <p:nvPr/>
          </p:nvSpPr>
          <p:spPr>
            <a:xfrm>
              <a:off x="4238640" y="438156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Bef>
                  <a:spcPts val="1199"/>
                </a:spcBef>
              </a:pPr>
              <a:r>
                <a:rPr lang="en-US" sz="2400" b="0" strike="noStrike" spc="-1">
                  <a:solidFill>
                    <a:srgbClr val="FF0000"/>
                  </a:solidFill>
                  <a:latin typeface="Calibri"/>
                </a:rPr>
                <a:t>R</a:t>
              </a:r>
              <a:endParaRPr lang="nl-NL" sz="2400" b="0" strike="noStrike" spc="-1">
                <a:latin typeface="Calibri"/>
              </a:endParaRPr>
            </a:p>
          </p:txBody>
        </p:sp>
        <p:sp>
          <p:nvSpPr>
            <p:cNvPr id="2515" name="CustomShape 12"/>
            <p:cNvSpPr/>
            <p:nvPr/>
          </p:nvSpPr>
          <p:spPr>
            <a:xfrm>
              <a:off x="3867480" y="5378400"/>
              <a:ext cx="15451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1A-23-F9-CD-06-9B</a:t>
              </a:r>
              <a:endParaRPr lang="nl-NL" sz="1200" b="0" strike="noStrike" spc="-1">
                <a:latin typeface="Calibri"/>
              </a:endParaRPr>
            </a:p>
          </p:txBody>
        </p:sp>
        <p:sp>
          <p:nvSpPr>
            <p:cNvPr id="2516" name="CustomShape 13"/>
            <p:cNvSpPr/>
            <p:nvPr/>
          </p:nvSpPr>
          <p:spPr>
            <a:xfrm>
              <a:off x="4011840" y="52052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222.222.222.220</a:t>
              </a:r>
              <a:endParaRPr lang="nl-NL" sz="1200" b="0" strike="noStrike" spc="-1">
                <a:latin typeface="Calibri"/>
              </a:endParaRPr>
            </a:p>
          </p:txBody>
        </p:sp>
        <p:grpSp>
          <p:nvGrpSpPr>
            <p:cNvPr id="2517" name="Group 14"/>
            <p:cNvGrpSpPr/>
            <p:nvPr/>
          </p:nvGrpSpPr>
          <p:grpSpPr>
            <a:xfrm>
              <a:off x="3048840" y="5794200"/>
              <a:ext cx="1539000" cy="447840"/>
              <a:chOff x="3048840" y="5794200"/>
              <a:chExt cx="1539000" cy="447840"/>
            </a:xfrm>
          </p:grpSpPr>
          <p:sp>
            <p:nvSpPr>
              <p:cNvPr id="2518" name="CustomShape 15"/>
              <p:cNvSpPr/>
              <p:nvPr/>
            </p:nvSpPr>
            <p:spPr>
              <a:xfrm>
                <a:off x="3081960" y="579420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111.111.111.110</a:t>
                </a:r>
                <a:endParaRPr lang="nl-NL" sz="1200" b="0" strike="noStrike" spc="-1">
                  <a:latin typeface="Calibri"/>
                </a:endParaRPr>
              </a:p>
            </p:txBody>
          </p:sp>
          <p:sp>
            <p:nvSpPr>
              <p:cNvPr id="2519" name="CustomShape 16"/>
              <p:cNvSpPr/>
              <p:nvPr/>
            </p:nvSpPr>
            <p:spPr>
              <a:xfrm>
                <a:off x="3048840" y="5969160"/>
                <a:ext cx="153900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E6-E9-00-17-BB-4B</a:t>
                </a:r>
                <a:endParaRPr lang="nl-NL" sz="1200" b="0" strike="noStrike" spc="-1">
                  <a:latin typeface="Calibri"/>
                </a:endParaRPr>
              </a:p>
            </p:txBody>
          </p:sp>
        </p:grpSp>
        <p:sp>
          <p:nvSpPr>
            <p:cNvPr id="2520" name="CustomShape 17"/>
            <p:cNvSpPr/>
            <p:nvPr/>
          </p:nvSpPr>
          <p:spPr>
            <a:xfrm>
              <a:off x="952200" y="6037200"/>
              <a:ext cx="16275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CC-49-DE-D0-AB-7D</a:t>
              </a:r>
              <a:endParaRPr lang="nl-NL" sz="1200" b="0" strike="noStrike" spc="-1">
                <a:latin typeface="Calibri"/>
              </a:endParaRPr>
            </a:p>
          </p:txBody>
        </p:sp>
        <p:sp>
          <p:nvSpPr>
            <p:cNvPr id="2521" name="CustomShape 18"/>
            <p:cNvSpPr/>
            <p:nvPr/>
          </p:nvSpPr>
          <p:spPr>
            <a:xfrm>
              <a:off x="979920" y="585468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111.111.111.112</a:t>
              </a:r>
              <a:endParaRPr lang="nl-NL" sz="1200" b="0" strike="noStrike" spc="-1">
                <a:latin typeface="Calibri"/>
              </a:endParaRPr>
            </a:p>
          </p:txBody>
        </p:sp>
        <p:sp>
          <p:nvSpPr>
            <p:cNvPr id="2522" name="CustomShape 19"/>
            <p:cNvSpPr/>
            <p:nvPr/>
          </p:nvSpPr>
          <p:spPr>
            <a:xfrm>
              <a:off x="752760" y="4741920"/>
              <a:ext cx="12355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111.111.111.111</a:t>
              </a:r>
              <a:endParaRPr lang="nl-NL" sz="1200" b="0" strike="noStrike" spc="-1">
                <a:latin typeface="Calibri"/>
              </a:endParaRPr>
            </a:p>
          </p:txBody>
        </p:sp>
        <p:sp>
          <p:nvSpPr>
            <p:cNvPr id="2523" name="CustomShape 20"/>
            <p:cNvSpPr/>
            <p:nvPr/>
          </p:nvSpPr>
          <p:spPr>
            <a:xfrm>
              <a:off x="729000" y="4927680"/>
              <a:ext cx="151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74-29-9C-E8-FF-55</a:t>
              </a:r>
              <a:endParaRPr lang="nl-NL" sz="1200" b="0" strike="noStrike" spc="-1">
                <a:latin typeface="Calibri"/>
              </a:endParaRPr>
            </a:p>
          </p:txBody>
        </p:sp>
        <p:sp>
          <p:nvSpPr>
            <p:cNvPr id="2524" name="CustomShape 21"/>
            <p:cNvSpPr/>
            <p:nvPr/>
          </p:nvSpPr>
          <p:spPr>
            <a:xfrm>
              <a:off x="2365200" y="4437000"/>
              <a:ext cx="839520" cy="106956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525" name="Line 22"/>
            <p:cNvSpPr/>
            <p:nvPr/>
          </p:nvSpPr>
          <p:spPr>
            <a:xfrm>
              <a:off x="2062080" y="4416120"/>
              <a:ext cx="438120" cy="230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26" name="Line 23"/>
            <p:cNvSpPr/>
            <p:nvPr/>
          </p:nvSpPr>
          <p:spPr>
            <a:xfrm flipV="1">
              <a:off x="2185920" y="5360760"/>
              <a:ext cx="231840" cy="2556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27" name="Line 24"/>
            <p:cNvSpPr/>
            <p:nvPr/>
          </p:nvSpPr>
          <p:spPr>
            <a:xfrm>
              <a:off x="3184200" y="4954320"/>
              <a:ext cx="584280" cy="9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28" name="Line 25"/>
            <p:cNvSpPr/>
            <p:nvPr/>
          </p:nvSpPr>
          <p:spPr>
            <a:xfrm flipV="1">
              <a:off x="2101680" y="5711760"/>
              <a:ext cx="0" cy="163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529" name="Line 26"/>
            <p:cNvSpPr/>
            <p:nvPr/>
          </p:nvSpPr>
          <p:spPr>
            <a:xfrm flipV="1">
              <a:off x="1976400" y="4489200"/>
              <a:ext cx="0" cy="3985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530" name="Line 27"/>
            <p:cNvSpPr/>
            <p:nvPr/>
          </p:nvSpPr>
          <p:spPr>
            <a:xfrm>
              <a:off x="3854160" y="5020920"/>
              <a:ext cx="0" cy="7509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531" name="Line 28"/>
            <p:cNvSpPr/>
            <p:nvPr/>
          </p:nvSpPr>
          <p:spPr>
            <a:xfrm flipH="1" flipV="1">
              <a:off x="4935240" y="5011560"/>
              <a:ext cx="5040" cy="2206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532" name="CustomShape 29"/>
            <p:cNvSpPr/>
            <p:nvPr/>
          </p:nvSpPr>
          <p:spPr>
            <a:xfrm>
              <a:off x="735480" y="4156200"/>
              <a:ext cx="3578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A</a:t>
              </a:r>
              <a:endParaRPr lang="nl-NL" sz="2400" b="0" strike="noStrike" spc="-1">
                <a:latin typeface="Calibri"/>
              </a:endParaRPr>
            </a:p>
          </p:txBody>
        </p:sp>
        <p:sp>
          <p:nvSpPr>
            <p:cNvPr id="2533" name="Line 30"/>
            <p:cNvSpPr/>
            <p:nvPr/>
          </p:nvSpPr>
          <p:spPr>
            <a:xfrm>
              <a:off x="5045040" y="4921200"/>
              <a:ext cx="1198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534" name="Group 31"/>
            <p:cNvGrpSpPr/>
            <p:nvPr/>
          </p:nvGrpSpPr>
          <p:grpSpPr>
            <a:xfrm>
              <a:off x="7369200" y="4844880"/>
              <a:ext cx="1563480" cy="460080"/>
              <a:chOff x="7369200" y="4844880"/>
              <a:chExt cx="1563480" cy="460080"/>
            </a:xfrm>
          </p:grpSpPr>
          <p:sp>
            <p:nvSpPr>
              <p:cNvPr id="2535" name="CustomShape 32"/>
              <p:cNvSpPr/>
              <p:nvPr/>
            </p:nvSpPr>
            <p:spPr>
              <a:xfrm>
                <a:off x="7369200" y="484488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222.222.222.222</a:t>
                </a:r>
                <a:endParaRPr lang="nl-NL" sz="1200" b="0" strike="noStrike" spc="-1">
                  <a:latin typeface="Calibri"/>
                </a:endParaRPr>
              </a:p>
            </p:txBody>
          </p:sp>
          <p:sp>
            <p:nvSpPr>
              <p:cNvPr id="2536" name="CustomShape 33"/>
              <p:cNvSpPr/>
              <p:nvPr/>
            </p:nvSpPr>
            <p:spPr>
              <a:xfrm>
                <a:off x="7370640" y="5032440"/>
                <a:ext cx="1562040" cy="272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49-BD-D2-C7-56-2A</a:t>
                </a:r>
                <a:endParaRPr lang="nl-NL" sz="1200" b="0" strike="noStrike" spc="-1">
                  <a:latin typeface="Calibri"/>
                </a:endParaRPr>
              </a:p>
            </p:txBody>
          </p:sp>
        </p:grpSp>
        <p:sp>
          <p:nvSpPr>
            <p:cNvPr id="2537" name="Line 34"/>
            <p:cNvSpPr/>
            <p:nvPr/>
          </p:nvSpPr>
          <p:spPr>
            <a:xfrm flipV="1">
              <a:off x="6943680" y="4416120"/>
              <a:ext cx="450720" cy="317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38" name="Line 35"/>
            <p:cNvSpPr/>
            <p:nvPr/>
          </p:nvSpPr>
          <p:spPr>
            <a:xfrm flipH="1" flipV="1">
              <a:off x="7468920" y="4492440"/>
              <a:ext cx="11160" cy="38880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539" name="CustomShape 36"/>
            <p:cNvSpPr/>
            <p:nvPr/>
          </p:nvSpPr>
          <p:spPr>
            <a:xfrm>
              <a:off x="7069320" y="58118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222.222.222.221</a:t>
              </a:r>
              <a:endParaRPr lang="nl-NL" sz="1200" b="0" strike="noStrike" spc="-1">
                <a:latin typeface="Calibri"/>
              </a:endParaRPr>
            </a:p>
          </p:txBody>
        </p:sp>
        <p:sp>
          <p:nvSpPr>
            <p:cNvPr id="2540" name="CustomShape 37"/>
            <p:cNvSpPr/>
            <p:nvPr/>
          </p:nvSpPr>
          <p:spPr>
            <a:xfrm>
              <a:off x="7076160" y="5986440"/>
              <a:ext cx="15040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88-B2-2F-54-1A-0F</a:t>
              </a:r>
              <a:endParaRPr lang="nl-NL" sz="1200" b="0" strike="noStrike" spc="-1">
                <a:latin typeface="Calibri"/>
              </a:endParaRPr>
            </a:p>
          </p:txBody>
        </p:sp>
        <p:sp>
          <p:nvSpPr>
            <p:cNvPr id="2541" name="Line 38"/>
            <p:cNvSpPr/>
            <p:nvPr/>
          </p:nvSpPr>
          <p:spPr>
            <a:xfrm flipH="1" flipV="1">
              <a:off x="6873840" y="5313240"/>
              <a:ext cx="253800" cy="2509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42" name="Line 39"/>
            <p:cNvSpPr/>
            <p:nvPr/>
          </p:nvSpPr>
          <p:spPr>
            <a:xfrm flipH="1">
              <a:off x="7208640" y="5654520"/>
              <a:ext cx="4680" cy="20160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543" name="CustomShape 40"/>
            <p:cNvSpPr/>
            <p:nvPr/>
          </p:nvSpPr>
          <p:spPr>
            <a:xfrm>
              <a:off x="6203880" y="4440240"/>
              <a:ext cx="764640" cy="108072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544" name="CustomShape 41"/>
            <p:cNvSpPr/>
            <p:nvPr/>
          </p:nvSpPr>
          <p:spPr>
            <a:xfrm>
              <a:off x="8312040" y="407340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B</a:t>
              </a:r>
              <a:endParaRPr lang="nl-NL" sz="2400" b="0" strike="noStrike" spc="-1">
                <a:latin typeface="Calibri"/>
              </a:endParaRPr>
            </a:p>
          </p:txBody>
        </p:sp>
        <p:grpSp>
          <p:nvGrpSpPr>
            <p:cNvPr id="2545" name="Group 42"/>
            <p:cNvGrpSpPr/>
            <p:nvPr/>
          </p:nvGrpSpPr>
          <p:grpSpPr>
            <a:xfrm>
              <a:off x="7179480" y="4033440"/>
              <a:ext cx="1009440" cy="854640"/>
              <a:chOff x="7179480" y="4033440"/>
              <a:chExt cx="1009440" cy="854640"/>
            </a:xfrm>
          </p:grpSpPr>
          <p:grpSp>
            <p:nvGrpSpPr>
              <p:cNvPr id="2546" name="Group 43"/>
              <p:cNvGrpSpPr/>
              <p:nvPr/>
            </p:nvGrpSpPr>
            <p:grpSpPr>
              <a:xfrm>
                <a:off x="7179480" y="4033440"/>
                <a:ext cx="1009440" cy="854640"/>
                <a:chOff x="7179480" y="4033440"/>
                <a:chExt cx="1009440" cy="854640"/>
              </a:xfrm>
            </p:grpSpPr>
            <p:pic>
              <p:nvPicPr>
                <p:cNvPr id="2547" name="Picture 45" descr="desktop_computer_stylized_medium"/>
                <p:cNvPicPr/>
                <p:nvPr/>
              </p:nvPicPr>
              <p:blipFill>
                <a:blip r:embed="rId3"/>
                <a:stretch/>
              </p:blipFill>
              <p:spPr>
                <a:xfrm flipH="1">
                  <a:off x="7179480" y="4033440"/>
                  <a:ext cx="1009440" cy="854640"/>
                </a:xfrm>
                <a:prstGeom prst="rect">
                  <a:avLst/>
                </a:prstGeom>
                <a:ln>
                  <a:noFill/>
                </a:ln>
              </p:spPr>
            </p:pic>
            <p:sp>
              <p:nvSpPr>
                <p:cNvPr id="2548" name="CustomShape 44"/>
                <p:cNvSpPr/>
                <p:nvPr/>
              </p:nvSpPr>
              <p:spPr>
                <a:xfrm flipH="1">
                  <a:off x="7608960" y="4115520"/>
                  <a:ext cx="490680" cy="3913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549" name="CustomShape 45"/>
              <p:cNvSpPr/>
              <p:nvPr/>
            </p:nvSpPr>
            <p:spPr>
              <a:xfrm rot="16200000">
                <a:off x="7437960" y="4309560"/>
                <a:ext cx="126720" cy="1947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550" name="Group 46"/>
            <p:cNvGrpSpPr/>
            <p:nvPr/>
          </p:nvGrpSpPr>
          <p:grpSpPr>
            <a:xfrm>
              <a:off x="3757680" y="4714200"/>
              <a:ext cx="1292040" cy="426240"/>
              <a:chOff x="3757680" y="4714200"/>
              <a:chExt cx="1292040" cy="426240"/>
            </a:xfrm>
          </p:grpSpPr>
          <p:sp>
            <p:nvSpPr>
              <p:cNvPr id="2551" name="CustomShape 47"/>
              <p:cNvSpPr/>
              <p:nvPr/>
            </p:nvSpPr>
            <p:spPr>
              <a:xfrm rot="16200000">
                <a:off x="4880160" y="4827960"/>
                <a:ext cx="13932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52" name="Group 48"/>
              <p:cNvGrpSpPr/>
              <p:nvPr/>
            </p:nvGrpSpPr>
            <p:grpSpPr>
              <a:xfrm>
                <a:off x="3948480" y="4714200"/>
                <a:ext cx="912600" cy="426240"/>
                <a:chOff x="3948480" y="4714200"/>
                <a:chExt cx="912600" cy="426240"/>
              </a:xfrm>
            </p:grpSpPr>
            <p:sp>
              <p:nvSpPr>
                <p:cNvPr id="2553" name="CustomShape 49"/>
                <p:cNvSpPr/>
                <p:nvPr/>
              </p:nvSpPr>
              <p:spPr>
                <a:xfrm>
                  <a:off x="3952080" y="4902840"/>
                  <a:ext cx="905400" cy="23760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2554" name="CustomShape 50"/>
                <p:cNvSpPr/>
                <p:nvPr/>
              </p:nvSpPr>
              <p:spPr>
                <a:xfrm>
                  <a:off x="3952080" y="4875840"/>
                  <a:ext cx="909000" cy="147960"/>
                </a:xfrm>
                <a:prstGeom prst="rect">
                  <a:avLst/>
                </a:prstGeom>
                <a:gradFill rotWithShape="0">
                  <a:gsLst>
                    <a:gs pos="0">
                      <a:srgbClr val="0000FF"/>
                    </a:gs>
                    <a:gs pos="100000">
                      <a:srgbClr val="FFFFFF"/>
                    </a:gs>
                  </a:gsLst>
                  <a:lin ang="0"/>
                </a:gradFill>
                <a:ln>
                  <a:noFill/>
                </a:ln>
              </p:spPr>
              <p:style>
                <a:lnRef idx="0">
                  <a:scrgbClr r="0" g="0" b="0"/>
                </a:lnRef>
                <a:fillRef idx="0">
                  <a:scrgbClr r="0" g="0" b="0"/>
                </a:fillRef>
                <a:effectRef idx="0">
                  <a:scrgbClr r="0" g="0" b="0"/>
                </a:effectRef>
                <a:fontRef idx="minor"/>
              </p:style>
            </p:sp>
            <p:sp>
              <p:nvSpPr>
                <p:cNvPr id="2555" name="CustomShape 51"/>
                <p:cNvSpPr/>
                <p:nvPr/>
              </p:nvSpPr>
              <p:spPr>
                <a:xfrm>
                  <a:off x="3948480" y="4714200"/>
                  <a:ext cx="905400" cy="27828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grpSp>
              <p:nvGrpSpPr>
                <p:cNvPr id="2556" name="Group 52"/>
                <p:cNvGrpSpPr/>
                <p:nvPr/>
              </p:nvGrpSpPr>
              <p:grpSpPr>
                <a:xfrm>
                  <a:off x="4130280" y="4786200"/>
                  <a:ext cx="511920" cy="129960"/>
                  <a:chOff x="4130280" y="4786200"/>
                  <a:chExt cx="511920" cy="129960"/>
                </a:xfrm>
              </p:grpSpPr>
              <p:sp>
                <p:nvSpPr>
                  <p:cNvPr id="2557" name="CustomShape 53"/>
                  <p:cNvSpPr/>
                  <p:nvPr/>
                </p:nvSpPr>
                <p:spPr>
                  <a:xfrm>
                    <a:off x="4130280" y="4786200"/>
                    <a:ext cx="511920" cy="129960"/>
                  </a:xfrm>
                  <a:custGeom>
                    <a:avLst/>
                    <a:gdLst/>
                    <a:ahLst/>
                    <a:cxnLst/>
                    <a:rect l="l" t="t" r="r" b="b"/>
                    <a:pathLst>
                      <a:path w="310" h="60">
                        <a:moveTo>
                          <a:pt x="0" y="60"/>
                        </a:moveTo>
                        <a:lnTo>
                          <a:pt x="96" y="60"/>
                        </a:lnTo>
                        <a:lnTo>
                          <a:pt x="192" y="0"/>
                        </a:lnTo>
                        <a:lnTo>
                          <a:pt x="31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2558" name="CustomShape 54"/>
                  <p:cNvSpPr/>
                  <p:nvPr/>
                </p:nvSpPr>
                <p:spPr>
                  <a:xfrm>
                    <a:off x="4153320" y="4786200"/>
                    <a:ext cx="465480" cy="129960"/>
                  </a:xfrm>
                  <a:custGeom>
                    <a:avLst/>
                    <a:gdLst/>
                    <a:ahLst/>
                    <a:cxnLst/>
                    <a:rect l="l" t="t" r="r" b="b"/>
                    <a:pathLst>
                      <a:path w="282" h="60">
                        <a:moveTo>
                          <a:pt x="0" y="0"/>
                        </a:moveTo>
                        <a:lnTo>
                          <a:pt x="96" y="0"/>
                        </a:lnTo>
                        <a:lnTo>
                          <a:pt x="192" y="60"/>
                        </a:lnTo>
                        <a:lnTo>
                          <a:pt x="282" y="60"/>
                        </a:lnTo>
                      </a:path>
                    </a:pathLst>
                  </a:custGeom>
                  <a:noFill/>
                  <a:ln w="12600">
                    <a:solidFill>
                      <a:schemeClr val="tx1"/>
                    </a:solidFill>
                    <a:round/>
                  </a:ln>
                </p:spPr>
                <p:style>
                  <a:lnRef idx="0">
                    <a:scrgbClr r="0" g="0" b="0"/>
                  </a:lnRef>
                  <a:fillRef idx="0">
                    <a:scrgbClr r="0" g="0" b="0"/>
                  </a:fillRef>
                  <a:effectRef idx="0">
                    <a:scrgbClr r="0" g="0" b="0"/>
                  </a:effectRef>
                  <a:fontRef idx="minor"/>
                </p:style>
              </p:sp>
            </p:grpSp>
            <p:sp>
              <p:nvSpPr>
                <p:cNvPr id="2559" name="Line 55"/>
                <p:cNvSpPr/>
                <p:nvPr/>
              </p:nvSpPr>
              <p:spPr>
                <a:xfrm>
                  <a:off x="3951720" y="4844160"/>
                  <a:ext cx="0" cy="1886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60" name="Line 56"/>
                <p:cNvSpPr/>
                <p:nvPr/>
              </p:nvSpPr>
              <p:spPr>
                <a:xfrm>
                  <a:off x="4853880" y="4853160"/>
                  <a:ext cx="0" cy="1843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561" name="CustomShape 57"/>
              <p:cNvSpPr/>
              <p:nvPr/>
            </p:nvSpPr>
            <p:spPr>
              <a:xfrm rot="16200000">
                <a:off x="3788640" y="4838040"/>
                <a:ext cx="13788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562" name="Group 58"/>
            <p:cNvGrpSpPr/>
            <p:nvPr/>
          </p:nvGrpSpPr>
          <p:grpSpPr>
            <a:xfrm>
              <a:off x="1483920" y="5313600"/>
              <a:ext cx="700200" cy="517320"/>
              <a:chOff x="1483920" y="5313600"/>
              <a:chExt cx="700200" cy="517320"/>
            </a:xfrm>
          </p:grpSpPr>
          <p:sp>
            <p:nvSpPr>
              <p:cNvPr id="2563" name="CustomShape 59"/>
              <p:cNvSpPr/>
              <p:nvPr/>
            </p:nvSpPr>
            <p:spPr>
              <a:xfrm rot="16200000">
                <a:off x="2062080" y="554220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64" name="Group 60"/>
              <p:cNvGrpSpPr/>
              <p:nvPr/>
            </p:nvGrpSpPr>
            <p:grpSpPr>
              <a:xfrm>
                <a:off x="1483920" y="5313600"/>
                <a:ext cx="639000" cy="517320"/>
                <a:chOff x="1483920" y="5313600"/>
                <a:chExt cx="639000" cy="517320"/>
              </a:xfrm>
            </p:grpSpPr>
            <p:pic>
              <p:nvPicPr>
                <p:cNvPr id="2565" name="Picture 50" descr="desktop_computer_stylized_medium"/>
                <p:cNvPicPr/>
                <p:nvPr/>
              </p:nvPicPr>
              <p:blipFill>
                <a:blip r:embed="rId4"/>
                <a:stretch/>
              </p:blipFill>
              <p:spPr>
                <a:xfrm flipH="1">
                  <a:off x="1483920" y="5313600"/>
                  <a:ext cx="639000" cy="517320"/>
                </a:xfrm>
                <a:prstGeom prst="rect">
                  <a:avLst/>
                </a:prstGeom>
                <a:ln>
                  <a:noFill/>
                </a:ln>
              </p:spPr>
            </p:pic>
            <p:sp>
              <p:nvSpPr>
                <p:cNvPr id="2566" name="CustomShape 61"/>
                <p:cNvSpPr/>
                <p:nvPr/>
              </p:nvSpPr>
              <p:spPr>
                <a:xfrm flipH="1">
                  <a:off x="1755000" y="5363280"/>
                  <a:ext cx="31068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grpSp>
        <p:nvGrpSpPr>
          <p:cNvPr id="2567" name="Group 62"/>
          <p:cNvGrpSpPr/>
          <p:nvPr/>
        </p:nvGrpSpPr>
        <p:grpSpPr>
          <a:xfrm>
            <a:off x="534960" y="2685960"/>
            <a:ext cx="975960" cy="1460160"/>
            <a:chOff x="534960" y="2685960"/>
            <a:chExt cx="975960" cy="1460160"/>
          </a:xfrm>
        </p:grpSpPr>
        <p:sp>
          <p:nvSpPr>
            <p:cNvPr id="2568" name="CustomShape 63"/>
            <p:cNvSpPr/>
            <p:nvPr/>
          </p:nvSpPr>
          <p:spPr>
            <a:xfrm>
              <a:off x="552600" y="2712960"/>
              <a:ext cx="958320" cy="1433160"/>
            </a:xfrm>
            <a:custGeom>
              <a:avLst/>
              <a:gdLst/>
              <a:ahLst/>
              <a:cxnLst/>
              <a:rect l="l" t="t" r="r" b="b"/>
              <a:pathLst>
                <a:path w="604" h="903">
                  <a:moveTo>
                    <a:pt x="496" y="0"/>
                  </a:moveTo>
                  <a:lnTo>
                    <a:pt x="604" y="903"/>
                  </a:lnTo>
                  <a:lnTo>
                    <a:pt x="0" y="788"/>
                  </a:lnTo>
                  <a:lnTo>
                    <a:pt x="456" y="750"/>
                  </a:lnTo>
                  <a:lnTo>
                    <a:pt x="496" y="0"/>
                  </a:lnTo>
                  <a:close/>
                </a:path>
              </a:pathLst>
            </a:custGeom>
            <a:gradFill rotWithShape="0">
              <a:gsLst>
                <a:gs pos="0">
                  <a:srgbClr val="FFFFFF"/>
                </a:gs>
                <a:gs pos="100000">
                  <a:srgbClr val="FF0000"/>
                </a:gs>
              </a:gsLst>
              <a:lin ang="2700000"/>
            </a:gradFill>
            <a:ln>
              <a:noFill/>
            </a:ln>
          </p:spPr>
          <p:style>
            <a:lnRef idx="0">
              <a:scrgbClr r="0" g="0" b="0"/>
            </a:lnRef>
            <a:fillRef idx="0">
              <a:scrgbClr r="0" g="0" b="0"/>
            </a:fillRef>
            <a:effectRef idx="0">
              <a:scrgbClr r="0" g="0" b="0"/>
            </a:effectRef>
            <a:fontRef idx="minor"/>
          </p:style>
        </p:sp>
        <p:sp>
          <p:nvSpPr>
            <p:cNvPr id="2569" name="CustomShape 64"/>
            <p:cNvSpPr/>
            <p:nvPr/>
          </p:nvSpPr>
          <p:spPr>
            <a:xfrm>
              <a:off x="546120" y="2716200"/>
              <a:ext cx="782280" cy="12538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570" name="CustomShape 65"/>
            <p:cNvSpPr/>
            <p:nvPr/>
          </p:nvSpPr>
          <p:spPr>
            <a:xfrm>
              <a:off x="656280" y="2685960"/>
              <a:ext cx="531720" cy="1307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571" name="Line 66"/>
            <p:cNvSpPr/>
            <p:nvPr/>
          </p:nvSpPr>
          <p:spPr>
            <a:xfrm>
              <a:off x="549000" y="296532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72" name="Line 67"/>
            <p:cNvSpPr/>
            <p:nvPr/>
          </p:nvSpPr>
          <p:spPr>
            <a:xfrm>
              <a:off x="544320" y="321768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73" name="Line 68"/>
            <p:cNvSpPr/>
            <p:nvPr/>
          </p:nvSpPr>
          <p:spPr>
            <a:xfrm>
              <a:off x="539640" y="347004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74" name="Line 69"/>
            <p:cNvSpPr/>
            <p:nvPr/>
          </p:nvSpPr>
          <p:spPr>
            <a:xfrm>
              <a:off x="534960" y="37224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575" name="CustomShape 70"/>
          <p:cNvSpPr/>
          <p:nvPr/>
        </p:nvSpPr>
        <p:spPr>
          <a:xfrm>
            <a:off x="706320" y="1084320"/>
            <a:ext cx="7772040" cy="47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frame sent from A to R</a:t>
            </a:r>
            <a:endParaRPr lang="nl-NL" sz="2000" b="0" strike="noStrike" spc="-1">
              <a:latin typeface="Calibri"/>
            </a:endParaRPr>
          </a:p>
        </p:txBody>
      </p:sp>
      <p:grpSp>
        <p:nvGrpSpPr>
          <p:cNvPr id="2576" name="Group 71"/>
          <p:cNvGrpSpPr/>
          <p:nvPr/>
        </p:nvGrpSpPr>
        <p:grpSpPr>
          <a:xfrm>
            <a:off x="2712960" y="3265200"/>
            <a:ext cx="1096560" cy="244440"/>
            <a:chOff x="2712960" y="3265200"/>
            <a:chExt cx="1096560" cy="244440"/>
          </a:xfrm>
        </p:grpSpPr>
        <p:sp>
          <p:nvSpPr>
            <p:cNvPr id="2577" name="CustomShape 72"/>
            <p:cNvSpPr/>
            <p:nvPr/>
          </p:nvSpPr>
          <p:spPr>
            <a:xfrm>
              <a:off x="2712960" y="326700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578" name="Line 73"/>
            <p:cNvSpPr/>
            <p:nvPr/>
          </p:nvSpPr>
          <p:spPr>
            <a:xfrm>
              <a:off x="2881080" y="3265200"/>
              <a:ext cx="0" cy="24156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579" name="Line 74"/>
            <p:cNvSpPr/>
            <p:nvPr/>
          </p:nvSpPr>
          <p:spPr>
            <a:xfrm>
              <a:off x="3024000" y="326844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grpSp>
        <p:nvGrpSpPr>
          <p:cNvPr id="2580" name="Group 75"/>
          <p:cNvGrpSpPr/>
          <p:nvPr/>
        </p:nvGrpSpPr>
        <p:grpSpPr>
          <a:xfrm>
            <a:off x="3952800" y="2766960"/>
            <a:ext cx="894960" cy="2037960"/>
            <a:chOff x="3952800" y="2766960"/>
            <a:chExt cx="894960" cy="2037960"/>
          </a:xfrm>
        </p:grpSpPr>
        <p:sp>
          <p:nvSpPr>
            <p:cNvPr id="2581" name="CustomShape 76"/>
            <p:cNvSpPr/>
            <p:nvPr/>
          </p:nvSpPr>
          <p:spPr>
            <a:xfrm>
              <a:off x="3952800" y="3909960"/>
              <a:ext cx="894960" cy="894960"/>
            </a:xfrm>
            <a:custGeom>
              <a:avLst/>
              <a:gdLst/>
              <a:ahLst/>
              <a:cxnLst/>
              <a:rect l="l" t="t" r="r" b="b"/>
              <a:pathLst>
                <a:path w="564" h="564">
                  <a:moveTo>
                    <a:pt x="564" y="0"/>
                  </a:moveTo>
                  <a:lnTo>
                    <a:pt x="287" y="564"/>
                  </a:lnTo>
                  <a:lnTo>
                    <a:pt x="0" y="0"/>
                  </a:lnTo>
                  <a:lnTo>
                    <a:pt x="564" y="0"/>
                  </a:lnTo>
                  <a:close/>
                </a:path>
              </a:pathLst>
            </a:custGeom>
            <a:gradFill rotWithShape="0">
              <a:gsLst>
                <a:gs pos="0">
                  <a:srgbClr val="FFFFFF"/>
                </a:gs>
                <a:gs pos="100000">
                  <a:srgbClr val="FF0000"/>
                </a:gs>
              </a:gsLst>
              <a:lin ang="5400000"/>
            </a:gradFill>
            <a:ln>
              <a:noFill/>
            </a:ln>
          </p:spPr>
          <p:style>
            <a:lnRef idx="0">
              <a:scrgbClr r="0" g="0" b="0"/>
            </a:lnRef>
            <a:fillRef idx="0">
              <a:scrgbClr r="0" g="0" b="0"/>
            </a:fillRef>
            <a:effectRef idx="0">
              <a:scrgbClr r="0" g="0" b="0"/>
            </a:effectRef>
            <a:fontRef idx="minor"/>
          </p:style>
        </p:sp>
        <p:sp>
          <p:nvSpPr>
            <p:cNvPr id="2582" name="CustomShape 77"/>
            <p:cNvSpPr/>
            <p:nvPr/>
          </p:nvSpPr>
          <p:spPr>
            <a:xfrm>
              <a:off x="4030560" y="3294000"/>
              <a:ext cx="782280" cy="7567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583" name="CustomShape 78"/>
            <p:cNvSpPr/>
            <p:nvPr/>
          </p:nvSpPr>
          <p:spPr>
            <a:xfrm>
              <a:off x="4140360" y="2766960"/>
              <a:ext cx="533160" cy="130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584" name="Line 79"/>
            <p:cNvSpPr/>
            <p:nvPr/>
          </p:nvSpPr>
          <p:spPr>
            <a:xfrm>
              <a:off x="4024080" y="355104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85" name="Line 80"/>
            <p:cNvSpPr/>
            <p:nvPr/>
          </p:nvSpPr>
          <p:spPr>
            <a:xfrm>
              <a:off x="4019400" y="38034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586" name="CustomShape 81"/>
          <p:cNvSpPr/>
          <p:nvPr/>
        </p:nvSpPr>
        <p:spPr>
          <a:xfrm>
            <a:off x="709560" y="1440000"/>
            <a:ext cx="7772040" cy="47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frame received at R, datagram removed, passed up to IP</a:t>
            </a:r>
            <a:endParaRPr lang="nl-NL" sz="2000" b="0" strike="noStrike" spc="-1">
              <a:latin typeface="Calibri"/>
            </a:endParaRPr>
          </a:p>
        </p:txBody>
      </p:sp>
      <p:grpSp>
        <p:nvGrpSpPr>
          <p:cNvPr id="2587" name="Group 82"/>
          <p:cNvGrpSpPr/>
          <p:nvPr/>
        </p:nvGrpSpPr>
        <p:grpSpPr>
          <a:xfrm>
            <a:off x="1474920" y="2244600"/>
            <a:ext cx="2434320" cy="1519200"/>
            <a:chOff x="1474920" y="2244600"/>
            <a:chExt cx="2434320" cy="1519200"/>
          </a:xfrm>
        </p:grpSpPr>
        <p:sp>
          <p:nvSpPr>
            <p:cNvPr id="2588" name="CustomShape 83"/>
            <p:cNvSpPr/>
            <p:nvPr/>
          </p:nvSpPr>
          <p:spPr>
            <a:xfrm>
              <a:off x="1474920" y="2244600"/>
              <a:ext cx="242316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MAC src: 74-29-9C-E8-FF-55</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MAC dest: E6-E9-00-17-BB-4B</a:t>
              </a:r>
              <a:endParaRPr lang="nl-NL" sz="1200" b="0" strike="noStrike" spc="-1">
                <a:latin typeface="Calibri"/>
              </a:endParaRPr>
            </a:p>
          </p:txBody>
        </p:sp>
        <p:grpSp>
          <p:nvGrpSpPr>
            <p:cNvPr id="2589" name="Group 84"/>
            <p:cNvGrpSpPr/>
            <p:nvPr/>
          </p:nvGrpSpPr>
          <p:grpSpPr>
            <a:xfrm>
              <a:off x="1557360" y="3463920"/>
              <a:ext cx="1665000" cy="299880"/>
              <a:chOff x="1557360" y="3463920"/>
              <a:chExt cx="1665000" cy="299880"/>
            </a:xfrm>
          </p:grpSpPr>
          <p:sp>
            <p:nvSpPr>
              <p:cNvPr id="2590" name="CustomShape 85"/>
              <p:cNvSpPr/>
              <p:nvPr/>
            </p:nvSpPr>
            <p:spPr>
              <a:xfrm>
                <a:off x="1557360" y="3467160"/>
                <a:ext cx="1665000" cy="293400"/>
              </a:xfrm>
              <a:prstGeom prst="rect">
                <a:avLst/>
              </a:prstGeom>
              <a:solidFill>
                <a:srgbClr val="000099"/>
              </a:solidFill>
              <a:ln w="9360">
                <a:solidFill>
                  <a:schemeClr val="tx1"/>
                </a:solidFill>
                <a:miter/>
              </a:ln>
            </p:spPr>
            <p:style>
              <a:lnRef idx="0">
                <a:scrgbClr r="0" g="0" b="0"/>
              </a:lnRef>
              <a:fillRef idx="0">
                <a:scrgbClr r="0" g="0" b="0"/>
              </a:fillRef>
              <a:effectRef idx="0">
                <a:scrgbClr r="0" g="0" b="0"/>
              </a:effectRef>
              <a:fontRef idx="minor"/>
            </p:style>
          </p:sp>
          <p:sp>
            <p:nvSpPr>
              <p:cNvPr id="2591" name="CustomShape 86"/>
              <p:cNvSpPr/>
              <p:nvPr/>
            </p:nvSpPr>
            <p:spPr>
              <a:xfrm>
                <a:off x="1952640" y="349560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592" name="Line 87"/>
              <p:cNvSpPr/>
              <p:nvPr/>
            </p:nvSpPr>
            <p:spPr>
              <a:xfrm>
                <a:off x="2114280" y="350028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593" name="Line 88"/>
              <p:cNvSpPr/>
              <p:nvPr/>
            </p:nvSpPr>
            <p:spPr>
              <a:xfrm>
                <a:off x="2266920" y="350028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594" name="Line 89"/>
              <p:cNvSpPr/>
              <p:nvPr/>
            </p:nvSpPr>
            <p:spPr>
              <a:xfrm>
                <a:off x="1685880" y="3463920"/>
                <a:ext cx="0" cy="29988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595" name="Line 90"/>
              <p:cNvSpPr/>
              <p:nvPr/>
            </p:nvSpPr>
            <p:spPr>
              <a:xfrm>
                <a:off x="1838160" y="3463920"/>
                <a:ext cx="0" cy="29988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596" name="Line 91"/>
            <p:cNvSpPr/>
            <p:nvPr/>
          </p:nvSpPr>
          <p:spPr>
            <a:xfrm flipV="1">
              <a:off x="1616040" y="2501640"/>
              <a:ext cx="2880" cy="11145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597" name="Line 92"/>
            <p:cNvSpPr/>
            <p:nvPr/>
          </p:nvSpPr>
          <p:spPr>
            <a:xfrm flipV="1">
              <a:off x="1755720" y="2666880"/>
              <a:ext cx="0" cy="9493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598" name="Line 93"/>
            <p:cNvSpPr/>
            <p:nvPr/>
          </p:nvSpPr>
          <p:spPr>
            <a:xfrm flipH="1" flipV="1">
              <a:off x="2025360" y="2876400"/>
              <a:ext cx="3240" cy="7459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599" name="Line 94"/>
            <p:cNvSpPr/>
            <p:nvPr/>
          </p:nvSpPr>
          <p:spPr>
            <a:xfrm>
              <a:off x="2171520" y="3054240"/>
              <a:ext cx="3240" cy="5680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00" name="CustomShape 95"/>
            <p:cNvSpPr/>
            <p:nvPr/>
          </p:nvSpPr>
          <p:spPr>
            <a:xfrm>
              <a:off x="1890000" y="2643120"/>
              <a:ext cx="201924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IP src: 111.111.111.111</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IP dest: 222.222.222.222</a:t>
              </a:r>
              <a:endParaRPr lang="nl-NL" sz="1200" b="0" strike="noStrike" spc="-1">
                <a:latin typeface="Calibri"/>
              </a:endParaRPr>
            </a:p>
          </p:txBody>
        </p:sp>
      </p:grpSp>
      <p:grpSp>
        <p:nvGrpSpPr>
          <p:cNvPr id="2601" name="Group 96"/>
          <p:cNvGrpSpPr/>
          <p:nvPr/>
        </p:nvGrpSpPr>
        <p:grpSpPr>
          <a:xfrm>
            <a:off x="2662920" y="2435400"/>
            <a:ext cx="2019240" cy="979200"/>
            <a:chOff x="2662920" y="2435400"/>
            <a:chExt cx="2019240" cy="979200"/>
          </a:xfrm>
        </p:grpSpPr>
        <p:sp>
          <p:nvSpPr>
            <p:cNvPr id="2602" name="Line 97"/>
            <p:cNvSpPr/>
            <p:nvPr/>
          </p:nvSpPr>
          <p:spPr>
            <a:xfrm flipH="1" flipV="1">
              <a:off x="2798640" y="2668320"/>
              <a:ext cx="3240" cy="74628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603" name="Line 98"/>
            <p:cNvSpPr/>
            <p:nvPr/>
          </p:nvSpPr>
          <p:spPr>
            <a:xfrm>
              <a:off x="2944800" y="2846160"/>
              <a:ext cx="2880" cy="568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04" name="CustomShape 99"/>
            <p:cNvSpPr/>
            <p:nvPr/>
          </p:nvSpPr>
          <p:spPr>
            <a:xfrm>
              <a:off x="2662920" y="2435400"/>
              <a:ext cx="201924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IP src: 111.111.111.111</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IP dest: 222.222.222.222</a:t>
              </a:r>
              <a:endParaRPr lang="nl-NL" sz="1200" b="0" strike="noStrike" spc="-1">
                <a:latin typeface="Calibri"/>
              </a:endParaRPr>
            </a:p>
          </p:txBody>
        </p:sp>
      </p:grpSp>
      <p:sp>
        <p:nvSpPr>
          <p:cNvPr id="2605" name="TextShape 100"/>
          <p:cNvSpPr txBox="1"/>
          <p:nvPr/>
        </p:nvSpPr>
        <p:spPr>
          <a:xfrm>
            <a:off x="2365200" y="-38160"/>
            <a:ext cx="612576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Addressing: routing to another LAN</a:t>
            </a:r>
            <a:endParaRPr lang="nl-NL" sz="2800" b="0" strike="noStrike" spc="-1">
              <a:solidFill>
                <a:srgbClr val="000000"/>
              </a:solidFill>
              <a:latin typeface="Arial"/>
            </a:endParaRPr>
          </a:p>
        </p:txBody>
      </p:sp>
      <p:pic>
        <p:nvPicPr>
          <p:cNvPr id="2606" name="Picture 15" descr="underline_base"/>
          <p:cNvPicPr/>
          <p:nvPr/>
        </p:nvPicPr>
        <p:blipFill>
          <a:blip r:embed="rId5"/>
          <a:stretch/>
        </p:blipFill>
        <p:spPr>
          <a:xfrm>
            <a:off x="2365200" y="763560"/>
            <a:ext cx="5944680" cy="172800"/>
          </a:xfrm>
          <a:prstGeom prst="rect">
            <a:avLst/>
          </a:prstGeom>
          <a:ln>
            <a:noFill/>
          </a:ln>
        </p:spPr>
      </p:pic>
      <p:sp>
        <p:nvSpPr>
          <p:cNvPr id="2607" name="CustomShape 101"/>
          <p:cNvSpPr/>
          <p:nvPr/>
        </p:nvSpPr>
        <p:spPr>
          <a:xfrm>
            <a:off x="719280" y="65786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13</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4" fill="hold" nodeType="withEffect">
                                  <p:stCondLst>
                                    <p:cond delay="0"/>
                                  </p:stCondLst>
                                  <p:childTnLst>
                                    <p:set>
                                      <p:cBhvr>
                                        <p:cTn id="6" dur="1" fill="hold">
                                          <p:stCondLst>
                                            <p:cond delay="0"/>
                                          </p:stCondLst>
                                        </p:cTn>
                                        <p:tgtEl>
                                          <p:spTgt spid="2580"/>
                                        </p:tgtEl>
                                        <p:attrNameLst>
                                          <p:attrName>style.visibility</p:attrName>
                                        </p:attrNameLst>
                                      </p:cBhvr>
                                      <p:to>
                                        <p:strVal val="visible"/>
                                      </p:to>
                                    </p:set>
                                    <p:animEffect transition="in" filter="wipe(down)">
                                      <p:cBhvr additive="repl">
                                        <p:cTn id="7" dur="1000"/>
                                        <p:tgtEl>
                                          <p:spTgt spid="2580"/>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Class="path" fill="hold" nodeType="clickEffect">
                                  <p:stCondLst>
                                    <p:cond delay="0"/>
                                  </p:stCondLst>
                                  <p:childTnLst>
                                    <p:animMotion origin="layout" path="M -8.33333E-007 -2.96296E-006 L -8.33333E-007 0.13334 L 0.04045 0.16297 L 0.08629 0.16297 L 0.08524 0.01482 E">
                                      <p:cBhvr>
                                        <p:cTn id="11" dur="2000" fill="hold"/>
                                        <p:tgtEl>
                                          <p:spTgt spid="2587"/>
                                        </p:tgtEl>
                                        <p:attrNameLst>
                                          <p:attrName>ppt_x</p:attrName>
                                          <p:attrName>ppt_y</p:attrName>
                                        </p:attrNameLst>
                                      </p:cBhvr>
                                    </p:animMotion>
                                  </p:childTnLst>
                                </p:cTn>
                              </p:par>
                            </p:childTnLst>
                          </p:cTn>
                        </p:par>
                      </p:childTnLst>
                    </p:cTn>
                  </p:par>
                  <p:par>
                    <p:cTn id="12" fill="hold" nodeType="clickEffect">
                      <p:stCondLst>
                        <p:cond delay="indefinite"/>
                      </p:stCondLst>
                      <p:childTnLst>
                        <p:par>
                          <p:cTn id="13" fill="hold" nodeType="withEffect">
                            <p:stCondLst>
                              <p:cond delay="0"/>
                            </p:stCondLst>
                            <p:childTnLst>
                              <p:par>
                                <p:cTn id="14" presetID="9" presetClass="exit" fill="hold" nodeType="clickEffect">
                                  <p:stCondLst>
                                    <p:cond delay="0"/>
                                  </p:stCondLst>
                                  <p:childTnLst>
                                    <p:animEffect transition="out" filter="dissolve">
                                      <p:cBhvr additive="repl">
                                        <p:cTn id="15" dur="500"/>
                                        <p:tgtEl>
                                          <p:spTgt spid="2567"/>
                                        </p:tgtEl>
                                      </p:cBhvr>
                                    </p:animEffect>
                                    <p:set>
                                      <p:cBhvr>
                                        <p:cTn id="16" dur="1" fill="hold">
                                          <p:stCondLst>
                                            <p:cond delay="499"/>
                                          </p:stCondLst>
                                        </p:cTn>
                                        <p:tgtEl>
                                          <p:spTgt spid="2567"/>
                                        </p:tgtEl>
                                        <p:attrNameLst>
                                          <p:attrName>style.visibility</p:attrName>
                                        </p:attrNameLst>
                                      </p:cBhvr>
                                      <p:to>
                                        <p:strVal val="hidden"/>
                                      </p:to>
                                    </p:set>
                                  </p:childTnLst>
                                </p:cTn>
                              </p:par>
                            </p:childTnLst>
                          </p:cTn>
                        </p:par>
                        <p:par>
                          <p:cTn id="17" fill="hold" nodeType="afterEffect">
                            <p:stCondLst>
                              <p:cond delay="500"/>
                            </p:stCondLst>
                            <p:childTnLst>
                              <p:par>
                                <p:cTn id="18" presetID="1" presetClass="entr" fill="hold" nodeType="afterEffect">
                                  <p:stCondLst>
                                    <p:cond delay="0"/>
                                  </p:stCondLst>
                                  <p:childTnLst>
                                    <p:set>
                                      <p:cBhvr>
                                        <p:cTn id="19" dur="1" fill="hold">
                                          <p:stCondLst>
                                            <p:cond delay="0"/>
                                          </p:stCondLst>
                                        </p:cTn>
                                        <p:tgtEl>
                                          <p:spTgt spid="2586"/>
                                        </p:tgtEl>
                                        <p:attrNameLst>
                                          <p:attrName>style.visibility</p:attrName>
                                        </p:attrNameLst>
                                      </p:cBhvr>
                                      <p:to>
                                        <p:strVal val="visible"/>
                                      </p:to>
                                    </p:set>
                                  </p:childTnLst>
                                </p:cTn>
                              </p:par>
                            </p:childTnLst>
                          </p:cTn>
                        </p:par>
                        <p:par>
                          <p:cTn id="20" fill="hold" nodeType="afterEffect">
                            <p:stCondLst>
                              <p:cond delay="500"/>
                            </p:stCondLst>
                            <p:childTnLst>
                              <p:par>
                                <p:cTn id="21" presetID="9" presetClass="entr" fill="hold" nodeType="afterEffect">
                                  <p:stCondLst>
                                    <p:cond delay="0"/>
                                  </p:stCondLst>
                                  <p:childTnLst>
                                    <p:set>
                                      <p:cBhvr>
                                        <p:cTn id="22" dur="1" fill="hold">
                                          <p:stCondLst>
                                            <p:cond delay="0"/>
                                          </p:stCondLst>
                                        </p:cTn>
                                        <p:tgtEl>
                                          <p:spTgt spid="2576"/>
                                        </p:tgtEl>
                                        <p:attrNameLst>
                                          <p:attrName>style.visibility</p:attrName>
                                        </p:attrNameLst>
                                      </p:cBhvr>
                                      <p:to>
                                        <p:strVal val="visible"/>
                                      </p:to>
                                    </p:set>
                                    <p:animEffect transition="in" filter="dissolve">
                                      <p:cBhvr additive="repl">
                                        <p:cTn id="23" dur="500"/>
                                        <p:tgtEl>
                                          <p:spTgt spid="2576"/>
                                        </p:tgtEl>
                                      </p:cBhvr>
                                    </p:animEffect>
                                  </p:childTnLst>
                                </p:cTn>
                              </p:par>
                              <p:par>
                                <p:cTn id="24" presetID="9" presetClass="exit" fill="hold" nodeType="withEffect">
                                  <p:stCondLst>
                                    <p:cond delay="0"/>
                                  </p:stCondLst>
                                  <p:childTnLst>
                                    <p:animEffect transition="out" filter="dissolve">
                                      <p:cBhvr additive="repl">
                                        <p:cTn id="25" dur="500"/>
                                        <p:tgtEl>
                                          <p:spTgt spid="2587"/>
                                        </p:tgtEl>
                                      </p:cBhvr>
                                    </p:animEffect>
                                    <p:set>
                                      <p:cBhvr>
                                        <p:cTn id="26" dur="1" fill="hold">
                                          <p:stCondLst>
                                            <p:cond delay="499"/>
                                          </p:stCondLst>
                                        </p:cTn>
                                        <p:tgtEl>
                                          <p:spTgt spid="2587"/>
                                        </p:tgtEl>
                                        <p:attrNameLst>
                                          <p:attrName>style.visibility</p:attrName>
                                        </p:attrNameLst>
                                      </p:cBhvr>
                                      <p:to>
                                        <p:strVal val="hidden"/>
                                      </p:to>
                                    </p:set>
                                  </p:childTnLst>
                                </p:cTn>
                              </p:par>
                              <p:par>
                                <p:cTn id="27" presetID="9" presetClass="entr" fill="hold" nodeType="withEffect">
                                  <p:stCondLst>
                                    <p:cond delay="0"/>
                                  </p:stCondLst>
                                  <p:childTnLst>
                                    <p:set>
                                      <p:cBhvr>
                                        <p:cTn id="28" dur="1" fill="hold">
                                          <p:stCondLst>
                                            <p:cond delay="0"/>
                                          </p:stCondLst>
                                        </p:cTn>
                                        <p:tgtEl>
                                          <p:spTgt spid="2601"/>
                                        </p:tgtEl>
                                        <p:attrNameLst>
                                          <p:attrName>style.visibility</p:attrName>
                                        </p:attrNameLst>
                                      </p:cBhvr>
                                      <p:to>
                                        <p:strVal val="visible"/>
                                      </p:to>
                                    </p:set>
                                    <p:animEffect transition="in" filter="dissolve">
                                      <p:cBhvr additive="repl">
                                        <p:cTn id="29" dur="500"/>
                                        <p:tgtEl>
                                          <p:spTgt spid="2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8"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2FE3679D-95E8-4DDE-84FE-8F5EA26E7B86}" type="slidenum">
              <a:rPr lang="nl-NL" sz="1000" b="0" strike="noStrike" spc="-1">
                <a:solidFill>
                  <a:srgbClr val="FFFFFF"/>
                </a:solidFill>
                <a:latin typeface="Arial"/>
                <a:ea typeface="ＭＳ Ｐゴシック"/>
              </a:rPr>
              <a:t>42</a:t>
            </a:fld>
            <a:endParaRPr lang="nl-NL" sz="1000" b="0" strike="noStrike" spc="-1">
              <a:latin typeface="Calibri"/>
            </a:endParaRPr>
          </a:p>
        </p:txBody>
      </p:sp>
      <p:grpSp>
        <p:nvGrpSpPr>
          <p:cNvPr id="2609" name="Group 2"/>
          <p:cNvGrpSpPr/>
          <p:nvPr/>
        </p:nvGrpSpPr>
        <p:grpSpPr>
          <a:xfrm>
            <a:off x="729000" y="3962520"/>
            <a:ext cx="8203680" cy="2347560"/>
            <a:chOff x="729000" y="3962520"/>
            <a:chExt cx="8203680" cy="2347560"/>
          </a:xfrm>
        </p:grpSpPr>
        <p:grpSp>
          <p:nvGrpSpPr>
            <p:cNvPr id="2610" name="Group 3"/>
            <p:cNvGrpSpPr/>
            <p:nvPr/>
          </p:nvGrpSpPr>
          <p:grpSpPr>
            <a:xfrm>
              <a:off x="6980040" y="5354280"/>
              <a:ext cx="711000" cy="600840"/>
              <a:chOff x="6980040" y="5354280"/>
              <a:chExt cx="711000" cy="600840"/>
            </a:xfrm>
          </p:grpSpPr>
          <p:grpSp>
            <p:nvGrpSpPr>
              <p:cNvPr id="2611" name="Group 4"/>
              <p:cNvGrpSpPr/>
              <p:nvPr/>
            </p:nvGrpSpPr>
            <p:grpSpPr>
              <a:xfrm>
                <a:off x="6980040" y="5354280"/>
                <a:ext cx="711000" cy="600840"/>
                <a:chOff x="6980040" y="5354280"/>
                <a:chExt cx="711000" cy="600840"/>
              </a:xfrm>
            </p:grpSpPr>
            <p:pic>
              <p:nvPicPr>
                <p:cNvPr id="2612" name="Picture 45" descr="desktop_computer_stylized_medium"/>
                <p:cNvPicPr/>
                <p:nvPr/>
              </p:nvPicPr>
              <p:blipFill>
                <a:blip r:embed="rId3"/>
                <a:stretch/>
              </p:blipFill>
              <p:spPr>
                <a:xfrm flipH="1">
                  <a:off x="6980040" y="5354280"/>
                  <a:ext cx="711000" cy="600840"/>
                </a:xfrm>
                <a:prstGeom prst="rect">
                  <a:avLst/>
                </a:prstGeom>
                <a:ln>
                  <a:noFill/>
                </a:ln>
              </p:spPr>
            </p:pic>
            <p:sp>
              <p:nvSpPr>
                <p:cNvPr id="2613" name="CustomShape 5"/>
                <p:cNvSpPr/>
                <p:nvPr/>
              </p:nvSpPr>
              <p:spPr>
                <a:xfrm flipH="1">
                  <a:off x="7282800" y="5411880"/>
                  <a:ext cx="345600" cy="2750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614" name="CustomShape 6"/>
              <p:cNvSpPr/>
              <p:nvPr/>
            </p:nvSpPr>
            <p:spPr>
              <a:xfrm rot="16200000">
                <a:off x="7163640" y="5547600"/>
                <a:ext cx="8856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615" name="Group 7"/>
            <p:cNvGrpSpPr/>
            <p:nvPr/>
          </p:nvGrpSpPr>
          <p:grpSpPr>
            <a:xfrm>
              <a:off x="1046880" y="3962520"/>
              <a:ext cx="1026000" cy="761040"/>
              <a:chOff x="1046880" y="3962520"/>
              <a:chExt cx="1026000" cy="761040"/>
            </a:xfrm>
          </p:grpSpPr>
          <p:sp>
            <p:nvSpPr>
              <p:cNvPr id="2616" name="CustomShape 8"/>
              <p:cNvSpPr/>
              <p:nvPr/>
            </p:nvSpPr>
            <p:spPr>
              <a:xfrm rot="16200000">
                <a:off x="1893600" y="4300560"/>
                <a:ext cx="110880" cy="247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617" name="Group 9"/>
              <p:cNvGrpSpPr/>
              <p:nvPr/>
            </p:nvGrpSpPr>
            <p:grpSpPr>
              <a:xfrm>
                <a:off x="1046880" y="3962520"/>
                <a:ext cx="935640" cy="761040"/>
                <a:chOff x="1046880" y="3962520"/>
                <a:chExt cx="935640" cy="761040"/>
              </a:xfrm>
            </p:grpSpPr>
            <p:pic>
              <p:nvPicPr>
                <p:cNvPr id="2618" name="Picture 50" descr="desktop_computer_stylized_medium"/>
                <p:cNvPicPr/>
                <p:nvPr/>
              </p:nvPicPr>
              <p:blipFill>
                <a:blip r:embed="rId4"/>
                <a:stretch/>
              </p:blipFill>
              <p:spPr>
                <a:xfrm flipH="1">
                  <a:off x="1046880" y="3962520"/>
                  <a:ext cx="935640" cy="761040"/>
                </a:xfrm>
                <a:prstGeom prst="rect">
                  <a:avLst/>
                </a:prstGeom>
                <a:ln>
                  <a:noFill/>
                </a:ln>
              </p:spPr>
            </p:pic>
            <p:sp>
              <p:nvSpPr>
                <p:cNvPr id="2619" name="CustomShape 10"/>
                <p:cNvSpPr/>
                <p:nvPr/>
              </p:nvSpPr>
              <p:spPr>
                <a:xfrm flipH="1">
                  <a:off x="1444680" y="4035600"/>
                  <a:ext cx="454680" cy="34848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620" name="CustomShape 11"/>
            <p:cNvSpPr/>
            <p:nvPr/>
          </p:nvSpPr>
          <p:spPr>
            <a:xfrm>
              <a:off x="4238640" y="438156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Bef>
                  <a:spcPts val="1199"/>
                </a:spcBef>
              </a:pPr>
              <a:r>
                <a:rPr lang="en-US" sz="2400" b="0" strike="noStrike" spc="-1">
                  <a:solidFill>
                    <a:srgbClr val="FF0000"/>
                  </a:solidFill>
                  <a:latin typeface="Calibri"/>
                </a:rPr>
                <a:t>R</a:t>
              </a:r>
              <a:endParaRPr lang="nl-NL" sz="2400" b="0" strike="noStrike" spc="-1">
                <a:latin typeface="Calibri"/>
              </a:endParaRPr>
            </a:p>
          </p:txBody>
        </p:sp>
        <p:sp>
          <p:nvSpPr>
            <p:cNvPr id="2621" name="CustomShape 12"/>
            <p:cNvSpPr/>
            <p:nvPr/>
          </p:nvSpPr>
          <p:spPr>
            <a:xfrm>
              <a:off x="3867480" y="5378400"/>
              <a:ext cx="15451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1A-23-F9-CD-06-9B</a:t>
              </a:r>
              <a:endParaRPr lang="nl-NL" sz="1200" b="0" strike="noStrike" spc="-1">
                <a:latin typeface="Calibri"/>
              </a:endParaRPr>
            </a:p>
          </p:txBody>
        </p:sp>
        <p:sp>
          <p:nvSpPr>
            <p:cNvPr id="2622" name="CustomShape 13"/>
            <p:cNvSpPr/>
            <p:nvPr/>
          </p:nvSpPr>
          <p:spPr>
            <a:xfrm>
              <a:off x="4011840" y="52052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222.222.222.220</a:t>
              </a:r>
              <a:endParaRPr lang="nl-NL" sz="1200" b="0" strike="noStrike" spc="-1">
                <a:latin typeface="Calibri"/>
              </a:endParaRPr>
            </a:p>
          </p:txBody>
        </p:sp>
        <p:grpSp>
          <p:nvGrpSpPr>
            <p:cNvPr id="2623" name="Group 14"/>
            <p:cNvGrpSpPr/>
            <p:nvPr/>
          </p:nvGrpSpPr>
          <p:grpSpPr>
            <a:xfrm>
              <a:off x="3048840" y="5794200"/>
              <a:ext cx="1539000" cy="447840"/>
              <a:chOff x="3048840" y="5794200"/>
              <a:chExt cx="1539000" cy="447840"/>
            </a:xfrm>
          </p:grpSpPr>
          <p:sp>
            <p:nvSpPr>
              <p:cNvPr id="2624" name="CustomShape 15"/>
              <p:cNvSpPr/>
              <p:nvPr/>
            </p:nvSpPr>
            <p:spPr>
              <a:xfrm>
                <a:off x="3081960" y="579420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111.111.111.110</a:t>
                </a:r>
                <a:endParaRPr lang="nl-NL" sz="1200" b="0" strike="noStrike" spc="-1">
                  <a:latin typeface="Calibri"/>
                </a:endParaRPr>
              </a:p>
            </p:txBody>
          </p:sp>
          <p:sp>
            <p:nvSpPr>
              <p:cNvPr id="2625" name="CustomShape 16"/>
              <p:cNvSpPr/>
              <p:nvPr/>
            </p:nvSpPr>
            <p:spPr>
              <a:xfrm>
                <a:off x="3048840" y="5969160"/>
                <a:ext cx="153900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E6-E9-00-17-BB-4B</a:t>
                </a:r>
                <a:endParaRPr lang="nl-NL" sz="1200" b="0" strike="noStrike" spc="-1">
                  <a:latin typeface="Calibri"/>
                </a:endParaRPr>
              </a:p>
            </p:txBody>
          </p:sp>
        </p:grpSp>
        <p:sp>
          <p:nvSpPr>
            <p:cNvPr id="2626" name="CustomShape 17"/>
            <p:cNvSpPr/>
            <p:nvPr/>
          </p:nvSpPr>
          <p:spPr>
            <a:xfrm>
              <a:off x="952200" y="6037200"/>
              <a:ext cx="16275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CC-49-DE-D0-AB-7D</a:t>
              </a:r>
              <a:endParaRPr lang="nl-NL" sz="1200" b="0" strike="noStrike" spc="-1">
                <a:latin typeface="Calibri"/>
              </a:endParaRPr>
            </a:p>
          </p:txBody>
        </p:sp>
        <p:sp>
          <p:nvSpPr>
            <p:cNvPr id="2627" name="CustomShape 18"/>
            <p:cNvSpPr/>
            <p:nvPr/>
          </p:nvSpPr>
          <p:spPr>
            <a:xfrm>
              <a:off x="979920" y="585468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111.111.111.112</a:t>
              </a:r>
              <a:endParaRPr lang="nl-NL" sz="1200" b="0" strike="noStrike" spc="-1">
                <a:latin typeface="Calibri"/>
              </a:endParaRPr>
            </a:p>
          </p:txBody>
        </p:sp>
        <p:sp>
          <p:nvSpPr>
            <p:cNvPr id="2628" name="CustomShape 19"/>
            <p:cNvSpPr/>
            <p:nvPr/>
          </p:nvSpPr>
          <p:spPr>
            <a:xfrm>
              <a:off x="752760" y="4741920"/>
              <a:ext cx="12355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111.111.111.111</a:t>
              </a:r>
              <a:endParaRPr lang="nl-NL" sz="1200" b="0" strike="noStrike" spc="-1">
                <a:latin typeface="Calibri"/>
              </a:endParaRPr>
            </a:p>
          </p:txBody>
        </p:sp>
        <p:sp>
          <p:nvSpPr>
            <p:cNvPr id="2629" name="CustomShape 20"/>
            <p:cNvSpPr/>
            <p:nvPr/>
          </p:nvSpPr>
          <p:spPr>
            <a:xfrm>
              <a:off x="729000" y="4927680"/>
              <a:ext cx="151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74-29-9C-E8-FF-55</a:t>
              </a:r>
              <a:endParaRPr lang="nl-NL" sz="1200" b="0" strike="noStrike" spc="-1">
                <a:latin typeface="Calibri"/>
              </a:endParaRPr>
            </a:p>
          </p:txBody>
        </p:sp>
        <p:sp>
          <p:nvSpPr>
            <p:cNvPr id="2630" name="CustomShape 21"/>
            <p:cNvSpPr/>
            <p:nvPr/>
          </p:nvSpPr>
          <p:spPr>
            <a:xfrm>
              <a:off x="2365200" y="4437000"/>
              <a:ext cx="839520" cy="106956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631" name="Line 22"/>
            <p:cNvSpPr/>
            <p:nvPr/>
          </p:nvSpPr>
          <p:spPr>
            <a:xfrm>
              <a:off x="2062080" y="4416120"/>
              <a:ext cx="438120" cy="230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32" name="Line 23"/>
            <p:cNvSpPr/>
            <p:nvPr/>
          </p:nvSpPr>
          <p:spPr>
            <a:xfrm flipV="1">
              <a:off x="2185920" y="5360760"/>
              <a:ext cx="231840" cy="2556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33" name="Line 24"/>
            <p:cNvSpPr/>
            <p:nvPr/>
          </p:nvSpPr>
          <p:spPr>
            <a:xfrm>
              <a:off x="3184200" y="4954320"/>
              <a:ext cx="584280" cy="9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34" name="Line 25"/>
            <p:cNvSpPr/>
            <p:nvPr/>
          </p:nvSpPr>
          <p:spPr>
            <a:xfrm flipV="1">
              <a:off x="2101680" y="5711760"/>
              <a:ext cx="0" cy="163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35" name="Line 26"/>
            <p:cNvSpPr/>
            <p:nvPr/>
          </p:nvSpPr>
          <p:spPr>
            <a:xfrm flipV="1">
              <a:off x="1976400" y="4489200"/>
              <a:ext cx="0" cy="3985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36" name="Line 27"/>
            <p:cNvSpPr/>
            <p:nvPr/>
          </p:nvSpPr>
          <p:spPr>
            <a:xfrm>
              <a:off x="3854160" y="5020920"/>
              <a:ext cx="0" cy="7509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637" name="Line 28"/>
            <p:cNvSpPr/>
            <p:nvPr/>
          </p:nvSpPr>
          <p:spPr>
            <a:xfrm flipH="1" flipV="1">
              <a:off x="4935240" y="5011560"/>
              <a:ext cx="5040" cy="2206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38" name="CustomShape 29"/>
            <p:cNvSpPr/>
            <p:nvPr/>
          </p:nvSpPr>
          <p:spPr>
            <a:xfrm>
              <a:off x="735480" y="4156200"/>
              <a:ext cx="3578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A</a:t>
              </a:r>
              <a:endParaRPr lang="nl-NL" sz="2400" b="0" strike="noStrike" spc="-1">
                <a:latin typeface="Calibri"/>
              </a:endParaRPr>
            </a:p>
          </p:txBody>
        </p:sp>
        <p:sp>
          <p:nvSpPr>
            <p:cNvPr id="2639" name="Line 30"/>
            <p:cNvSpPr/>
            <p:nvPr/>
          </p:nvSpPr>
          <p:spPr>
            <a:xfrm>
              <a:off x="5045040" y="4921200"/>
              <a:ext cx="1198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640" name="Group 31"/>
            <p:cNvGrpSpPr/>
            <p:nvPr/>
          </p:nvGrpSpPr>
          <p:grpSpPr>
            <a:xfrm>
              <a:off x="7369200" y="4844880"/>
              <a:ext cx="1563480" cy="460080"/>
              <a:chOff x="7369200" y="4844880"/>
              <a:chExt cx="1563480" cy="460080"/>
            </a:xfrm>
          </p:grpSpPr>
          <p:sp>
            <p:nvSpPr>
              <p:cNvPr id="2641" name="CustomShape 32"/>
              <p:cNvSpPr/>
              <p:nvPr/>
            </p:nvSpPr>
            <p:spPr>
              <a:xfrm>
                <a:off x="7369200" y="484488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222.222.222.222</a:t>
                </a:r>
                <a:endParaRPr lang="nl-NL" sz="1200" b="0" strike="noStrike" spc="-1">
                  <a:latin typeface="Calibri"/>
                </a:endParaRPr>
              </a:p>
            </p:txBody>
          </p:sp>
          <p:sp>
            <p:nvSpPr>
              <p:cNvPr id="2642" name="CustomShape 33"/>
              <p:cNvSpPr/>
              <p:nvPr/>
            </p:nvSpPr>
            <p:spPr>
              <a:xfrm>
                <a:off x="7370640" y="5032440"/>
                <a:ext cx="1562040" cy="272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49-BD-D2-C7-56-2A</a:t>
                </a:r>
                <a:endParaRPr lang="nl-NL" sz="1200" b="0" strike="noStrike" spc="-1">
                  <a:latin typeface="Calibri"/>
                </a:endParaRPr>
              </a:p>
            </p:txBody>
          </p:sp>
        </p:grpSp>
        <p:sp>
          <p:nvSpPr>
            <p:cNvPr id="2643" name="Line 34"/>
            <p:cNvSpPr/>
            <p:nvPr/>
          </p:nvSpPr>
          <p:spPr>
            <a:xfrm flipV="1">
              <a:off x="6943680" y="4416120"/>
              <a:ext cx="450720" cy="317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44" name="Line 35"/>
            <p:cNvSpPr/>
            <p:nvPr/>
          </p:nvSpPr>
          <p:spPr>
            <a:xfrm flipH="1" flipV="1">
              <a:off x="7468920" y="4492440"/>
              <a:ext cx="11160" cy="38880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45" name="CustomShape 36"/>
            <p:cNvSpPr/>
            <p:nvPr/>
          </p:nvSpPr>
          <p:spPr>
            <a:xfrm>
              <a:off x="7069320" y="58118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222.222.222.221</a:t>
              </a:r>
              <a:endParaRPr lang="nl-NL" sz="1200" b="0" strike="noStrike" spc="-1">
                <a:latin typeface="Calibri"/>
              </a:endParaRPr>
            </a:p>
          </p:txBody>
        </p:sp>
        <p:sp>
          <p:nvSpPr>
            <p:cNvPr id="2646" name="CustomShape 37"/>
            <p:cNvSpPr/>
            <p:nvPr/>
          </p:nvSpPr>
          <p:spPr>
            <a:xfrm>
              <a:off x="7076160" y="5986440"/>
              <a:ext cx="15040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88-B2-2F-54-1A-0F</a:t>
              </a:r>
              <a:endParaRPr lang="nl-NL" sz="1200" b="0" strike="noStrike" spc="-1">
                <a:latin typeface="Calibri"/>
              </a:endParaRPr>
            </a:p>
          </p:txBody>
        </p:sp>
        <p:sp>
          <p:nvSpPr>
            <p:cNvPr id="2647" name="Line 38"/>
            <p:cNvSpPr/>
            <p:nvPr/>
          </p:nvSpPr>
          <p:spPr>
            <a:xfrm flipH="1" flipV="1">
              <a:off x="6873840" y="5313240"/>
              <a:ext cx="253800" cy="2509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48" name="Line 39"/>
            <p:cNvSpPr/>
            <p:nvPr/>
          </p:nvSpPr>
          <p:spPr>
            <a:xfrm flipH="1">
              <a:off x="7208640" y="5654520"/>
              <a:ext cx="4680" cy="20160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649" name="CustomShape 40"/>
            <p:cNvSpPr/>
            <p:nvPr/>
          </p:nvSpPr>
          <p:spPr>
            <a:xfrm>
              <a:off x="6203880" y="4440240"/>
              <a:ext cx="764640" cy="108072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650" name="CustomShape 41"/>
            <p:cNvSpPr/>
            <p:nvPr/>
          </p:nvSpPr>
          <p:spPr>
            <a:xfrm>
              <a:off x="8312040" y="407340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B</a:t>
              </a:r>
              <a:endParaRPr lang="nl-NL" sz="2400" b="0" strike="noStrike" spc="-1">
                <a:latin typeface="Calibri"/>
              </a:endParaRPr>
            </a:p>
          </p:txBody>
        </p:sp>
        <p:grpSp>
          <p:nvGrpSpPr>
            <p:cNvPr id="2651" name="Group 42"/>
            <p:cNvGrpSpPr/>
            <p:nvPr/>
          </p:nvGrpSpPr>
          <p:grpSpPr>
            <a:xfrm>
              <a:off x="7179480" y="4033440"/>
              <a:ext cx="1009440" cy="854640"/>
              <a:chOff x="7179480" y="4033440"/>
              <a:chExt cx="1009440" cy="854640"/>
            </a:xfrm>
          </p:grpSpPr>
          <p:grpSp>
            <p:nvGrpSpPr>
              <p:cNvPr id="2652" name="Group 43"/>
              <p:cNvGrpSpPr/>
              <p:nvPr/>
            </p:nvGrpSpPr>
            <p:grpSpPr>
              <a:xfrm>
                <a:off x="7179480" y="4033440"/>
                <a:ext cx="1009440" cy="854640"/>
                <a:chOff x="7179480" y="4033440"/>
                <a:chExt cx="1009440" cy="854640"/>
              </a:xfrm>
            </p:grpSpPr>
            <p:pic>
              <p:nvPicPr>
                <p:cNvPr id="2653" name="Picture 45" descr="desktop_computer_stylized_medium"/>
                <p:cNvPicPr/>
                <p:nvPr/>
              </p:nvPicPr>
              <p:blipFill>
                <a:blip r:embed="rId3"/>
                <a:stretch/>
              </p:blipFill>
              <p:spPr>
                <a:xfrm flipH="1">
                  <a:off x="7179480" y="4033440"/>
                  <a:ext cx="1009440" cy="854640"/>
                </a:xfrm>
                <a:prstGeom prst="rect">
                  <a:avLst/>
                </a:prstGeom>
                <a:ln>
                  <a:noFill/>
                </a:ln>
              </p:spPr>
            </p:pic>
            <p:sp>
              <p:nvSpPr>
                <p:cNvPr id="2654" name="CustomShape 44"/>
                <p:cNvSpPr/>
                <p:nvPr/>
              </p:nvSpPr>
              <p:spPr>
                <a:xfrm flipH="1">
                  <a:off x="7608960" y="4115520"/>
                  <a:ext cx="490680" cy="3913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655" name="CustomShape 45"/>
              <p:cNvSpPr/>
              <p:nvPr/>
            </p:nvSpPr>
            <p:spPr>
              <a:xfrm rot="16200000">
                <a:off x="7437960" y="4309560"/>
                <a:ext cx="126720" cy="1947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656" name="Group 46"/>
            <p:cNvGrpSpPr/>
            <p:nvPr/>
          </p:nvGrpSpPr>
          <p:grpSpPr>
            <a:xfrm>
              <a:off x="3757680" y="4714200"/>
              <a:ext cx="1292040" cy="426240"/>
              <a:chOff x="3757680" y="4714200"/>
              <a:chExt cx="1292040" cy="426240"/>
            </a:xfrm>
          </p:grpSpPr>
          <p:sp>
            <p:nvSpPr>
              <p:cNvPr id="2657" name="CustomShape 47"/>
              <p:cNvSpPr/>
              <p:nvPr/>
            </p:nvSpPr>
            <p:spPr>
              <a:xfrm rot="16200000">
                <a:off x="4880160" y="4827960"/>
                <a:ext cx="13932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658" name="Group 48"/>
              <p:cNvGrpSpPr/>
              <p:nvPr/>
            </p:nvGrpSpPr>
            <p:grpSpPr>
              <a:xfrm>
                <a:off x="3948480" y="4714200"/>
                <a:ext cx="912600" cy="426240"/>
                <a:chOff x="3948480" y="4714200"/>
                <a:chExt cx="912600" cy="426240"/>
              </a:xfrm>
            </p:grpSpPr>
            <p:sp>
              <p:nvSpPr>
                <p:cNvPr id="2659" name="CustomShape 49"/>
                <p:cNvSpPr/>
                <p:nvPr/>
              </p:nvSpPr>
              <p:spPr>
                <a:xfrm>
                  <a:off x="3952080" y="4902840"/>
                  <a:ext cx="905400" cy="23760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2660" name="CustomShape 50"/>
                <p:cNvSpPr/>
                <p:nvPr/>
              </p:nvSpPr>
              <p:spPr>
                <a:xfrm>
                  <a:off x="3952080" y="4875840"/>
                  <a:ext cx="909000" cy="147960"/>
                </a:xfrm>
                <a:prstGeom prst="rect">
                  <a:avLst/>
                </a:prstGeom>
                <a:gradFill rotWithShape="0">
                  <a:gsLst>
                    <a:gs pos="0">
                      <a:srgbClr val="0000FF"/>
                    </a:gs>
                    <a:gs pos="100000">
                      <a:srgbClr val="FFFFFF"/>
                    </a:gs>
                  </a:gsLst>
                  <a:lin ang="0"/>
                </a:gradFill>
                <a:ln>
                  <a:noFill/>
                </a:ln>
              </p:spPr>
              <p:style>
                <a:lnRef idx="0">
                  <a:scrgbClr r="0" g="0" b="0"/>
                </a:lnRef>
                <a:fillRef idx="0">
                  <a:scrgbClr r="0" g="0" b="0"/>
                </a:fillRef>
                <a:effectRef idx="0">
                  <a:scrgbClr r="0" g="0" b="0"/>
                </a:effectRef>
                <a:fontRef idx="minor"/>
              </p:style>
            </p:sp>
            <p:sp>
              <p:nvSpPr>
                <p:cNvPr id="2661" name="CustomShape 51"/>
                <p:cNvSpPr/>
                <p:nvPr/>
              </p:nvSpPr>
              <p:spPr>
                <a:xfrm>
                  <a:off x="3948480" y="4714200"/>
                  <a:ext cx="905400" cy="27828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grpSp>
              <p:nvGrpSpPr>
                <p:cNvPr id="2662" name="Group 52"/>
                <p:cNvGrpSpPr/>
                <p:nvPr/>
              </p:nvGrpSpPr>
              <p:grpSpPr>
                <a:xfrm>
                  <a:off x="4130280" y="4786200"/>
                  <a:ext cx="511920" cy="129960"/>
                  <a:chOff x="4130280" y="4786200"/>
                  <a:chExt cx="511920" cy="129960"/>
                </a:xfrm>
              </p:grpSpPr>
              <p:sp>
                <p:nvSpPr>
                  <p:cNvPr id="2663" name="CustomShape 53"/>
                  <p:cNvSpPr/>
                  <p:nvPr/>
                </p:nvSpPr>
                <p:spPr>
                  <a:xfrm>
                    <a:off x="4130280" y="4786200"/>
                    <a:ext cx="511920" cy="129960"/>
                  </a:xfrm>
                  <a:custGeom>
                    <a:avLst/>
                    <a:gdLst/>
                    <a:ahLst/>
                    <a:cxnLst/>
                    <a:rect l="l" t="t" r="r" b="b"/>
                    <a:pathLst>
                      <a:path w="310" h="60">
                        <a:moveTo>
                          <a:pt x="0" y="60"/>
                        </a:moveTo>
                        <a:lnTo>
                          <a:pt x="96" y="60"/>
                        </a:lnTo>
                        <a:lnTo>
                          <a:pt x="192" y="0"/>
                        </a:lnTo>
                        <a:lnTo>
                          <a:pt x="31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2664" name="CustomShape 54"/>
                  <p:cNvSpPr/>
                  <p:nvPr/>
                </p:nvSpPr>
                <p:spPr>
                  <a:xfrm>
                    <a:off x="4153320" y="4786200"/>
                    <a:ext cx="465480" cy="129960"/>
                  </a:xfrm>
                  <a:custGeom>
                    <a:avLst/>
                    <a:gdLst/>
                    <a:ahLst/>
                    <a:cxnLst/>
                    <a:rect l="l" t="t" r="r" b="b"/>
                    <a:pathLst>
                      <a:path w="282" h="60">
                        <a:moveTo>
                          <a:pt x="0" y="0"/>
                        </a:moveTo>
                        <a:lnTo>
                          <a:pt x="96" y="0"/>
                        </a:lnTo>
                        <a:lnTo>
                          <a:pt x="192" y="60"/>
                        </a:lnTo>
                        <a:lnTo>
                          <a:pt x="282" y="60"/>
                        </a:lnTo>
                      </a:path>
                    </a:pathLst>
                  </a:custGeom>
                  <a:noFill/>
                  <a:ln w="12600">
                    <a:solidFill>
                      <a:schemeClr val="tx1"/>
                    </a:solidFill>
                    <a:round/>
                  </a:ln>
                </p:spPr>
                <p:style>
                  <a:lnRef idx="0">
                    <a:scrgbClr r="0" g="0" b="0"/>
                  </a:lnRef>
                  <a:fillRef idx="0">
                    <a:scrgbClr r="0" g="0" b="0"/>
                  </a:fillRef>
                  <a:effectRef idx="0">
                    <a:scrgbClr r="0" g="0" b="0"/>
                  </a:effectRef>
                  <a:fontRef idx="minor"/>
                </p:style>
              </p:sp>
            </p:grpSp>
            <p:sp>
              <p:nvSpPr>
                <p:cNvPr id="2665" name="Line 55"/>
                <p:cNvSpPr/>
                <p:nvPr/>
              </p:nvSpPr>
              <p:spPr>
                <a:xfrm>
                  <a:off x="3951720" y="4844160"/>
                  <a:ext cx="0" cy="1886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66" name="Line 56"/>
                <p:cNvSpPr/>
                <p:nvPr/>
              </p:nvSpPr>
              <p:spPr>
                <a:xfrm>
                  <a:off x="4853880" y="4853160"/>
                  <a:ext cx="0" cy="1843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667" name="CustomShape 57"/>
              <p:cNvSpPr/>
              <p:nvPr/>
            </p:nvSpPr>
            <p:spPr>
              <a:xfrm rot="16200000">
                <a:off x="3788640" y="4838040"/>
                <a:ext cx="13788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668" name="Group 58"/>
            <p:cNvGrpSpPr/>
            <p:nvPr/>
          </p:nvGrpSpPr>
          <p:grpSpPr>
            <a:xfrm>
              <a:off x="1483920" y="5313600"/>
              <a:ext cx="700200" cy="517320"/>
              <a:chOff x="1483920" y="5313600"/>
              <a:chExt cx="700200" cy="517320"/>
            </a:xfrm>
          </p:grpSpPr>
          <p:sp>
            <p:nvSpPr>
              <p:cNvPr id="2669" name="CustomShape 59"/>
              <p:cNvSpPr/>
              <p:nvPr/>
            </p:nvSpPr>
            <p:spPr>
              <a:xfrm rot="16200000">
                <a:off x="2062080" y="554220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670" name="Group 60"/>
              <p:cNvGrpSpPr/>
              <p:nvPr/>
            </p:nvGrpSpPr>
            <p:grpSpPr>
              <a:xfrm>
                <a:off x="1483920" y="5313600"/>
                <a:ext cx="639000" cy="517320"/>
                <a:chOff x="1483920" y="5313600"/>
                <a:chExt cx="639000" cy="517320"/>
              </a:xfrm>
            </p:grpSpPr>
            <p:pic>
              <p:nvPicPr>
                <p:cNvPr id="2671" name="Picture 50" descr="desktop_computer_stylized_medium"/>
                <p:cNvPicPr/>
                <p:nvPr/>
              </p:nvPicPr>
              <p:blipFill>
                <a:blip r:embed="rId4"/>
                <a:stretch/>
              </p:blipFill>
              <p:spPr>
                <a:xfrm flipH="1">
                  <a:off x="1483920" y="5313600"/>
                  <a:ext cx="639000" cy="517320"/>
                </a:xfrm>
                <a:prstGeom prst="rect">
                  <a:avLst/>
                </a:prstGeom>
                <a:ln>
                  <a:noFill/>
                </a:ln>
              </p:spPr>
            </p:pic>
            <p:sp>
              <p:nvSpPr>
                <p:cNvPr id="2672" name="CustomShape 61"/>
                <p:cNvSpPr/>
                <p:nvPr/>
              </p:nvSpPr>
              <p:spPr>
                <a:xfrm flipH="1">
                  <a:off x="1755000" y="5363280"/>
                  <a:ext cx="31068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sp>
        <p:nvSpPr>
          <p:cNvPr id="2673" name="CustomShape 62"/>
          <p:cNvSpPr/>
          <p:nvPr/>
        </p:nvSpPr>
        <p:spPr>
          <a:xfrm>
            <a:off x="5710320" y="3144960"/>
            <a:ext cx="313920" cy="791640"/>
          </a:xfrm>
          <a:prstGeom prst="downArrow">
            <a:avLst>
              <a:gd name="adj1" fmla="val 50000"/>
              <a:gd name="adj2" fmla="val 63005"/>
            </a:avLst>
          </a:prstGeom>
          <a:gradFill rotWithShape="0">
            <a:gsLst>
              <a:gs pos="0">
                <a:srgbClr val="FFFFFF"/>
              </a:gs>
              <a:gs pos="100000">
                <a:srgbClr val="FF0000"/>
              </a:gs>
            </a:gsLst>
            <a:lin ang="5400000"/>
          </a:gradFill>
          <a:ln w="9360">
            <a:solidFill>
              <a:schemeClr val="bg1"/>
            </a:solidFill>
            <a:miter/>
          </a:ln>
        </p:spPr>
        <p:style>
          <a:lnRef idx="0">
            <a:scrgbClr r="0" g="0" b="0"/>
          </a:lnRef>
          <a:fillRef idx="0">
            <a:scrgbClr r="0" g="0" b="0"/>
          </a:fillRef>
          <a:effectRef idx="0">
            <a:scrgbClr r="0" g="0" b="0"/>
          </a:effectRef>
          <a:fontRef idx="minor"/>
        </p:style>
      </p:sp>
      <p:grpSp>
        <p:nvGrpSpPr>
          <p:cNvPr id="2674" name="Group 63"/>
          <p:cNvGrpSpPr/>
          <p:nvPr/>
        </p:nvGrpSpPr>
        <p:grpSpPr>
          <a:xfrm>
            <a:off x="5212440" y="2701800"/>
            <a:ext cx="2019240" cy="760320"/>
            <a:chOff x="5212440" y="2701800"/>
            <a:chExt cx="2019240" cy="760320"/>
          </a:xfrm>
        </p:grpSpPr>
        <p:grpSp>
          <p:nvGrpSpPr>
            <p:cNvPr id="2675" name="Group 64"/>
            <p:cNvGrpSpPr/>
            <p:nvPr/>
          </p:nvGrpSpPr>
          <p:grpSpPr>
            <a:xfrm>
              <a:off x="5270400" y="3217680"/>
              <a:ext cx="1096560" cy="244440"/>
              <a:chOff x="5270400" y="3217680"/>
              <a:chExt cx="1096560" cy="244440"/>
            </a:xfrm>
          </p:grpSpPr>
          <p:sp>
            <p:nvSpPr>
              <p:cNvPr id="2676" name="CustomShape 65"/>
              <p:cNvSpPr/>
              <p:nvPr/>
            </p:nvSpPr>
            <p:spPr>
              <a:xfrm>
                <a:off x="5270400" y="321948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677" name="Line 66"/>
              <p:cNvSpPr/>
              <p:nvPr/>
            </p:nvSpPr>
            <p:spPr>
              <a:xfrm>
                <a:off x="5438520" y="321768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678" name="Line 67"/>
              <p:cNvSpPr/>
              <p:nvPr/>
            </p:nvSpPr>
            <p:spPr>
              <a:xfrm>
                <a:off x="5581440" y="322092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679" name="CustomShape 68"/>
            <p:cNvSpPr/>
            <p:nvPr/>
          </p:nvSpPr>
          <p:spPr>
            <a:xfrm>
              <a:off x="5212440" y="2701800"/>
              <a:ext cx="201924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IP src: 111.111.111.111</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IP dest: 222.222.222.222</a:t>
              </a:r>
              <a:endParaRPr lang="nl-NL" sz="1200" b="0" strike="noStrike" spc="-1">
                <a:latin typeface="Calibri"/>
              </a:endParaRPr>
            </a:p>
          </p:txBody>
        </p:sp>
      </p:grpSp>
      <p:grpSp>
        <p:nvGrpSpPr>
          <p:cNvPr id="2680" name="Group 69"/>
          <p:cNvGrpSpPr/>
          <p:nvPr/>
        </p:nvGrpSpPr>
        <p:grpSpPr>
          <a:xfrm>
            <a:off x="5340240" y="2952720"/>
            <a:ext cx="146160" cy="385560"/>
            <a:chOff x="5340240" y="2952720"/>
            <a:chExt cx="146160" cy="385560"/>
          </a:xfrm>
        </p:grpSpPr>
        <p:sp>
          <p:nvSpPr>
            <p:cNvPr id="2681" name="Line 70"/>
            <p:cNvSpPr/>
            <p:nvPr/>
          </p:nvSpPr>
          <p:spPr>
            <a:xfrm>
              <a:off x="5340240" y="2952720"/>
              <a:ext cx="0" cy="3855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82" name="Line 71"/>
            <p:cNvSpPr/>
            <p:nvPr/>
          </p:nvSpPr>
          <p:spPr>
            <a:xfrm>
              <a:off x="5486400" y="3136680"/>
              <a:ext cx="0" cy="2001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sp>
        <p:nvSpPr>
          <p:cNvPr id="2683" name="CustomShape 72"/>
          <p:cNvSpPr/>
          <p:nvPr/>
        </p:nvSpPr>
        <p:spPr>
          <a:xfrm>
            <a:off x="706320" y="1084320"/>
            <a:ext cx="7772040" cy="55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R forwards datagram with IP source A, destination B </a:t>
            </a:r>
            <a:endParaRPr lang="nl-NL" sz="2000" b="0" strike="noStrike" spc="-1">
              <a:latin typeface="Calibri"/>
            </a:endParaRPr>
          </a:p>
        </p:txBody>
      </p:sp>
      <p:sp>
        <p:nvSpPr>
          <p:cNvPr id="2684" name="CustomShape 73"/>
          <p:cNvSpPr/>
          <p:nvPr/>
        </p:nvSpPr>
        <p:spPr>
          <a:xfrm>
            <a:off x="719280" y="1441440"/>
            <a:ext cx="7772040" cy="72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R creates link-layer frame with B's MAC address as dest, frame contains A-to-B IP datagram</a:t>
            </a:r>
            <a:endParaRPr lang="nl-NL" sz="2000" b="0" strike="noStrike" spc="-1">
              <a:latin typeface="Calibri"/>
            </a:endParaRPr>
          </a:p>
        </p:txBody>
      </p:sp>
      <p:grpSp>
        <p:nvGrpSpPr>
          <p:cNvPr id="2685" name="Group 74"/>
          <p:cNvGrpSpPr/>
          <p:nvPr/>
        </p:nvGrpSpPr>
        <p:grpSpPr>
          <a:xfrm>
            <a:off x="4788720" y="2293920"/>
            <a:ext cx="2403360" cy="1519200"/>
            <a:chOff x="4788720" y="2293920"/>
            <a:chExt cx="2403360" cy="1519200"/>
          </a:xfrm>
        </p:grpSpPr>
        <p:sp>
          <p:nvSpPr>
            <p:cNvPr id="2686" name="CustomShape 75"/>
            <p:cNvSpPr/>
            <p:nvPr/>
          </p:nvSpPr>
          <p:spPr>
            <a:xfrm>
              <a:off x="4788720" y="2293920"/>
              <a:ext cx="2403360" cy="637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MAC src: </a:t>
              </a:r>
              <a:r>
                <a:rPr lang="en-US" sz="1200" b="0" strike="noStrike" spc="-1">
                  <a:solidFill>
                    <a:srgbClr val="FF0000"/>
                  </a:solidFill>
                  <a:latin typeface="Arial"/>
                  <a:ea typeface="ＭＳ Ｐゴシック"/>
                </a:rPr>
                <a:t>1A-23-F9-CD-06-9B</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MAC dest: </a:t>
              </a:r>
              <a:r>
                <a:rPr lang="en-US" sz="1200" b="0" strike="noStrike" spc="-1">
                  <a:solidFill>
                    <a:srgbClr val="FF0000"/>
                  </a:solidFill>
                  <a:latin typeface="Arial"/>
                  <a:ea typeface="ＭＳ Ｐゴシック"/>
                </a:rPr>
                <a:t>49-BD-D2-C7-56-2A</a:t>
              </a:r>
              <a:endParaRPr lang="nl-NL" sz="1200" b="0" strike="noStrike" spc="-1">
                <a:latin typeface="Calibri"/>
              </a:endParaRPr>
            </a:p>
            <a:p>
              <a:pPr>
                <a:lnSpc>
                  <a:spcPct val="100000"/>
                </a:lnSpc>
              </a:pPr>
              <a:endParaRPr lang="nl-NL" sz="1200" b="0" strike="noStrike" spc="-1">
                <a:latin typeface="Calibri"/>
              </a:endParaRPr>
            </a:p>
          </p:txBody>
        </p:sp>
        <p:grpSp>
          <p:nvGrpSpPr>
            <p:cNvPr id="2687" name="Group 76"/>
            <p:cNvGrpSpPr/>
            <p:nvPr/>
          </p:nvGrpSpPr>
          <p:grpSpPr>
            <a:xfrm>
              <a:off x="4870440" y="3512880"/>
              <a:ext cx="1665000" cy="300240"/>
              <a:chOff x="4870440" y="3512880"/>
              <a:chExt cx="1665000" cy="300240"/>
            </a:xfrm>
          </p:grpSpPr>
          <p:sp>
            <p:nvSpPr>
              <p:cNvPr id="2688" name="CustomShape 77"/>
              <p:cNvSpPr/>
              <p:nvPr/>
            </p:nvSpPr>
            <p:spPr>
              <a:xfrm>
                <a:off x="4870440" y="3516480"/>
                <a:ext cx="1665000" cy="293400"/>
              </a:xfrm>
              <a:prstGeom prst="rect">
                <a:avLst/>
              </a:prstGeom>
              <a:solidFill>
                <a:srgbClr val="000099"/>
              </a:solidFill>
              <a:ln w="9360">
                <a:solidFill>
                  <a:schemeClr val="tx1"/>
                </a:solidFill>
                <a:miter/>
              </a:ln>
            </p:spPr>
            <p:style>
              <a:lnRef idx="0">
                <a:scrgbClr r="0" g="0" b="0"/>
              </a:lnRef>
              <a:fillRef idx="0">
                <a:scrgbClr r="0" g="0" b="0"/>
              </a:fillRef>
              <a:effectRef idx="0">
                <a:scrgbClr r="0" g="0" b="0"/>
              </a:effectRef>
              <a:fontRef idx="minor"/>
            </p:style>
          </p:sp>
          <p:sp>
            <p:nvSpPr>
              <p:cNvPr id="2689" name="CustomShape 78"/>
              <p:cNvSpPr/>
              <p:nvPr/>
            </p:nvSpPr>
            <p:spPr>
              <a:xfrm>
                <a:off x="5265720" y="354492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690" name="Line 79"/>
              <p:cNvSpPr/>
              <p:nvPr/>
            </p:nvSpPr>
            <p:spPr>
              <a:xfrm>
                <a:off x="5427360" y="354960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691" name="Line 80"/>
              <p:cNvSpPr/>
              <p:nvPr/>
            </p:nvSpPr>
            <p:spPr>
              <a:xfrm>
                <a:off x="5580000" y="354960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692" name="Line 81"/>
              <p:cNvSpPr/>
              <p:nvPr/>
            </p:nvSpPr>
            <p:spPr>
              <a:xfrm>
                <a:off x="4998960" y="3512880"/>
                <a:ext cx="0" cy="30024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693" name="Line 82"/>
              <p:cNvSpPr/>
              <p:nvPr/>
            </p:nvSpPr>
            <p:spPr>
              <a:xfrm>
                <a:off x="5151240" y="3512880"/>
                <a:ext cx="0" cy="30024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694" name="Line 83"/>
            <p:cNvSpPr/>
            <p:nvPr/>
          </p:nvSpPr>
          <p:spPr>
            <a:xfrm flipV="1">
              <a:off x="4929120" y="2550960"/>
              <a:ext cx="3240" cy="11145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695" name="Line 84"/>
            <p:cNvSpPr/>
            <p:nvPr/>
          </p:nvSpPr>
          <p:spPr>
            <a:xfrm flipV="1">
              <a:off x="5068800" y="2716200"/>
              <a:ext cx="0" cy="9493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696" name="Line 85"/>
            <p:cNvSpPr/>
            <p:nvPr/>
          </p:nvSpPr>
          <p:spPr>
            <a:xfrm flipH="1" flipV="1">
              <a:off x="5338440" y="2925720"/>
              <a:ext cx="3240" cy="7459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697" name="Line 86"/>
            <p:cNvSpPr/>
            <p:nvPr/>
          </p:nvSpPr>
          <p:spPr>
            <a:xfrm>
              <a:off x="5484600" y="3103560"/>
              <a:ext cx="3240" cy="5680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grpSp>
        <p:nvGrpSpPr>
          <p:cNvPr id="2698" name="Group 87"/>
          <p:cNvGrpSpPr/>
          <p:nvPr/>
        </p:nvGrpSpPr>
        <p:grpSpPr>
          <a:xfrm>
            <a:off x="3952800" y="2766960"/>
            <a:ext cx="894960" cy="2037960"/>
            <a:chOff x="3952800" y="2766960"/>
            <a:chExt cx="894960" cy="2037960"/>
          </a:xfrm>
        </p:grpSpPr>
        <p:sp>
          <p:nvSpPr>
            <p:cNvPr id="2699" name="CustomShape 88"/>
            <p:cNvSpPr/>
            <p:nvPr/>
          </p:nvSpPr>
          <p:spPr>
            <a:xfrm>
              <a:off x="3952800" y="3909960"/>
              <a:ext cx="894960" cy="894960"/>
            </a:xfrm>
            <a:custGeom>
              <a:avLst/>
              <a:gdLst/>
              <a:ahLst/>
              <a:cxnLst/>
              <a:rect l="l" t="t" r="r" b="b"/>
              <a:pathLst>
                <a:path w="564" h="564">
                  <a:moveTo>
                    <a:pt x="564" y="0"/>
                  </a:moveTo>
                  <a:lnTo>
                    <a:pt x="287" y="564"/>
                  </a:lnTo>
                  <a:lnTo>
                    <a:pt x="0" y="0"/>
                  </a:lnTo>
                  <a:lnTo>
                    <a:pt x="564" y="0"/>
                  </a:lnTo>
                  <a:close/>
                </a:path>
              </a:pathLst>
            </a:custGeom>
            <a:gradFill rotWithShape="0">
              <a:gsLst>
                <a:gs pos="0">
                  <a:srgbClr val="FFFFFF"/>
                </a:gs>
                <a:gs pos="100000">
                  <a:srgbClr val="FF0000"/>
                </a:gs>
              </a:gsLst>
              <a:lin ang="5400000"/>
            </a:gradFill>
            <a:ln>
              <a:noFill/>
            </a:ln>
          </p:spPr>
          <p:style>
            <a:lnRef idx="0">
              <a:scrgbClr r="0" g="0" b="0"/>
            </a:lnRef>
            <a:fillRef idx="0">
              <a:scrgbClr r="0" g="0" b="0"/>
            </a:fillRef>
            <a:effectRef idx="0">
              <a:scrgbClr r="0" g="0" b="0"/>
            </a:effectRef>
            <a:fontRef idx="minor"/>
          </p:style>
        </p:sp>
        <p:sp>
          <p:nvSpPr>
            <p:cNvPr id="2700" name="CustomShape 89"/>
            <p:cNvSpPr/>
            <p:nvPr/>
          </p:nvSpPr>
          <p:spPr>
            <a:xfrm>
              <a:off x="4030560" y="3294000"/>
              <a:ext cx="782280" cy="7567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701" name="CustomShape 90"/>
            <p:cNvSpPr/>
            <p:nvPr/>
          </p:nvSpPr>
          <p:spPr>
            <a:xfrm>
              <a:off x="4140360" y="2766960"/>
              <a:ext cx="533160" cy="130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702" name="Line 91"/>
            <p:cNvSpPr/>
            <p:nvPr/>
          </p:nvSpPr>
          <p:spPr>
            <a:xfrm>
              <a:off x="4024080" y="355104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03" name="Line 92"/>
            <p:cNvSpPr/>
            <p:nvPr/>
          </p:nvSpPr>
          <p:spPr>
            <a:xfrm>
              <a:off x="4019400" y="38034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704" name="Group 93"/>
          <p:cNvGrpSpPr/>
          <p:nvPr/>
        </p:nvGrpSpPr>
        <p:grpSpPr>
          <a:xfrm>
            <a:off x="8061480" y="2478240"/>
            <a:ext cx="928440" cy="1953720"/>
            <a:chOff x="8061480" y="2478240"/>
            <a:chExt cx="928440" cy="1953720"/>
          </a:xfrm>
        </p:grpSpPr>
        <p:sp>
          <p:nvSpPr>
            <p:cNvPr id="2705" name="CustomShape 94"/>
            <p:cNvSpPr/>
            <p:nvPr/>
          </p:nvSpPr>
          <p:spPr>
            <a:xfrm>
              <a:off x="8061480" y="2532240"/>
              <a:ext cx="923400" cy="1899720"/>
            </a:xfrm>
            <a:custGeom>
              <a:avLst/>
              <a:gdLst/>
              <a:ahLst/>
              <a:cxnLst/>
              <a:rect l="l" t="t" r="r" b="b"/>
              <a:pathLst>
                <a:path w="582" h="1197">
                  <a:moveTo>
                    <a:pt x="582" y="781"/>
                  </a:moveTo>
                  <a:lnTo>
                    <a:pt x="0" y="1197"/>
                  </a:lnTo>
                  <a:lnTo>
                    <a:pt x="83" y="0"/>
                  </a:lnTo>
                  <a:lnTo>
                    <a:pt x="582" y="781"/>
                  </a:lnTo>
                  <a:close/>
                </a:path>
              </a:pathLst>
            </a:custGeom>
            <a:gradFill rotWithShape="0">
              <a:gsLst>
                <a:gs pos="0">
                  <a:srgbClr val="FFFFFF"/>
                </a:gs>
                <a:gs pos="100000">
                  <a:srgbClr val="FF0000"/>
                </a:gs>
              </a:gsLst>
              <a:lin ang="2700000"/>
            </a:gradFill>
            <a:ln>
              <a:noFill/>
            </a:ln>
          </p:spPr>
          <p:style>
            <a:lnRef idx="0">
              <a:scrgbClr r="0" g="0" b="0"/>
            </a:lnRef>
            <a:fillRef idx="0">
              <a:scrgbClr r="0" g="0" b="0"/>
            </a:fillRef>
            <a:effectRef idx="0">
              <a:scrgbClr r="0" g="0" b="0"/>
            </a:effectRef>
            <a:fontRef idx="minor"/>
          </p:style>
        </p:sp>
        <p:sp>
          <p:nvSpPr>
            <p:cNvPr id="2706" name="CustomShape 95"/>
            <p:cNvSpPr/>
            <p:nvPr/>
          </p:nvSpPr>
          <p:spPr>
            <a:xfrm>
              <a:off x="8201160" y="2508120"/>
              <a:ext cx="782280" cy="12538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707" name="CustomShape 96"/>
            <p:cNvSpPr/>
            <p:nvPr/>
          </p:nvSpPr>
          <p:spPr>
            <a:xfrm>
              <a:off x="8320680" y="2478240"/>
              <a:ext cx="531720" cy="1307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708" name="Line 97"/>
            <p:cNvSpPr/>
            <p:nvPr/>
          </p:nvSpPr>
          <p:spPr>
            <a:xfrm>
              <a:off x="8213400" y="325260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09" name="Line 98"/>
            <p:cNvSpPr/>
            <p:nvPr/>
          </p:nvSpPr>
          <p:spPr>
            <a:xfrm>
              <a:off x="8208720" y="350496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10" name="Line 99"/>
            <p:cNvSpPr/>
            <p:nvPr/>
          </p:nvSpPr>
          <p:spPr>
            <a:xfrm>
              <a:off x="8204040" y="375732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11" name="Line 100"/>
            <p:cNvSpPr/>
            <p:nvPr/>
          </p:nvSpPr>
          <p:spPr>
            <a:xfrm>
              <a:off x="8188200" y="29826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712" name="TextShape 101"/>
          <p:cNvSpPr txBox="1"/>
          <p:nvPr/>
        </p:nvSpPr>
        <p:spPr>
          <a:xfrm>
            <a:off x="2365200" y="-38160"/>
            <a:ext cx="612576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Addressing: routing to another LAN</a:t>
            </a:r>
            <a:endParaRPr lang="nl-NL" sz="2800" b="0" strike="noStrike" spc="-1">
              <a:solidFill>
                <a:srgbClr val="000000"/>
              </a:solidFill>
              <a:latin typeface="Arial"/>
            </a:endParaRPr>
          </a:p>
        </p:txBody>
      </p:sp>
      <p:pic>
        <p:nvPicPr>
          <p:cNvPr id="2713" name="Picture 15" descr="underline_base"/>
          <p:cNvPicPr/>
          <p:nvPr/>
        </p:nvPicPr>
        <p:blipFill>
          <a:blip r:embed="rId5"/>
          <a:stretch/>
        </p:blipFill>
        <p:spPr>
          <a:xfrm>
            <a:off x="2365200" y="763560"/>
            <a:ext cx="5944680" cy="172800"/>
          </a:xfrm>
          <a:prstGeom prst="rect">
            <a:avLst/>
          </a:prstGeom>
          <a:ln>
            <a:noFill/>
          </a:ln>
        </p:spPr>
      </p:pic>
      <p:sp>
        <p:nvSpPr>
          <p:cNvPr id="2714" name="CustomShape 102"/>
          <p:cNvSpPr/>
          <p:nvPr/>
        </p:nvSpPr>
        <p:spPr>
          <a:xfrm>
            <a:off x="719280" y="65786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14</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 presetClass="entr" fill="hold" nodeType="withEffect">
                                  <p:stCondLst>
                                    <p:cond delay="0"/>
                                  </p:stCondLst>
                                  <p:childTnLst>
                                    <p:set>
                                      <p:cBhvr>
                                        <p:cTn id="6" dur="1" fill="hold">
                                          <p:stCondLst>
                                            <p:cond delay="0"/>
                                          </p:stCondLst>
                                        </p:cTn>
                                        <p:tgtEl>
                                          <p:spTgt spid="2683"/>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22" presetClass="entr" presetSubtype="1" fill="hold" nodeType="clickEffect">
                                  <p:stCondLst>
                                    <p:cond delay="0"/>
                                  </p:stCondLst>
                                  <p:childTnLst>
                                    <p:set>
                                      <p:cBhvr>
                                        <p:cTn id="10" dur="1" fill="hold">
                                          <p:stCondLst>
                                            <p:cond delay="0"/>
                                          </p:stCondLst>
                                        </p:cTn>
                                        <p:tgtEl>
                                          <p:spTgt spid="2673"/>
                                        </p:tgtEl>
                                        <p:attrNameLst>
                                          <p:attrName>style.visibility</p:attrName>
                                        </p:attrNameLst>
                                      </p:cBhvr>
                                      <p:to>
                                        <p:strVal val="visible"/>
                                      </p:to>
                                    </p:set>
                                    <p:animEffect transition="in" filter="wipe(up)">
                                      <p:cBhvr additive="repl">
                                        <p:cTn id="11" dur="1000"/>
                                        <p:tgtEl>
                                          <p:spTgt spid="2673"/>
                                        </p:tgtEl>
                                      </p:cBhvr>
                                    </p:animEffect>
                                  </p:childTnLst>
                                </p:cTn>
                              </p:par>
                            </p:childTnLst>
                          </p:cTn>
                        </p:par>
                        <p:par>
                          <p:cTn id="12" fill="hold" nodeType="afterEffect">
                            <p:stCondLst>
                              <p:cond delay="1000"/>
                            </p:stCondLst>
                            <p:childTnLst>
                              <p:par>
                                <p:cTn id="13" presetID="1" presetClass="entr" fill="hold" nodeType="afterEffect">
                                  <p:stCondLst>
                                    <p:cond delay="0"/>
                                  </p:stCondLst>
                                  <p:childTnLst>
                                    <p:set>
                                      <p:cBhvr>
                                        <p:cTn id="14" dur="1" fill="hold">
                                          <p:stCondLst>
                                            <p:cond delay="0"/>
                                          </p:stCondLst>
                                        </p:cTn>
                                        <p:tgtEl>
                                          <p:spTgt spid="2684"/>
                                        </p:tgtEl>
                                        <p:attrNameLst>
                                          <p:attrName>style.visibility</p:attrName>
                                        </p:attrNameLst>
                                      </p:cBhvr>
                                      <p:to>
                                        <p:strVal val="visible"/>
                                      </p:to>
                                    </p:set>
                                  </p:childTnLst>
                                </p:cTn>
                              </p:par>
                              <p:par>
                                <p:cTn id="15" presetID="9" presetClass="exit" fill="hold" nodeType="withEffect">
                                  <p:stCondLst>
                                    <p:cond delay="0"/>
                                  </p:stCondLst>
                                  <p:childTnLst>
                                    <p:animEffect transition="out" filter="dissolve">
                                      <p:cBhvr additive="repl">
                                        <p:cTn id="16" dur="500"/>
                                        <p:tgtEl>
                                          <p:spTgt spid="2680"/>
                                        </p:tgtEl>
                                      </p:cBhvr>
                                    </p:animEffect>
                                    <p:set>
                                      <p:cBhvr>
                                        <p:cTn id="17" dur="1" fill="hold">
                                          <p:stCondLst>
                                            <p:cond delay="499"/>
                                          </p:stCondLst>
                                        </p:cTn>
                                        <p:tgtEl>
                                          <p:spTgt spid="2680"/>
                                        </p:tgtEl>
                                        <p:attrNameLst>
                                          <p:attrName>style.visibility</p:attrName>
                                        </p:attrNameLst>
                                      </p:cBhvr>
                                      <p:to>
                                        <p:strVal val="hidden"/>
                                      </p:to>
                                    </p:set>
                                  </p:childTnLst>
                                </p:cTn>
                              </p:par>
                              <p:par>
                                <p:cTn id="18" presetID="9" presetClass="entr" fill="hold" nodeType="withEffect">
                                  <p:stCondLst>
                                    <p:cond delay="0"/>
                                  </p:stCondLst>
                                  <p:childTnLst>
                                    <p:set>
                                      <p:cBhvr>
                                        <p:cTn id="19" dur="1" fill="hold">
                                          <p:stCondLst>
                                            <p:cond delay="0"/>
                                          </p:stCondLst>
                                        </p:cTn>
                                        <p:tgtEl>
                                          <p:spTgt spid="2685"/>
                                        </p:tgtEl>
                                        <p:attrNameLst>
                                          <p:attrName>style.visibility</p:attrName>
                                        </p:attrNameLst>
                                      </p:cBhvr>
                                      <p:to>
                                        <p:strVal val="visible"/>
                                      </p:to>
                                    </p:set>
                                    <p:animEffect transition="in" filter="dissolve">
                                      <p:cBhvr additive="repl">
                                        <p:cTn id="20" dur="500"/>
                                        <p:tgtEl>
                                          <p:spTgt spid="2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5"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08AB3249-85AD-4CFA-BAD6-6615127456AB}" type="slidenum">
              <a:rPr lang="nl-NL" sz="1000" b="0" strike="noStrike" spc="-1">
                <a:solidFill>
                  <a:srgbClr val="FFFFFF"/>
                </a:solidFill>
                <a:latin typeface="Arial"/>
                <a:ea typeface="ＭＳ Ｐゴシック"/>
              </a:rPr>
              <a:t>43</a:t>
            </a:fld>
            <a:endParaRPr lang="nl-NL" sz="1000" b="0" strike="noStrike" spc="-1">
              <a:latin typeface="Calibri"/>
            </a:endParaRPr>
          </a:p>
        </p:txBody>
      </p:sp>
      <p:grpSp>
        <p:nvGrpSpPr>
          <p:cNvPr id="2716" name="Group 2"/>
          <p:cNvGrpSpPr/>
          <p:nvPr/>
        </p:nvGrpSpPr>
        <p:grpSpPr>
          <a:xfrm>
            <a:off x="729000" y="3962520"/>
            <a:ext cx="8203680" cy="2347560"/>
            <a:chOff x="729000" y="3962520"/>
            <a:chExt cx="8203680" cy="2347560"/>
          </a:xfrm>
        </p:grpSpPr>
        <p:grpSp>
          <p:nvGrpSpPr>
            <p:cNvPr id="2717" name="Group 3"/>
            <p:cNvGrpSpPr/>
            <p:nvPr/>
          </p:nvGrpSpPr>
          <p:grpSpPr>
            <a:xfrm>
              <a:off x="6980040" y="5354280"/>
              <a:ext cx="711000" cy="600840"/>
              <a:chOff x="6980040" y="5354280"/>
              <a:chExt cx="711000" cy="600840"/>
            </a:xfrm>
          </p:grpSpPr>
          <p:grpSp>
            <p:nvGrpSpPr>
              <p:cNvPr id="2718" name="Group 4"/>
              <p:cNvGrpSpPr/>
              <p:nvPr/>
            </p:nvGrpSpPr>
            <p:grpSpPr>
              <a:xfrm>
                <a:off x="6980040" y="5354280"/>
                <a:ext cx="711000" cy="600840"/>
                <a:chOff x="6980040" y="5354280"/>
                <a:chExt cx="711000" cy="600840"/>
              </a:xfrm>
            </p:grpSpPr>
            <p:pic>
              <p:nvPicPr>
                <p:cNvPr id="2719" name="Picture 45" descr="desktop_computer_stylized_medium"/>
                <p:cNvPicPr/>
                <p:nvPr/>
              </p:nvPicPr>
              <p:blipFill>
                <a:blip r:embed="rId3"/>
                <a:stretch/>
              </p:blipFill>
              <p:spPr>
                <a:xfrm flipH="1">
                  <a:off x="6980040" y="5354280"/>
                  <a:ext cx="711000" cy="600840"/>
                </a:xfrm>
                <a:prstGeom prst="rect">
                  <a:avLst/>
                </a:prstGeom>
                <a:ln>
                  <a:noFill/>
                </a:ln>
              </p:spPr>
            </p:pic>
            <p:sp>
              <p:nvSpPr>
                <p:cNvPr id="2720" name="CustomShape 5"/>
                <p:cNvSpPr/>
                <p:nvPr/>
              </p:nvSpPr>
              <p:spPr>
                <a:xfrm flipH="1">
                  <a:off x="7282800" y="5411880"/>
                  <a:ext cx="345600" cy="2750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721" name="CustomShape 6"/>
              <p:cNvSpPr/>
              <p:nvPr/>
            </p:nvSpPr>
            <p:spPr>
              <a:xfrm rot="16200000">
                <a:off x="7163640" y="5547600"/>
                <a:ext cx="8856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722" name="Group 7"/>
            <p:cNvGrpSpPr/>
            <p:nvPr/>
          </p:nvGrpSpPr>
          <p:grpSpPr>
            <a:xfrm>
              <a:off x="1046880" y="3962520"/>
              <a:ext cx="1026000" cy="761040"/>
              <a:chOff x="1046880" y="3962520"/>
              <a:chExt cx="1026000" cy="761040"/>
            </a:xfrm>
          </p:grpSpPr>
          <p:sp>
            <p:nvSpPr>
              <p:cNvPr id="2723" name="CustomShape 8"/>
              <p:cNvSpPr/>
              <p:nvPr/>
            </p:nvSpPr>
            <p:spPr>
              <a:xfrm rot="16200000">
                <a:off x="1893600" y="4300560"/>
                <a:ext cx="110880" cy="247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724" name="Group 9"/>
              <p:cNvGrpSpPr/>
              <p:nvPr/>
            </p:nvGrpSpPr>
            <p:grpSpPr>
              <a:xfrm>
                <a:off x="1046880" y="3962520"/>
                <a:ext cx="935640" cy="761040"/>
                <a:chOff x="1046880" y="3962520"/>
                <a:chExt cx="935640" cy="761040"/>
              </a:xfrm>
            </p:grpSpPr>
            <p:pic>
              <p:nvPicPr>
                <p:cNvPr id="2725" name="Picture 50" descr="desktop_computer_stylized_medium"/>
                <p:cNvPicPr/>
                <p:nvPr/>
              </p:nvPicPr>
              <p:blipFill>
                <a:blip r:embed="rId4"/>
                <a:stretch/>
              </p:blipFill>
              <p:spPr>
                <a:xfrm flipH="1">
                  <a:off x="1046880" y="3962520"/>
                  <a:ext cx="935640" cy="761040"/>
                </a:xfrm>
                <a:prstGeom prst="rect">
                  <a:avLst/>
                </a:prstGeom>
                <a:ln>
                  <a:noFill/>
                </a:ln>
              </p:spPr>
            </p:pic>
            <p:sp>
              <p:nvSpPr>
                <p:cNvPr id="2726" name="CustomShape 10"/>
                <p:cNvSpPr/>
                <p:nvPr/>
              </p:nvSpPr>
              <p:spPr>
                <a:xfrm flipH="1">
                  <a:off x="1444680" y="4035600"/>
                  <a:ext cx="454680" cy="34848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727" name="CustomShape 11"/>
            <p:cNvSpPr/>
            <p:nvPr/>
          </p:nvSpPr>
          <p:spPr>
            <a:xfrm>
              <a:off x="4238640" y="438156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Bef>
                  <a:spcPts val="1199"/>
                </a:spcBef>
              </a:pPr>
              <a:r>
                <a:rPr lang="en-US" sz="2400" b="0" strike="noStrike" spc="-1">
                  <a:solidFill>
                    <a:srgbClr val="FF0000"/>
                  </a:solidFill>
                  <a:latin typeface="Calibri"/>
                </a:rPr>
                <a:t>R</a:t>
              </a:r>
              <a:endParaRPr lang="nl-NL" sz="2400" b="0" strike="noStrike" spc="-1">
                <a:latin typeface="Calibri"/>
              </a:endParaRPr>
            </a:p>
          </p:txBody>
        </p:sp>
        <p:sp>
          <p:nvSpPr>
            <p:cNvPr id="2728" name="CustomShape 12"/>
            <p:cNvSpPr/>
            <p:nvPr/>
          </p:nvSpPr>
          <p:spPr>
            <a:xfrm>
              <a:off x="3867480" y="5378400"/>
              <a:ext cx="15451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1A-23-F9-CD-06-9B</a:t>
              </a:r>
              <a:endParaRPr lang="nl-NL" sz="1200" b="0" strike="noStrike" spc="-1">
                <a:latin typeface="Calibri"/>
              </a:endParaRPr>
            </a:p>
          </p:txBody>
        </p:sp>
        <p:sp>
          <p:nvSpPr>
            <p:cNvPr id="2729" name="CustomShape 13"/>
            <p:cNvSpPr/>
            <p:nvPr/>
          </p:nvSpPr>
          <p:spPr>
            <a:xfrm>
              <a:off x="4011840" y="52052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222.222.222.220</a:t>
              </a:r>
              <a:endParaRPr lang="nl-NL" sz="1200" b="0" strike="noStrike" spc="-1">
                <a:latin typeface="Calibri"/>
              </a:endParaRPr>
            </a:p>
          </p:txBody>
        </p:sp>
        <p:grpSp>
          <p:nvGrpSpPr>
            <p:cNvPr id="2730" name="Group 14"/>
            <p:cNvGrpSpPr/>
            <p:nvPr/>
          </p:nvGrpSpPr>
          <p:grpSpPr>
            <a:xfrm>
              <a:off x="3048840" y="5794200"/>
              <a:ext cx="1539000" cy="447840"/>
              <a:chOff x="3048840" y="5794200"/>
              <a:chExt cx="1539000" cy="447840"/>
            </a:xfrm>
          </p:grpSpPr>
          <p:sp>
            <p:nvSpPr>
              <p:cNvPr id="2731" name="CustomShape 15"/>
              <p:cNvSpPr/>
              <p:nvPr/>
            </p:nvSpPr>
            <p:spPr>
              <a:xfrm>
                <a:off x="3081960" y="579420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111.111.111.110</a:t>
                </a:r>
                <a:endParaRPr lang="nl-NL" sz="1200" b="0" strike="noStrike" spc="-1">
                  <a:latin typeface="Calibri"/>
                </a:endParaRPr>
              </a:p>
            </p:txBody>
          </p:sp>
          <p:sp>
            <p:nvSpPr>
              <p:cNvPr id="2732" name="CustomShape 16"/>
              <p:cNvSpPr/>
              <p:nvPr/>
            </p:nvSpPr>
            <p:spPr>
              <a:xfrm>
                <a:off x="3048840" y="5969160"/>
                <a:ext cx="153900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E6-E9-00-17-BB-4B</a:t>
                </a:r>
                <a:endParaRPr lang="nl-NL" sz="1200" b="0" strike="noStrike" spc="-1">
                  <a:latin typeface="Calibri"/>
                </a:endParaRPr>
              </a:p>
            </p:txBody>
          </p:sp>
        </p:grpSp>
        <p:sp>
          <p:nvSpPr>
            <p:cNvPr id="2733" name="CustomShape 17"/>
            <p:cNvSpPr/>
            <p:nvPr/>
          </p:nvSpPr>
          <p:spPr>
            <a:xfrm>
              <a:off x="952200" y="6037200"/>
              <a:ext cx="16275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CC-49-DE-D0-AB-7D</a:t>
              </a:r>
              <a:endParaRPr lang="nl-NL" sz="1200" b="0" strike="noStrike" spc="-1">
                <a:latin typeface="Calibri"/>
              </a:endParaRPr>
            </a:p>
          </p:txBody>
        </p:sp>
        <p:sp>
          <p:nvSpPr>
            <p:cNvPr id="2734" name="CustomShape 18"/>
            <p:cNvSpPr/>
            <p:nvPr/>
          </p:nvSpPr>
          <p:spPr>
            <a:xfrm>
              <a:off x="979920" y="585468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111.111.111.112</a:t>
              </a:r>
              <a:endParaRPr lang="nl-NL" sz="1200" b="0" strike="noStrike" spc="-1">
                <a:latin typeface="Calibri"/>
              </a:endParaRPr>
            </a:p>
          </p:txBody>
        </p:sp>
        <p:sp>
          <p:nvSpPr>
            <p:cNvPr id="2735" name="CustomShape 19"/>
            <p:cNvSpPr/>
            <p:nvPr/>
          </p:nvSpPr>
          <p:spPr>
            <a:xfrm>
              <a:off x="752760" y="4741920"/>
              <a:ext cx="12355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111.111.111.111</a:t>
              </a:r>
              <a:endParaRPr lang="nl-NL" sz="1200" b="0" strike="noStrike" spc="-1">
                <a:latin typeface="Calibri"/>
              </a:endParaRPr>
            </a:p>
          </p:txBody>
        </p:sp>
        <p:sp>
          <p:nvSpPr>
            <p:cNvPr id="2736" name="CustomShape 20"/>
            <p:cNvSpPr/>
            <p:nvPr/>
          </p:nvSpPr>
          <p:spPr>
            <a:xfrm>
              <a:off x="729000" y="4927680"/>
              <a:ext cx="151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74-29-9C-E8-FF-55</a:t>
              </a:r>
              <a:endParaRPr lang="nl-NL" sz="1200" b="0" strike="noStrike" spc="-1">
                <a:latin typeface="Calibri"/>
              </a:endParaRPr>
            </a:p>
          </p:txBody>
        </p:sp>
        <p:sp>
          <p:nvSpPr>
            <p:cNvPr id="2737" name="CustomShape 21"/>
            <p:cNvSpPr/>
            <p:nvPr/>
          </p:nvSpPr>
          <p:spPr>
            <a:xfrm>
              <a:off x="2365200" y="4437000"/>
              <a:ext cx="839520" cy="106956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738" name="Line 22"/>
            <p:cNvSpPr/>
            <p:nvPr/>
          </p:nvSpPr>
          <p:spPr>
            <a:xfrm>
              <a:off x="2062080" y="4416120"/>
              <a:ext cx="438120" cy="230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39" name="Line 23"/>
            <p:cNvSpPr/>
            <p:nvPr/>
          </p:nvSpPr>
          <p:spPr>
            <a:xfrm flipV="1">
              <a:off x="2185920" y="5360760"/>
              <a:ext cx="231840" cy="2556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40" name="Line 24"/>
            <p:cNvSpPr/>
            <p:nvPr/>
          </p:nvSpPr>
          <p:spPr>
            <a:xfrm>
              <a:off x="3184200" y="4954320"/>
              <a:ext cx="584280" cy="9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41" name="Line 25"/>
            <p:cNvSpPr/>
            <p:nvPr/>
          </p:nvSpPr>
          <p:spPr>
            <a:xfrm flipV="1">
              <a:off x="2101680" y="5711760"/>
              <a:ext cx="0" cy="163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742" name="Line 26"/>
            <p:cNvSpPr/>
            <p:nvPr/>
          </p:nvSpPr>
          <p:spPr>
            <a:xfrm flipV="1">
              <a:off x="1976400" y="4489200"/>
              <a:ext cx="0" cy="3985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743" name="Line 27"/>
            <p:cNvSpPr/>
            <p:nvPr/>
          </p:nvSpPr>
          <p:spPr>
            <a:xfrm>
              <a:off x="3854160" y="5020920"/>
              <a:ext cx="0" cy="7509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744" name="Line 28"/>
            <p:cNvSpPr/>
            <p:nvPr/>
          </p:nvSpPr>
          <p:spPr>
            <a:xfrm flipH="1" flipV="1">
              <a:off x="4935240" y="5011560"/>
              <a:ext cx="5040" cy="2206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745" name="CustomShape 29"/>
            <p:cNvSpPr/>
            <p:nvPr/>
          </p:nvSpPr>
          <p:spPr>
            <a:xfrm>
              <a:off x="735480" y="4156200"/>
              <a:ext cx="3578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A</a:t>
              </a:r>
              <a:endParaRPr lang="nl-NL" sz="2400" b="0" strike="noStrike" spc="-1">
                <a:latin typeface="Calibri"/>
              </a:endParaRPr>
            </a:p>
          </p:txBody>
        </p:sp>
        <p:sp>
          <p:nvSpPr>
            <p:cNvPr id="2746" name="Line 30"/>
            <p:cNvSpPr/>
            <p:nvPr/>
          </p:nvSpPr>
          <p:spPr>
            <a:xfrm>
              <a:off x="5045040" y="4921200"/>
              <a:ext cx="1198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747" name="Group 31"/>
            <p:cNvGrpSpPr/>
            <p:nvPr/>
          </p:nvGrpSpPr>
          <p:grpSpPr>
            <a:xfrm>
              <a:off x="7369200" y="4844880"/>
              <a:ext cx="1563480" cy="460080"/>
              <a:chOff x="7369200" y="4844880"/>
              <a:chExt cx="1563480" cy="460080"/>
            </a:xfrm>
          </p:grpSpPr>
          <p:sp>
            <p:nvSpPr>
              <p:cNvPr id="2748" name="CustomShape 32"/>
              <p:cNvSpPr/>
              <p:nvPr/>
            </p:nvSpPr>
            <p:spPr>
              <a:xfrm>
                <a:off x="7369200" y="484488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222.222.222.222</a:t>
                </a:r>
                <a:endParaRPr lang="nl-NL" sz="1200" b="0" strike="noStrike" spc="-1">
                  <a:latin typeface="Calibri"/>
                </a:endParaRPr>
              </a:p>
            </p:txBody>
          </p:sp>
          <p:sp>
            <p:nvSpPr>
              <p:cNvPr id="2749" name="CustomShape 33"/>
              <p:cNvSpPr/>
              <p:nvPr/>
            </p:nvSpPr>
            <p:spPr>
              <a:xfrm>
                <a:off x="7370640" y="5032440"/>
                <a:ext cx="1562040" cy="272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49-BD-D2-C7-56-2A</a:t>
                </a:r>
                <a:endParaRPr lang="nl-NL" sz="1200" b="0" strike="noStrike" spc="-1">
                  <a:latin typeface="Calibri"/>
                </a:endParaRPr>
              </a:p>
            </p:txBody>
          </p:sp>
        </p:grpSp>
        <p:sp>
          <p:nvSpPr>
            <p:cNvPr id="2750" name="Line 34"/>
            <p:cNvSpPr/>
            <p:nvPr/>
          </p:nvSpPr>
          <p:spPr>
            <a:xfrm flipV="1">
              <a:off x="6943680" y="4416120"/>
              <a:ext cx="450720" cy="317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51" name="Line 35"/>
            <p:cNvSpPr/>
            <p:nvPr/>
          </p:nvSpPr>
          <p:spPr>
            <a:xfrm flipH="1" flipV="1">
              <a:off x="7468920" y="4492440"/>
              <a:ext cx="11160" cy="38880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752" name="CustomShape 36"/>
            <p:cNvSpPr/>
            <p:nvPr/>
          </p:nvSpPr>
          <p:spPr>
            <a:xfrm>
              <a:off x="7069320" y="58118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222.222.222.221</a:t>
              </a:r>
              <a:endParaRPr lang="nl-NL" sz="1200" b="0" strike="noStrike" spc="-1">
                <a:latin typeface="Calibri"/>
              </a:endParaRPr>
            </a:p>
          </p:txBody>
        </p:sp>
        <p:sp>
          <p:nvSpPr>
            <p:cNvPr id="2753" name="CustomShape 37"/>
            <p:cNvSpPr/>
            <p:nvPr/>
          </p:nvSpPr>
          <p:spPr>
            <a:xfrm>
              <a:off x="7076160" y="5986440"/>
              <a:ext cx="15040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88-B2-2F-54-1A-0F</a:t>
              </a:r>
              <a:endParaRPr lang="nl-NL" sz="1200" b="0" strike="noStrike" spc="-1">
                <a:latin typeface="Calibri"/>
              </a:endParaRPr>
            </a:p>
          </p:txBody>
        </p:sp>
        <p:sp>
          <p:nvSpPr>
            <p:cNvPr id="2754" name="Line 38"/>
            <p:cNvSpPr/>
            <p:nvPr/>
          </p:nvSpPr>
          <p:spPr>
            <a:xfrm flipH="1" flipV="1">
              <a:off x="6873840" y="5313240"/>
              <a:ext cx="253800" cy="2509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55" name="Line 39"/>
            <p:cNvSpPr/>
            <p:nvPr/>
          </p:nvSpPr>
          <p:spPr>
            <a:xfrm flipH="1">
              <a:off x="7208640" y="5654520"/>
              <a:ext cx="4680" cy="20160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756" name="CustomShape 40"/>
            <p:cNvSpPr/>
            <p:nvPr/>
          </p:nvSpPr>
          <p:spPr>
            <a:xfrm>
              <a:off x="6203880" y="4440240"/>
              <a:ext cx="764640" cy="108072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757" name="CustomShape 41"/>
            <p:cNvSpPr/>
            <p:nvPr/>
          </p:nvSpPr>
          <p:spPr>
            <a:xfrm>
              <a:off x="8312040" y="407340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B</a:t>
              </a:r>
              <a:endParaRPr lang="nl-NL" sz="2400" b="0" strike="noStrike" spc="-1">
                <a:latin typeface="Calibri"/>
              </a:endParaRPr>
            </a:p>
          </p:txBody>
        </p:sp>
        <p:grpSp>
          <p:nvGrpSpPr>
            <p:cNvPr id="2758" name="Group 42"/>
            <p:cNvGrpSpPr/>
            <p:nvPr/>
          </p:nvGrpSpPr>
          <p:grpSpPr>
            <a:xfrm>
              <a:off x="7179480" y="4033440"/>
              <a:ext cx="1009440" cy="854640"/>
              <a:chOff x="7179480" y="4033440"/>
              <a:chExt cx="1009440" cy="854640"/>
            </a:xfrm>
          </p:grpSpPr>
          <p:grpSp>
            <p:nvGrpSpPr>
              <p:cNvPr id="2759" name="Group 43"/>
              <p:cNvGrpSpPr/>
              <p:nvPr/>
            </p:nvGrpSpPr>
            <p:grpSpPr>
              <a:xfrm>
                <a:off x="7179480" y="4033440"/>
                <a:ext cx="1009440" cy="854640"/>
                <a:chOff x="7179480" y="4033440"/>
                <a:chExt cx="1009440" cy="854640"/>
              </a:xfrm>
            </p:grpSpPr>
            <p:pic>
              <p:nvPicPr>
                <p:cNvPr id="2760" name="Picture 45" descr="desktop_computer_stylized_medium"/>
                <p:cNvPicPr/>
                <p:nvPr/>
              </p:nvPicPr>
              <p:blipFill>
                <a:blip r:embed="rId3"/>
                <a:stretch/>
              </p:blipFill>
              <p:spPr>
                <a:xfrm flipH="1">
                  <a:off x="7179480" y="4033440"/>
                  <a:ext cx="1009440" cy="854640"/>
                </a:xfrm>
                <a:prstGeom prst="rect">
                  <a:avLst/>
                </a:prstGeom>
                <a:ln>
                  <a:noFill/>
                </a:ln>
              </p:spPr>
            </p:pic>
            <p:sp>
              <p:nvSpPr>
                <p:cNvPr id="2761" name="CustomShape 44"/>
                <p:cNvSpPr/>
                <p:nvPr/>
              </p:nvSpPr>
              <p:spPr>
                <a:xfrm flipH="1">
                  <a:off x="7608960" y="4115520"/>
                  <a:ext cx="490680" cy="3913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762" name="CustomShape 45"/>
              <p:cNvSpPr/>
              <p:nvPr/>
            </p:nvSpPr>
            <p:spPr>
              <a:xfrm rot="16200000">
                <a:off x="7437960" y="4309560"/>
                <a:ext cx="126720" cy="1947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763" name="Group 46"/>
            <p:cNvGrpSpPr/>
            <p:nvPr/>
          </p:nvGrpSpPr>
          <p:grpSpPr>
            <a:xfrm>
              <a:off x="3757680" y="4714200"/>
              <a:ext cx="1292040" cy="426240"/>
              <a:chOff x="3757680" y="4714200"/>
              <a:chExt cx="1292040" cy="426240"/>
            </a:xfrm>
          </p:grpSpPr>
          <p:sp>
            <p:nvSpPr>
              <p:cNvPr id="2764" name="CustomShape 47"/>
              <p:cNvSpPr/>
              <p:nvPr/>
            </p:nvSpPr>
            <p:spPr>
              <a:xfrm rot="16200000">
                <a:off x="4880160" y="4827960"/>
                <a:ext cx="13932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765" name="Group 48"/>
              <p:cNvGrpSpPr/>
              <p:nvPr/>
            </p:nvGrpSpPr>
            <p:grpSpPr>
              <a:xfrm>
                <a:off x="3948480" y="4714200"/>
                <a:ext cx="912600" cy="426240"/>
                <a:chOff x="3948480" y="4714200"/>
                <a:chExt cx="912600" cy="426240"/>
              </a:xfrm>
            </p:grpSpPr>
            <p:sp>
              <p:nvSpPr>
                <p:cNvPr id="2766" name="CustomShape 49"/>
                <p:cNvSpPr/>
                <p:nvPr/>
              </p:nvSpPr>
              <p:spPr>
                <a:xfrm>
                  <a:off x="3952080" y="4902840"/>
                  <a:ext cx="905400" cy="23760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2767" name="CustomShape 50"/>
                <p:cNvSpPr/>
                <p:nvPr/>
              </p:nvSpPr>
              <p:spPr>
                <a:xfrm>
                  <a:off x="3952080" y="4875840"/>
                  <a:ext cx="909000" cy="147960"/>
                </a:xfrm>
                <a:prstGeom prst="rect">
                  <a:avLst/>
                </a:prstGeom>
                <a:gradFill rotWithShape="0">
                  <a:gsLst>
                    <a:gs pos="0">
                      <a:srgbClr val="0000FF"/>
                    </a:gs>
                    <a:gs pos="100000">
                      <a:srgbClr val="FFFFFF"/>
                    </a:gs>
                  </a:gsLst>
                  <a:lin ang="0"/>
                </a:gradFill>
                <a:ln>
                  <a:noFill/>
                </a:ln>
              </p:spPr>
              <p:style>
                <a:lnRef idx="0">
                  <a:scrgbClr r="0" g="0" b="0"/>
                </a:lnRef>
                <a:fillRef idx="0">
                  <a:scrgbClr r="0" g="0" b="0"/>
                </a:fillRef>
                <a:effectRef idx="0">
                  <a:scrgbClr r="0" g="0" b="0"/>
                </a:effectRef>
                <a:fontRef idx="minor"/>
              </p:style>
            </p:sp>
            <p:sp>
              <p:nvSpPr>
                <p:cNvPr id="2768" name="CustomShape 51"/>
                <p:cNvSpPr/>
                <p:nvPr/>
              </p:nvSpPr>
              <p:spPr>
                <a:xfrm>
                  <a:off x="3948480" y="4714200"/>
                  <a:ext cx="905400" cy="27828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grpSp>
              <p:nvGrpSpPr>
                <p:cNvPr id="2769" name="Group 52"/>
                <p:cNvGrpSpPr/>
                <p:nvPr/>
              </p:nvGrpSpPr>
              <p:grpSpPr>
                <a:xfrm>
                  <a:off x="4130280" y="4786200"/>
                  <a:ext cx="511920" cy="129960"/>
                  <a:chOff x="4130280" y="4786200"/>
                  <a:chExt cx="511920" cy="129960"/>
                </a:xfrm>
              </p:grpSpPr>
              <p:sp>
                <p:nvSpPr>
                  <p:cNvPr id="2770" name="CustomShape 53"/>
                  <p:cNvSpPr/>
                  <p:nvPr/>
                </p:nvSpPr>
                <p:spPr>
                  <a:xfrm>
                    <a:off x="4130280" y="4786200"/>
                    <a:ext cx="511920" cy="129960"/>
                  </a:xfrm>
                  <a:custGeom>
                    <a:avLst/>
                    <a:gdLst/>
                    <a:ahLst/>
                    <a:cxnLst/>
                    <a:rect l="l" t="t" r="r" b="b"/>
                    <a:pathLst>
                      <a:path w="310" h="60">
                        <a:moveTo>
                          <a:pt x="0" y="60"/>
                        </a:moveTo>
                        <a:lnTo>
                          <a:pt x="96" y="60"/>
                        </a:lnTo>
                        <a:lnTo>
                          <a:pt x="192" y="0"/>
                        </a:lnTo>
                        <a:lnTo>
                          <a:pt x="31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2771" name="CustomShape 54"/>
                  <p:cNvSpPr/>
                  <p:nvPr/>
                </p:nvSpPr>
                <p:spPr>
                  <a:xfrm>
                    <a:off x="4153320" y="4786200"/>
                    <a:ext cx="465480" cy="129960"/>
                  </a:xfrm>
                  <a:custGeom>
                    <a:avLst/>
                    <a:gdLst/>
                    <a:ahLst/>
                    <a:cxnLst/>
                    <a:rect l="l" t="t" r="r" b="b"/>
                    <a:pathLst>
                      <a:path w="282" h="60">
                        <a:moveTo>
                          <a:pt x="0" y="0"/>
                        </a:moveTo>
                        <a:lnTo>
                          <a:pt x="96" y="0"/>
                        </a:lnTo>
                        <a:lnTo>
                          <a:pt x="192" y="60"/>
                        </a:lnTo>
                        <a:lnTo>
                          <a:pt x="282" y="60"/>
                        </a:lnTo>
                      </a:path>
                    </a:pathLst>
                  </a:custGeom>
                  <a:noFill/>
                  <a:ln w="12600">
                    <a:solidFill>
                      <a:schemeClr val="tx1"/>
                    </a:solidFill>
                    <a:round/>
                  </a:ln>
                </p:spPr>
                <p:style>
                  <a:lnRef idx="0">
                    <a:scrgbClr r="0" g="0" b="0"/>
                  </a:lnRef>
                  <a:fillRef idx="0">
                    <a:scrgbClr r="0" g="0" b="0"/>
                  </a:fillRef>
                  <a:effectRef idx="0">
                    <a:scrgbClr r="0" g="0" b="0"/>
                  </a:effectRef>
                  <a:fontRef idx="minor"/>
                </p:style>
              </p:sp>
            </p:grpSp>
            <p:sp>
              <p:nvSpPr>
                <p:cNvPr id="2772" name="Line 55"/>
                <p:cNvSpPr/>
                <p:nvPr/>
              </p:nvSpPr>
              <p:spPr>
                <a:xfrm>
                  <a:off x="3951720" y="4844160"/>
                  <a:ext cx="0" cy="1886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73" name="Line 56"/>
                <p:cNvSpPr/>
                <p:nvPr/>
              </p:nvSpPr>
              <p:spPr>
                <a:xfrm>
                  <a:off x="4853880" y="4853160"/>
                  <a:ext cx="0" cy="1843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774" name="CustomShape 57"/>
              <p:cNvSpPr/>
              <p:nvPr/>
            </p:nvSpPr>
            <p:spPr>
              <a:xfrm rot="16200000">
                <a:off x="3788640" y="4838040"/>
                <a:ext cx="13788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775" name="Group 58"/>
            <p:cNvGrpSpPr/>
            <p:nvPr/>
          </p:nvGrpSpPr>
          <p:grpSpPr>
            <a:xfrm>
              <a:off x="1483920" y="5313600"/>
              <a:ext cx="700200" cy="517320"/>
              <a:chOff x="1483920" y="5313600"/>
              <a:chExt cx="700200" cy="517320"/>
            </a:xfrm>
          </p:grpSpPr>
          <p:sp>
            <p:nvSpPr>
              <p:cNvPr id="2776" name="CustomShape 59"/>
              <p:cNvSpPr/>
              <p:nvPr/>
            </p:nvSpPr>
            <p:spPr>
              <a:xfrm rot="16200000">
                <a:off x="2062080" y="554220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777" name="Group 60"/>
              <p:cNvGrpSpPr/>
              <p:nvPr/>
            </p:nvGrpSpPr>
            <p:grpSpPr>
              <a:xfrm>
                <a:off x="1483920" y="5313600"/>
                <a:ext cx="639000" cy="517320"/>
                <a:chOff x="1483920" y="5313600"/>
                <a:chExt cx="639000" cy="517320"/>
              </a:xfrm>
            </p:grpSpPr>
            <p:pic>
              <p:nvPicPr>
                <p:cNvPr id="2778" name="Picture 50" descr="desktop_computer_stylized_medium"/>
                <p:cNvPicPr/>
                <p:nvPr/>
              </p:nvPicPr>
              <p:blipFill>
                <a:blip r:embed="rId4"/>
                <a:stretch/>
              </p:blipFill>
              <p:spPr>
                <a:xfrm flipH="1">
                  <a:off x="1483920" y="5313600"/>
                  <a:ext cx="639000" cy="517320"/>
                </a:xfrm>
                <a:prstGeom prst="rect">
                  <a:avLst/>
                </a:prstGeom>
                <a:ln>
                  <a:noFill/>
                </a:ln>
              </p:spPr>
            </p:pic>
            <p:sp>
              <p:nvSpPr>
                <p:cNvPr id="2779" name="CustomShape 61"/>
                <p:cNvSpPr/>
                <p:nvPr/>
              </p:nvSpPr>
              <p:spPr>
                <a:xfrm flipH="1">
                  <a:off x="1755000" y="5363280"/>
                  <a:ext cx="31068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sp>
        <p:nvSpPr>
          <p:cNvPr id="2780" name="CustomShape 62"/>
          <p:cNvSpPr/>
          <p:nvPr/>
        </p:nvSpPr>
        <p:spPr>
          <a:xfrm>
            <a:off x="706320" y="1084320"/>
            <a:ext cx="7772040" cy="55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R forwards datagram with IP source A, destination B </a:t>
            </a:r>
            <a:endParaRPr lang="nl-NL" sz="2000" b="0" strike="noStrike" spc="-1">
              <a:latin typeface="Calibri"/>
            </a:endParaRPr>
          </a:p>
        </p:txBody>
      </p:sp>
      <p:sp>
        <p:nvSpPr>
          <p:cNvPr id="2781" name="CustomShape 63"/>
          <p:cNvSpPr/>
          <p:nvPr/>
        </p:nvSpPr>
        <p:spPr>
          <a:xfrm>
            <a:off x="719280" y="1441440"/>
            <a:ext cx="7772040" cy="72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R creates link-layer frame with B's MAC address as dest, frame contains A-to-B IP datagram</a:t>
            </a:r>
            <a:endParaRPr lang="nl-NL" sz="2000" b="0" strike="noStrike" spc="-1">
              <a:latin typeface="Calibri"/>
            </a:endParaRPr>
          </a:p>
        </p:txBody>
      </p:sp>
      <p:grpSp>
        <p:nvGrpSpPr>
          <p:cNvPr id="2782" name="Group 64"/>
          <p:cNvGrpSpPr/>
          <p:nvPr/>
        </p:nvGrpSpPr>
        <p:grpSpPr>
          <a:xfrm>
            <a:off x="4788720" y="2293920"/>
            <a:ext cx="2442960" cy="1642680"/>
            <a:chOff x="4788720" y="2293920"/>
            <a:chExt cx="2442960" cy="1642680"/>
          </a:xfrm>
        </p:grpSpPr>
        <p:sp>
          <p:nvSpPr>
            <p:cNvPr id="2783" name="CustomShape 65"/>
            <p:cNvSpPr/>
            <p:nvPr/>
          </p:nvSpPr>
          <p:spPr>
            <a:xfrm>
              <a:off x="5710320" y="3144960"/>
              <a:ext cx="313920" cy="791640"/>
            </a:xfrm>
            <a:prstGeom prst="downArrow">
              <a:avLst>
                <a:gd name="adj1" fmla="val 50000"/>
                <a:gd name="adj2" fmla="val 63005"/>
              </a:avLst>
            </a:prstGeom>
            <a:gradFill rotWithShape="0">
              <a:gsLst>
                <a:gs pos="0">
                  <a:srgbClr val="FFFFFF"/>
                </a:gs>
                <a:gs pos="100000">
                  <a:srgbClr val="FF0000"/>
                </a:gs>
              </a:gsLst>
              <a:lin ang="5400000"/>
            </a:gradFill>
            <a:ln w="9360">
              <a:solidFill>
                <a:schemeClr val="bg1"/>
              </a:solidFill>
              <a:miter/>
            </a:ln>
          </p:spPr>
          <p:style>
            <a:lnRef idx="0">
              <a:scrgbClr r="0" g="0" b="0"/>
            </a:lnRef>
            <a:fillRef idx="0">
              <a:scrgbClr r="0" g="0" b="0"/>
            </a:fillRef>
            <a:effectRef idx="0">
              <a:scrgbClr r="0" g="0" b="0"/>
            </a:effectRef>
            <a:fontRef idx="minor"/>
          </p:style>
        </p:sp>
        <p:grpSp>
          <p:nvGrpSpPr>
            <p:cNvPr id="2784" name="Group 66"/>
            <p:cNvGrpSpPr/>
            <p:nvPr/>
          </p:nvGrpSpPr>
          <p:grpSpPr>
            <a:xfrm>
              <a:off x="5212440" y="2701800"/>
              <a:ext cx="2019240" cy="760320"/>
              <a:chOff x="5212440" y="2701800"/>
              <a:chExt cx="2019240" cy="760320"/>
            </a:xfrm>
          </p:grpSpPr>
          <p:grpSp>
            <p:nvGrpSpPr>
              <p:cNvPr id="2785" name="Group 67"/>
              <p:cNvGrpSpPr/>
              <p:nvPr/>
            </p:nvGrpSpPr>
            <p:grpSpPr>
              <a:xfrm>
                <a:off x="5270400" y="3217680"/>
                <a:ext cx="1096560" cy="244440"/>
                <a:chOff x="5270400" y="3217680"/>
                <a:chExt cx="1096560" cy="244440"/>
              </a:xfrm>
            </p:grpSpPr>
            <p:sp>
              <p:nvSpPr>
                <p:cNvPr id="2786" name="CustomShape 68"/>
                <p:cNvSpPr/>
                <p:nvPr/>
              </p:nvSpPr>
              <p:spPr>
                <a:xfrm>
                  <a:off x="5270400" y="321948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787" name="Line 69"/>
                <p:cNvSpPr/>
                <p:nvPr/>
              </p:nvSpPr>
              <p:spPr>
                <a:xfrm>
                  <a:off x="5438520" y="321768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788" name="Line 70"/>
                <p:cNvSpPr/>
                <p:nvPr/>
              </p:nvSpPr>
              <p:spPr>
                <a:xfrm>
                  <a:off x="5581440" y="322092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789" name="CustomShape 71"/>
              <p:cNvSpPr/>
              <p:nvPr/>
            </p:nvSpPr>
            <p:spPr>
              <a:xfrm>
                <a:off x="5212440" y="2701800"/>
                <a:ext cx="201924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IP src: 111.111.111.111</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IP dest: 222.222.222.222</a:t>
                </a:r>
                <a:endParaRPr lang="nl-NL" sz="1200" b="0" strike="noStrike" spc="-1">
                  <a:latin typeface="Calibri"/>
                </a:endParaRPr>
              </a:p>
            </p:txBody>
          </p:sp>
        </p:grpSp>
        <p:grpSp>
          <p:nvGrpSpPr>
            <p:cNvPr id="2790" name="Group 72"/>
            <p:cNvGrpSpPr/>
            <p:nvPr/>
          </p:nvGrpSpPr>
          <p:grpSpPr>
            <a:xfrm>
              <a:off x="5340240" y="2952720"/>
              <a:ext cx="146160" cy="385560"/>
              <a:chOff x="5340240" y="2952720"/>
              <a:chExt cx="146160" cy="385560"/>
            </a:xfrm>
          </p:grpSpPr>
          <p:sp>
            <p:nvSpPr>
              <p:cNvPr id="2791" name="Line 73"/>
              <p:cNvSpPr/>
              <p:nvPr/>
            </p:nvSpPr>
            <p:spPr>
              <a:xfrm>
                <a:off x="5340240" y="2952720"/>
                <a:ext cx="0" cy="3855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792" name="Line 74"/>
              <p:cNvSpPr/>
              <p:nvPr/>
            </p:nvSpPr>
            <p:spPr>
              <a:xfrm>
                <a:off x="5486400" y="3136680"/>
                <a:ext cx="0" cy="2001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grpSp>
          <p:nvGrpSpPr>
            <p:cNvPr id="2793" name="Group 75"/>
            <p:cNvGrpSpPr/>
            <p:nvPr/>
          </p:nvGrpSpPr>
          <p:grpSpPr>
            <a:xfrm>
              <a:off x="4788720" y="2293920"/>
              <a:ext cx="2403360" cy="1519200"/>
              <a:chOff x="4788720" y="2293920"/>
              <a:chExt cx="2403360" cy="1519200"/>
            </a:xfrm>
          </p:grpSpPr>
          <p:sp>
            <p:nvSpPr>
              <p:cNvPr id="2794" name="CustomShape 76"/>
              <p:cNvSpPr/>
              <p:nvPr/>
            </p:nvSpPr>
            <p:spPr>
              <a:xfrm>
                <a:off x="4788720" y="2293920"/>
                <a:ext cx="2403360" cy="637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MAC src: </a:t>
                </a:r>
                <a:r>
                  <a:rPr lang="en-US" sz="1200" b="0" strike="noStrike" spc="-1">
                    <a:solidFill>
                      <a:srgbClr val="FF0000"/>
                    </a:solidFill>
                    <a:latin typeface="Arial"/>
                    <a:ea typeface="ＭＳ Ｐゴシック"/>
                  </a:rPr>
                  <a:t>1A-23-F9-CD-06-9B</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MAC dest: </a:t>
                </a:r>
                <a:r>
                  <a:rPr lang="en-US" sz="1200" b="0" strike="noStrike" spc="-1">
                    <a:solidFill>
                      <a:srgbClr val="FF0000"/>
                    </a:solidFill>
                    <a:latin typeface="Arial"/>
                    <a:ea typeface="ＭＳ Ｐゴシック"/>
                  </a:rPr>
                  <a:t>49-BD-D2-C7-56-2A</a:t>
                </a:r>
                <a:endParaRPr lang="nl-NL" sz="1200" b="0" strike="noStrike" spc="-1">
                  <a:latin typeface="Calibri"/>
                </a:endParaRPr>
              </a:p>
              <a:p>
                <a:pPr>
                  <a:lnSpc>
                    <a:spcPct val="100000"/>
                  </a:lnSpc>
                </a:pPr>
                <a:endParaRPr lang="nl-NL" sz="1200" b="0" strike="noStrike" spc="-1">
                  <a:latin typeface="Calibri"/>
                </a:endParaRPr>
              </a:p>
            </p:txBody>
          </p:sp>
          <p:grpSp>
            <p:nvGrpSpPr>
              <p:cNvPr id="2795" name="Group 77"/>
              <p:cNvGrpSpPr/>
              <p:nvPr/>
            </p:nvGrpSpPr>
            <p:grpSpPr>
              <a:xfrm>
                <a:off x="4870440" y="3512880"/>
                <a:ext cx="1665000" cy="300240"/>
                <a:chOff x="4870440" y="3512880"/>
                <a:chExt cx="1665000" cy="300240"/>
              </a:xfrm>
            </p:grpSpPr>
            <p:sp>
              <p:nvSpPr>
                <p:cNvPr id="2796" name="CustomShape 78"/>
                <p:cNvSpPr/>
                <p:nvPr/>
              </p:nvSpPr>
              <p:spPr>
                <a:xfrm>
                  <a:off x="4870440" y="3516480"/>
                  <a:ext cx="1665000" cy="293400"/>
                </a:xfrm>
                <a:prstGeom prst="rect">
                  <a:avLst/>
                </a:prstGeom>
                <a:solidFill>
                  <a:srgbClr val="000099"/>
                </a:solidFill>
                <a:ln w="9360">
                  <a:solidFill>
                    <a:schemeClr val="tx1"/>
                  </a:solidFill>
                  <a:miter/>
                </a:ln>
              </p:spPr>
              <p:style>
                <a:lnRef idx="0">
                  <a:scrgbClr r="0" g="0" b="0"/>
                </a:lnRef>
                <a:fillRef idx="0">
                  <a:scrgbClr r="0" g="0" b="0"/>
                </a:fillRef>
                <a:effectRef idx="0">
                  <a:scrgbClr r="0" g="0" b="0"/>
                </a:effectRef>
                <a:fontRef idx="minor"/>
              </p:style>
            </p:sp>
            <p:sp>
              <p:nvSpPr>
                <p:cNvPr id="2797" name="CustomShape 79"/>
                <p:cNvSpPr/>
                <p:nvPr/>
              </p:nvSpPr>
              <p:spPr>
                <a:xfrm>
                  <a:off x="5265720" y="354492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798" name="Line 80"/>
                <p:cNvSpPr/>
                <p:nvPr/>
              </p:nvSpPr>
              <p:spPr>
                <a:xfrm>
                  <a:off x="5427360" y="354960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799" name="Line 81"/>
                <p:cNvSpPr/>
                <p:nvPr/>
              </p:nvSpPr>
              <p:spPr>
                <a:xfrm>
                  <a:off x="5580000" y="354960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800" name="Line 82"/>
                <p:cNvSpPr/>
                <p:nvPr/>
              </p:nvSpPr>
              <p:spPr>
                <a:xfrm>
                  <a:off x="4998960" y="3512880"/>
                  <a:ext cx="0" cy="30024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801" name="Line 83"/>
                <p:cNvSpPr/>
                <p:nvPr/>
              </p:nvSpPr>
              <p:spPr>
                <a:xfrm>
                  <a:off x="5151240" y="3512880"/>
                  <a:ext cx="0" cy="30024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802" name="Line 84"/>
              <p:cNvSpPr/>
              <p:nvPr/>
            </p:nvSpPr>
            <p:spPr>
              <a:xfrm flipV="1">
                <a:off x="4929120" y="2550960"/>
                <a:ext cx="3240" cy="11145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803" name="Line 85"/>
              <p:cNvSpPr/>
              <p:nvPr/>
            </p:nvSpPr>
            <p:spPr>
              <a:xfrm flipV="1">
                <a:off x="5068800" y="2716200"/>
                <a:ext cx="0" cy="9493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804" name="Line 86"/>
              <p:cNvSpPr/>
              <p:nvPr/>
            </p:nvSpPr>
            <p:spPr>
              <a:xfrm flipH="1" flipV="1">
                <a:off x="5338440" y="2925720"/>
                <a:ext cx="3240" cy="7459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805" name="Line 87"/>
              <p:cNvSpPr/>
              <p:nvPr/>
            </p:nvSpPr>
            <p:spPr>
              <a:xfrm>
                <a:off x="5484600" y="3103560"/>
                <a:ext cx="3240" cy="5680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grpSp>
      <p:grpSp>
        <p:nvGrpSpPr>
          <p:cNvPr id="2806" name="Group 88"/>
          <p:cNvGrpSpPr/>
          <p:nvPr/>
        </p:nvGrpSpPr>
        <p:grpSpPr>
          <a:xfrm>
            <a:off x="3952800" y="2766960"/>
            <a:ext cx="894960" cy="2037960"/>
            <a:chOff x="3952800" y="2766960"/>
            <a:chExt cx="894960" cy="2037960"/>
          </a:xfrm>
        </p:grpSpPr>
        <p:sp>
          <p:nvSpPr>
            <p:cNvPr id="2807" name="CustomShape 89"/>
            <p:cNvSpPr/>
            <p:nvPr/>
          </p:nvSpPr>
          <p:spPr>
            <a:xfrm>
              <a:off x="3952800" y="3909960"/>
              <a:ext cx="894960" cy="894960"/>
            </a:xfrm>
            <a:custGeom>
              <a:avLst/>
              <a:gdLst/>
              <a:ahLst/>
              <a:cxnLst/>
              <a:rect l="l" t="t" r="r" b="b"/>
              <a:pathLst>
                <a:path w="564" h="564">
                  <a:moveTo>
                    <a:pt x="564" y="0"/>
                  </a:moveTo>
                  <a:lnTo>
                    <a:pt x="287" y="564"/>
                  </a:lnTo>
                  <a:lnTo>
                    <a:pt x="0" y="0"/>
                  </a:lnTo>
                  <a:lnTo>
                    <a:pt x="564" y="0"/>
                  </a:lnTo>
                  <a:close/>
                </a:path>
              </a:pathLst>
            </a:custGeom>
            <a:gradFill rotWithShape="0">
              <a:gsLst>
                <a:gs pos="0">
                  <a:srgbClr val="FFFFFF"/>
                </a:gs>
                <a:gs pos="100000">
                  <a:srgbClr val="FF0000"/>
                </a:gs>
              </a:gsLst>
              <a:lin ang="5400000"/>
            </a:gradFill>
            <a:ln>
              <a:noFill/>
            </a:ln>
          </p:spPr>
          <p:style>
            <a:lnRef idx="0">
              <a:scrgbClr r="0" g="0" b="0"/>
            </a:lnRef>
            <a:fillRef idx="0">
              <a:scrgbClr r="0" g="0" b="0"/>
            </a:fillRef>
            <a:effectRef idx="0">
              <a:scrgbClr r="0" g="0" b="0"/>
            </a:effectRef>
            <a:fontRef idx="minor"/>
          </p:style>
        </p:sp>
        <p:sp>
          <p:nvSpPr>
            <p:cNvPr id="2808" name="CustomShape 90"/>
            <p:cNvSpPr/>
            <p:nvPr/>
          </p:nvSpPr>
          <p:spPr>
            <a:xfrm>
              <a:off x="4030560" y="3294000"/>
              <a:ext cx="782280" cy="7567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809" name="CustomShape 91"/>
            <p:cNvSpPr/>
            <p:nvPr/>
          </p:nvSpPr>
          <p:spPr>
            <a:xfrm>
              <a:off x="4140360" y="2766960"/>
              <a:ext cx="533160" cy="130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810" name="Line 92"/>
            <p:cNvSpPr/>
            <p:nvPr/>
          </p:nvSpPr>
          <p:spPr>
            <a:xfrm>
              <a:off x="4024080" y="355104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11" name="Line 93"/>
            <p:cNvSpPr/>
            <p:nvPr/>
          </p:nvSpPr>
          <p:spPr>
            <a:xfrm>
              <a:off x="4019400" y="38034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812" name="Group 94"/>
          <p:cNvGrpSpPr/>
          <p:nvPr/>
        </p:nvGrpSpPr>
        <p:grpSpPr>
          <a:xfrm>
            <a:off x="8061480" y="2478240"/>
            <a:ext cx="928440" cy="1953720"/>
            <a:chOff x="8061480" y="2478240"/>
            <a:chExt cx="928440" cy="1953720"/>
          </a:xfrm>
        </p:grpSpPr>
        <p:sp>
          <p:nvSpPr>
            <p:cNvPr id="2813" name="CustomShape 95"/>
            <p:cNvSpPr/>
            <p:nvPr/>
          </p:nvSpPr>
          <p:spPr>
            <a:xfrm>
              <a:off x="8061480" y="2532240"/>
              <a:ext cx="923400" cy="1899720"/>
            </a:xfrm>
            <a:custGeom>
              <a:avLst/>
              <a:gdLst/>
              <a:ahLst/>
              <a:cxnLst/>
              <a:rect l="l" t="t" r="r" b="b"/>
              <a:pathLst>
                <a:path w="582" h="1197">
                  <a:moveTo>
                    <a:pt x="582" y="781"/>
                  </a:moveTo>
                  <a:lnTo>
                    <a:pt x="0" y="1197"/>
                  </a:lnTo>
                  <a:lnTo>
                    <a:pt x="83" y="0"/>
                  </a:lnTo>
                  <a:lnTo>
                    <a:pt x="582" y="781"/>
                  </a:lnTo>
                  <a:close/>
                </a:path>
              </a:pathLst>
            </a:custGeom>
            <a:gradFill rotWithShape="0">
              <a:gsLst>
                <a:gs pos="0">
                  <a:srgbClr val="FFFFFF"/>
                </a:gs>
                <a:gs pos="100000">
                  <a:srgbClr val="FF0000"/>
                </a:gs>
              </a:gsLst>
              <a:lin ang="2700000"/>
            </a:gradFill>
            <a:ln>
              <a:noFill/>
            </a:ln>
          </p:spPr>
          <p:style>
            <a:lnRef idx="0">
              <a:scrgbClr r="0" g="0" b="0"/>
            </a:lnRef>
            <a:fillRef idx="0">
              <a:scrgbClr r="0" g="0" b="0"/>
            </a:fillRef>
            <a:effectRef idx="0">
              <a:scrgbClr r="0" g="0" b="0"/>
            </a:effectRef>
            <a:fontRef idx="minor"/>
          </p:style>
        </p:sp>
        <p:sp>
          <p:nvSpPr>
            <p:cNvPr id="2814" name="CustomShape 96"/>
            <p:cNvSpPr/>
            <p:nvPr/>
          </p:nvSpPr>
          <p:spPr>
            <a:xfrm>
              <a:off x="8201160" y="2508120"/>
              <a:ext cx="782280" cy="12538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815" name="CustomShape 97"/>
            <p:cNvSpPr/>
            <p:nvPr/>
          </p:nvSpPr>
          <p:spPr>
            <a:xfrm>
              <a:off x="8320680" y="2478240"/>
              <a:ext cx="531720" cy="1307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816" name="Line 98"/>
            <p:cNvSpPr/>
            <p:nvPr/>
          </p:nvSpPr>
          <p:spPr>
            <a:xfrm>
              <a:off x="8213400" y="325260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17" name="Line 99"/>
            <p:cNvSpPr/>
            <p:nvPr/>
          </p:nvSpPr>
          <p:spPr>
            <a:xfrm>
              <a:off x="8208720" y="350496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18" name="Line 100"/>
            <p:cNvSpPr/>
            <p:nvPr/>
          </p:nvSpPr>
          <p:spPr>
            <a:xfrm>
              <a:off x="8204040" y="375732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19" name="Line 101"/>
            <p:cNvSpPr/>
            <p:nvPr/>
          </p:nvSpPr>
          <p:spPr>
            <a:xfrm>
              <a:off x="8188200" y="29826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820" name="TextShape 102"/>
          <p:cNvSpPr txBox="1"/>
          <p:nvPr/>
        </p:nvSpPr>
        <p:spPr>
          <a:xfrm>
            <a:off x="2365200" y="-38160"/>
            <a:ext cx="612576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Addressing: routing to another LAN</a:t>
            </a:r>
            <a:endParaRPr lang="nl-NL" sz="2800" b="0" strike="noStrike" spc="-1">
              <a:solidFill>
                <a:srgbClr val="000000"/>
              </a:solidFill>
              <a:latin typeface="Arial"/>
            </a:endParaRPr>
          </a:p>
        </p:txBody>
      </p:sp>
      <p:pic>
        <p:nvPicPr>
          <p:cNvPr id="2821" name="Picture 15" descr="underline_base"/>
          <p:cNvPicPr/>
          <p:nvPr/>
        </p:nvPicPr>
        <p:blipFill>
          <a:blip r:embed="rId5"/>
          <a:stretch/>
        </p:blipFill>
        <p:spPr>
          <a:xfrm>
            <a:off x="2365200" y="763560"/>
            <a:ext cx="5944680" cy="172800"/>
          </a:xfrm>
          <a:prstGeom prst="rect">
            <a:avLst/>
          </a:prstGeom>
          <a:ln>
            <a:noFill/>
          </a:ln>
        </p:spPr>
      </p:pic>
      <p:sp>
        <p:nvSpPr>
          <p:cNvPr id="2822" name="CustomShape 103"/>
          <p:cNvSpPr/>
          <p:nvPr/>
        </p:nvSpPr>
        <p:spPr>
          <a:xfrm>
            <a:off x="719280" y="65786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15</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 presetClass="entr" fill="hold" nodeType="withEffect">
                                  <p:stCondLst>
                                    <p:cond delay="0"/>
                                  </p:stCondLst>
                                  <p:childTnLst>
                                    <p:set>
                                      <p:cBhvr>
                                        <p:cTn id="6" dur="1" fill="hold">
                                          <p:stCondLst>
                                            <p:cond delay="0"/>
                                          </p:stCondLst>
                                        </p:cTn>
                                        <p:tgtEl>
                                          <p:spTgt spid="2780"/>
                                        </p:tgtEl>
                                        <p:attrNameLst>
                                          <p:attrName>style.visibility</p:attrName>
                                        </p:attrNameLst>
                                      </p:cBhvr>
                                      <p:to>
                                        <p:strVal val="visible"/>
                                      </p:to>
                                    </p:set>
                                  </p:childTnLst>
                                </p:cTn>
                              </p:par>
                            </p:childTnLst>
                          </p:cTn>
                        </p:par>
                        <p:par>
                          <p:cTn id="7" fill="hold" nodeType="afterEffect">
                            <p:stCondLst>
                              <p:cond delay="0"/>
                            </p:stCondLst>
                            <p:childTnLst>
                              <p:par>
                                <p:cTn id="8" presetID="1" presetClass="entr" fill="hold" nodeType="afterEffect">
                                  <p:stCondLst>
                                    <p:cond delay="0"/>
                                  </p:stCondLst>
                                  <p:childTnLst>
                                    <p:set>
                                      <p:cBhvr>
                                        <p:cTn id="9" dur="1" fill="hold">
                                          <p:stCondLst>
                                            <p:cond delay="0"/>
                                          </p:stCondLst>
                                        </p:cTn>
                                        <p:tgtEl>
                                          <p:spTgt spid="2781"/>
                                        </p:tgtEl>
                                        <p:attrNameLst>
                                          <p:attrName>style.visibility</p:attrName>
                                        </p:attrNameLst>
                                      </p:cBhvr>
                                      <p:to>
                                        <p:strVal val="visible"/>
                                      </p:to>
                                    </p:set>
                                  </p:childTnLst>
                                </p:cTn>
                              </p:par>
                            </p:childTnLst>
                          </p:cTn>
                        </p:par>
                      </p:childTnLst>
                    </p:cTn>
                  </p:par>
                  <p:par>
                    <p:cTn id="10" fill="hold" nodeType="clickEffect">
                      <p:stCondLst>
                        <p:cond delay="indefinite"/>
                      </p:stCondLst>
                      <p:childTnLst>
                        <p:par>
                          <p:cTn id="11" fill="hold" nodeType="withEffect">
                            <p:stCondLst>
                              <p:cond delay="0"/>
                            </p:stCondLst>
                            <p:childTnLst>
                              <p:par>
                                <p:cTn id="12" presetID="22" presetClass="entr" presetSubtype="4" fill="hold" nodeType="clickEffect">
                                  <p:stCondLst>
                                    <p:cond delay="0"/>
                                  </p:stCondLst>
                                  <p:childTnLst>
                                    <p:set>
                                      <p:cBhvr>
                                        <p:cTn id="13" dur="1" fill="hold">
                                          <p:stCondLst>
                                            <p:cond delay="0"/>
                                          </p:stCondLst>
                                        </p:cTn>
                                        <p:tgtEl>
                                          <p:spTgt spid="2812"/>
                                        </p:tgtEl>
                                        <p:attrNameLst>
                                          <p:attrName>style.visibility</p:attrName>
                                        </p:attrNameLst>
                                      </p:cBhvr>
                                      <p:to>
                                        <p:strVal val="visible"/>
                                      </p:to>
                                    </p:set>
                                    <p:animEffect transition="in" filter="wipe(down)">
                                      <p:cBhvr additive="repl">
                                        <p:cTn id="14" dur="1000"/>
                                        <p:tgtEl>
                                          <p:spTgt spid="2812"/>
                                        </p:tgtEl>
                                      </p:cBhvr>
                                    </p:animEffect>
                                  </p:childTnLst>
                                </p:cTn>
                              </p:par>
                            </p:childTnLst>
                          </p:cTn>
                        </p:par>
                      </p:childTnLst>
                    </p:cTn>
                  </p:par>
                  <p:par>
                    <p:cTn id="15" fill="hold" nodeType="clickEffect">
                      <p:stCondLst>
                        <p:cond delay="indefinite"/>
                      </p:stCondLst>
                      <p:childTnLst>
                        <p:par>
                          <p:cTn id="16" fill="hold" nodeType="withEffect">
                            <p:stCondLst>
                              <p:cond delay="0"/>
                            </p:stCondLst>
                            <p:childTnLst>
                              <p:par>
                                <p:cTn id="17" presetClass="path" fill="hold" nodeType="clickEffect">
                                  <p:stCondLst>
                                    <p:cond delay="0"/>
                                  </p:stCondLst>
                                  <p:childTnLst>
                                    <p:animMotion origin="layout" path="M 1.94444E-006 3.33333E-006 L 1.94444E-006 0.19838 L 0.11007 0.1199 L 0.11007 -0.03565 E">
                                      <p:cBhvr>
                                        <p:cTn id="18" dur="2000" fill="hold"/>
                                        <p:tgtEl>
                                          <p:spTgt spid="278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3"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FC821D99-83BD-40CB-BCE5-66B7848F5D5E}" type="slidenum">
              <a:rPr lang="nl-NL" sz="1000" b="0" strike="noStrike" spc="-1">
                <a:solidFill>
                  <a:srgbClr val="FFFFFF"/>
                </a:solidFill>
                <a:latin typeface="Arial"/>
                <a:ea typeface="ＭＳ Ｐゴシック"/>
              </a:rPr>
              <a:t>44</a:t>
            </a:fld>
            <a:endParaRPr lang="nl-NL" sz="1000" b="0" strike="noStrike" spc="-1">
              <a:latin typeface="Calibri"/>
            </a:endParaRPr>
          </a:p>
        </p:txBody>
      </p:sp>
      <p:grpSp>
        <p:nvGrpSpPr>
          <p:cNvPr id="2824" name="Group 2"/>
          <p:cNvGrpSpPr/>
          <p:nvPr/>
        </p:nvGrpSpPr>
        <p:grpSpPr>
          <a:xfrm>
            <a:off x="6980400" y="5354640"/>
            <a:ext cx="711000" cy="599760"/>
            <a:chOff x="6980400" y="5354640"/>
            <a:chExt cx="711000" cy="599760"/>
          </a:xfrm>
        </p:grpSpPr>
        <p:grpSp>
          <p:nvGrpSpPr>
            <p:cNvPr id="2825" name="Group 3"/>
            <p:cNvGrpSpPr/>
            <p:nvPr/>
          </p:nvGrpSpPr>
          <p:grpSpPr>
            <a:xfrm>
              <a:off x="6980400" y="5354640"/>
              <a:ext cx="711000" cy="599760"/>
              <a:chOff x="6980400" y="5354640"/>
              <a:chExt cx="711000" cy="599760"/>
            </a:xfrm>
          </p:grpSpPr>
          <p:pic>
            <p:nvPicPr>
              <p:cNvPr id="2826" name="Picture 45" descr="desktop_computer_stylized_medium"/>
              <p:cNvPicPr/>
              <p:nvPr/>
            </p:nvPicPr>
            <p:blipFill>
              <a:blip r:embed="rId3"/>
              <a:stretch/>
            </p:blipFill>
            <p:spPr>
              <a:xfrm flipH="1">
                <a:off x="6980400" y="5354640"/>
                <a:ext cx="711000" cy="599760"/>
              </a:xfrm>
              <a:prstGeom prst="rect">
                <a:avLst/>
              </a:prstGeom>
              <a:ln>
                <a:noFill/>
              </a:ln>
            </p:spPr>
          </p:pic>
          <p:sp>
            <p:nvSpPr>
              <p:cNvPr id="2827" name="CustomShape 4"/>
              <p:cNvSpPr/>
              <p:nvPr/>
            </p:nvSpPr>
            <p:spPr>
              <a:xfrm flipH="1">
                <a:off x="7283160" y="5412240"/>
                <a:ext cx="345600" cy="2743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828" name="CustomShape 5"/>
            <p:cNvSpPr/>
            <p:nvPr/>
          </p:nvSpPr>
          <p:spPr>
            <a:xfrm rot="16200000">
              <a:off x="7163640" y="5547600"/>
              <a:ext cx="8856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829" name="Group 6"/>
          <p:cNvGrpSpPr/>
          <p:nvPr/>
        </p:nvGrpSpPr>
        <p:grpSpPr>
          <a:xfrm>
            <a:off x="1046520" y="3962520"/>
            <a:ext cx="1026360" cy="761760"/>
            <a:chOff x="1046520" y="3962520"/>
            <a:chExt cx="1026360" cy="761760"/>
          </a:xfrm>
        </p:grpSpPr>
        <p:sp>
          <p:nvSpPr>
            <p:cNvPr id="2830" name="CustomShape 7"/>
            <p:cNvSpPr/>
            <p:nvPr/>
          </p:nvSpPr>
          <p:spPr>
            <a:xfrm rot="16200000">
              <a:off x="1893600" y="4300560"/>
              <a:ext cx="110880" cy="247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831" name="Group 8"/>
            <p:cNvGrpSpPr/>
            <p:nvPr/>
          </p:nvGrpSpPr>
          <p:grpSpPr>
            <a:xfrm>
              <a:off x="1046520" y="3962520"/>
              <a:ext cx="936720" cy="761760"/>
              <a:chOff x="1046520" y="3962520"/>
              <a:chExt cx="936720" cy="761760"/>
            </a:xfrm>
          </p:grpSpPr>
          <p:pic>
            <p:nvPicPr>
              <p:cNvPr id="2832" name="Picture 50" descr="desktop_computer_stylized_medium"/>
              <p:cNvPicPr/>
              <p:nvPr/>
            </p:nvPicPr>
            <p:blipFill>
              <a:blip r:embed="rId4"/>
              <a:stretch/>
            </p:blipFill>
            <p:spPr>
              <a:xfrm flipH="1">
                <a:off x="1046520" y="3962520"/>
                <a:ext cx="936720" cy="761760"/>
              </a:xfrm>
              <a:prstGeom prst="rect">
                <a:avLst/>
              </a:prstGeom>
              <a:ln>
                <a:noFill/>
              </a:ln>
            </p:spPr>
          </p:pic>
          <p:sp>
            <p:nvSpPr>
              <p:cNvPr id="2833" name="CustomShape 9"/>
              <p:cNvSpPr/>
              <p:nvPr/>
            </p:nvSpPr>
            <p:spPr>
              <a:xfrm flipH="1">
                <a:off x="1445400" y="4035600"/>
                <a:ext cx="455040" cy="34848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834" name="CustomShape 10"/>
          <p:cNvSpPr/>
          <p:nvPr/>
        </p:nvSpPr>
        <p:spPr>
          <a:xfrm>
            <a:off x="4238640" y="438156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Bef>
                <a:spcPts val="1199"/>
              </a:spcBef>
            </a:pPr>
            <a:r>
              <a:rPr lang="en-US" sz="2400" b="0" strike="noStrike" spc="-1">
                <a:solidFill>
                  <a:srgbClr val="FF0000"/>
                </a:solidFill>
                <a:latin typeface="Calibri"/>
              </a:rPr>
              <a:t>R</a:t>
            </a:r>
            <a:endParaRPr lang="nl-NL" sz="2400" b="0" strike="noStrike" spc="-1">
              <a:latin typeface="Calibri"/>
            </a:endParaRPr>
          </a:p>
        </p:txBody>
      </p:sp>
      <p:sp>
        <p:nvSpPr>
          <p:cNvPr id="2835" name="CustomShape 11"/>
          <p:cNvSpPr/>
          <p:nvPr/>
        </p:nvSpPr>
        <p:spPr>
          <a:xfrm>
            <a:off x="3867480" y="5378400"/>
            <a:ext cx="15451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1A-23-F9-CD-06-9B</a:t>
            </a:r>
            <a:endParaRPr lang="nl-NL" sz="1200" b="0" strike="noStrike" spc="-1">
              <a:latin typeface="Calibri"/>
            </a:endParaRPr>
          </a:p>
        </p:txBody>
      </p:sp>
      <p:sp>
        <p:nvSpPr>
          <p:cNvPr id="2836" name="CustomShape 12"/>
          <p:cNvSpPr/>
          <p:nvPr/>
        </p:nvSpPr>
        <p:spPr>
          <a:xfrm>
            <a:off x="4011840" y="52052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222.222.222.220</a:t>
            </a:r>
            <a:endParaRPr lang="nl-NL" sz="1200" b="0" strike="noStrike" spc="-1">
              <a:latin typeface="Calibri"/>
            </a:endParaRPr>
          </a:p>
        </p:txBody>
      </p:sp>
      <p:grpSp>
        <p:nvGrpSpPr>
          <p:cNvPr id="2837" name="Group 13"/>
          <p:cNvGrpSpPr/>
          <p:nvPr/>
        </p:nvGrpSpPr>
        <p:grpSpPr>
          <a:xfrm>
            <a:off x="3048840" y="5794200"/>
            <a:ext cx="1539000" cy="447840"/>
            <a:chOff x="3048840" y="5794200"/>
            <a:chExt cx="1539000" cy="447840"/>
          </a:xfrm>
        </p:grpSpPr>
        <p:sp>
          <p:nvSpPr>
            <p:cNvPr id="2838" name="CustomShape 14"/>
            <p:cNvSpPr/>
            <p:nvPr/>
          </p:nvSpPr>
          <p:spPr>
            <a:xfrm>
              <a:off x="3081960" y="579420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111.111.111.110</a:t>
              </a:r>
              <a:endParaRPr lang="nl-NL" sz="1200" b="0" strike="noStrike" spc="-1">
                <a:latin typeface="Calibri"/>
              </a:endParaRPr>
            </a:p>
          </p:txBody>
        </p:sp>
        <p:sp>
          <p:nvSpPr>
            <p:cNvPr id="2839" name="CustomShape 15"/>
            <p:cNvSpPr/>
            <p:nvPr/>
          </p:nvSpPr>
          <p:spPr>
            <a:xfrm>
              <a:off x="3048840" y="5969160"/>
              <a:ext cx="153900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E6-E9-00-17-BB-4B</a:t>
              </a:r>
              <a:endParaRPr lang="nl-NL" sz="1200" b="0" strike="noStrike" spc="-1">
                <a:latin typeface="Calibri"/>
              </a:endParaRPr>
            </a:p>
          </p:txBody>
        </p:sp>
      </p:grpSp>
      <p:sp>
        <p:nvSpPr>
          <p:cNvPr id="2840" name="CustomShape 16"/>
          <p:cNvSpPr/>
          <p:nvPr/>
        </p:nvSpPr>
        <p:spPr>
          <a:xfrm>
            <a:off x="952200" y="6037200"/>
            <a:ext cx="16275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CC-49-DE-D0-AB-7D</a:t>
            </a:r>
            <a:endParaRPr lang="nl-NL" sz="1200" b="0" strike="noStrike" spc="-1">
              <a:latin typeface="Calibri"/>
            </a:endParaRPr>
          </a:p>
        </p:txBody>
      </p:sp>
      <p:sp>
        <p:nvSpPr>
          <p:cNvPr id="2841" name="CustomShape 17"/>
          <p:cNvSpPr/>
          <p:nvPr/>
        </p:nvSpPr>
        <p:spPr>
          <a:xfrm>
            <a:off x="979920" y="5854680"/>
            <a:ext cx="124776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111.111.111.112</a:t>
            </a:r>
            <a:endParaRPr lang="nl-NL" sz="1200" b="0" strike="noStrike" spc="-1">
              <a:latin typeface="Calibri"/>
            </a:endParaRPr>
          </a:p>
        </p:txBody>
      </p:sp>
      <p:sp>
        <p:nvSpPr>
          <p:cNvPr id="2842" name="CustomShape 18"/>
          <p:cNvSpPr/>
          <p:nvPr/>
        </p:nvSpPr>
        <p:spPr>
          <a:xfrm>
            <a:off x="752760" y="4741920"/>
            <a:ext cx="123552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111.111.111.111</a:t>
            </a:r>
            <a:endParaRPr lang="nl-NL" sz="1200" b="0" strike="noStrike" spc="-1">
              <a:latin typeface="Calibri"/>
            </a:endParaRPr>
          </a:p>
        </p:txBody>
      </p:sp>
      <p:sp>
        <p:nvSpPr>
          <p:cNvPr id="2843" name="CustomShape 19"/>
          <p:cNvSpPr/>
          <p:nvPr/>
        </p:nvSpPr>
        <p:spPr>
          <a:xfrm>
            <a:off x="729000" y="4927680"/>
            <a:ext cx="151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74-29-9C-E8-FF-55</a:t>
            </a:r>
            <a:endParaRPr lang="nl-NL" sz="1200" b="0" strike="noStrike" spc="-1">
              <a:latin typeface="Calibri"/>
            </a:endParaRPr>
          </a:p>
        </p:txBody>
      </p:sp>
      <p:sp>
        <p:nvSpPr>
          <p:cNvPr id="2844" name="CustomShape 20"/>
          <p:cNvSpPr/>
          <p:nvPr/>
        </p:nvSpPr>
        <p:spPr>
          <a:xfrm>
            <a:off x="2365200" y="4437000"/>
            <a:ext cx="839520" cy="106956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845" name="Line 21"/>
          <p:cNvSpPr/>
          <p:nvPr/>
        </p:nvSpPr>
        <p:spPr>
          <a:xfrm>
            <a:off x="2062080" y="4416120"/>
            <a:ext cx="438120" cy="230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46" name="Line 22"/>
          <p:cNvSpPr/>
          <p:nvPr/>
        </p:nvSpPr>
        <p:spPr>
          <a:xfrm flipV="1">
            <a:off x="2185920" y="5360760"/>
            <a:ext cx="231840" cy="2556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47" name="Line 23"/>
          <p:cNvSpPr/>
          <p:nvPr/>
        </p:nvSpPr>
        <p:spPr>
          <a:xfrm>
            <a:off x="3184200" y="4954320"/>
            <a:ext cx="584280" cy="9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48" name="Line 24"/>
          <p:cNvSpPr/>
          <p:nvPr/>
        </p:nvSpPr>
        <p:spPr>
          <a:xfrm flipV="1">
            <a:off x="2101680" y="5711760"/>
            <a:ext cx="0" cy="163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849" name="Line 25"/>
          <p:cNvSpPr/>
          <p:nvPr/>
        </p:nvSpPr>
        <p:spPr>
          <a:xfrm flipV="1">
            <a:off x="1976400" y="4489200"/>
            <a:ext cx="0" cy="39852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850" name="Line 26"/>
          <p:cNvSpPr/>
          <p:nvPr/>
        </p:nvSpPr>
        <p:spPr>
          <a:xfrm>
            <a:off x="3854160" y="5020920"/>
            <a:ext cx="0" cy="7509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851" name="Line 27"/>
          <p:cNvSpPr/>
          <p:nvPr/>
        </p:nvSpPr>
        <p:spPr>
          <a:xfrm flipH="1" flipV="1">
            <a:off x="4935240" y="5011560"/>
            <a:ext cx="5040" cy="2206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852" name="CustomShape 28"/>
          <p:cNvSpPr/>
          <p:nvPr/>
        </p:nvSpPr>
        <p:spPr>
          <a:xfrm>
            <a:off x="735480" y="4156200"/>
            <a:ext cx="3578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A</a:t>
            </a:r>
            <a:endParaRPr lang="nl-NL" sz="2400" b="0" strike="noStrike" spc="-1">
              <a:latin typeface="Calibri"/>
            </a:endParaRPr>
          </a:p>
        </p:txBody>
      </p:sp>
      <p:sp>
        <p:nvSpPr>
          <p:cNvPr id="2853" name="Line 29"/>
          <p:cNvSpPr/>
          <p:nvPr/>
        </p:nvSpPr>
        <p:spPr>
          <a:xfrm>
            <a:off x="5045040" y="4921200"/>
            <a:ext cx="119844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854" name="Group 30"/>
          <p:cNvGrpSpPr/>
          <p:nvPr/>
        </p:nvGrpSpPr>
        <p:grpSpPr>
          <a:xfrm>
            <a:off x="7369200" y="4844880"/>
            <a:ext cx="1563480" cy="460080"/>
            <a:chOff x="7369200" y="4844880"/>
            <a:chExt cx="1563480" cy="460080"/>
          </a:xfrm>
        </p:grpSpPr>
        <p:sp>
          <p:nvSpPr>
            <p:cNvPr id="2855" name="CustomShape 31"/>
            <p:cNvSpPr/>
            <p:nvPr/>
          </p:nvSpPr>
          <p:spPr>
            <a:xfrm>
              <a:off x="7369200" y="484488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222.222.222.222</a:t>
              </a:r>
              <a:endParaRPr lang="nl-NL" sz="1200" b="0" strike="noStrike" spc="-1">
                <a:latin typeface="Calibri"/>
              </a:endParaRPr>
            </a:p>
          </p:txBody>
        </p:sp>
        <p:sp>
          <p:nvSpPr>
            <p:cNvPr id="2856" name="CustomShape 32"/>
            <p:cNvSpPr/>
            <p:nvPr/>
          </p:nvSpPr>
          <p:spPr>
            <a:xfrm>
              <a:off x="7370640" y="5032440"/>
              <a:ext cx="1562040" cy="272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49-BD-D2-C7-56-2A</a:t>
              </a:r>
              <a:endParaRPr lang="nl-NL" sz="1200" b="0" strike="noStrike" spc="-1">
                <a:latin typeface="Calibri"/>
              </a:endParaRPr>
            </a:p>
          </p:txBody>
        </p:sp>
      </p:grpSp>
      <p:sp>
        <p:nvSpPr>
          <p:cNvPr id="2857" name="Line 33"/>
          <p:cNvSpPr/>
          <p:nvPr/>
        </p:nvSpPr>
        <p:spPr>
          <a:xfrm flipV="1">
            <a:off x="6943680" y="4416120"/>
            <a:ext cx="450720" cy="317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58" name="Line 34"/>
          <p:cNvSpPr/>
          <p:nvPr/>
        </p:nvSpPr>
        <p:spPr>
          <a:xfrm flipH="1" flipV="1">
            <a:off x="7468920" y="4492440"/>
            <a:ext cx="11160" cy="38880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859" name="CustomShape 35"/>
          <p:cNvSpPr/>
          <p:nvPr/>
        </p:nvSpPr>
        <p:spPr>
          <a:xfrm>
            <a:off x="7069320" y="5811840"/>
            <a:ext cx="133164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222.222.222.221</a:t>
            </a:r>
            <a:endParaRPr lang="nl-NL" sz="1200" b="0" strike="noStrike" spc="-1">
              <a:latin typeface="Calibri"/>
            </a:endParaRPr>
          </a:p>
        </p:txBody>
      </p:sp>
      <p:sp>
        <p:nvSpPr>
          <p:cNvPr id="2860" name="CustomShape 36"/>
          <p:cNvSpPr/>
          <p:nvPr/>
        </p:nvSpPr>
        <p:spPr>
          <a:xfrm>
            <a:off x="7076160" y="5986440"/>
            <a:ext cx="15040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88-B2-2F-54-1A-0F</a:t>
            </a:r>
            <a:endParaRPr lang="nl-NL" sz="1200" b="0" strike="noStrike" spc="-1">
              <a:latin typeface="Calibri"/>
            </a:endParaRPr>
          </a:p>
        </p:txBody>
      </p:sp>
      <p:sp>
        <p:nvSpPr>
          <p:cNvPr id="2861" name="Line 37"/>
          <p:cNvSpPr/>
          <p:nvPr/>
        </p:nvSpPr>
        <p:spPr>
          <a:xfrm flipH="1" flipV="1">
            <a:off x="6873840" y="5313240"/>
            <a:ext cx="253800" cy="2509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62" name="Line 38"/>
          <p:cNvSpPr/>
          <p:nvPr/>
        </p:nvSpPr>
        <p:spPr>
          <a:xfrm flipH="1">
            <a:off x="7208640" y="5654520"/>
            <a:ext cx="4680" cy="20160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863" name="CustomShape 39"/>
          <p:cNvSpPr/>
          <p:nvPr/>
        </p:nvSpPr>
        <p:spPr>
          <a:xfrm>
            <a:off x="6203880" y="4440240"/>
            <a:ext cx="764640" cy="1080720"/>
          </a:xfrm>
          <a:custGeom>
            <a:avLst/>
            <a:gdLst/>
            <a:ahLst/>
            <a:cxnLst/>
            <a:rect l="l" t="t"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CCFF"/>
          </a:solidFill>
          <a:ln w="9360">
            <a:solidFill>
              <a:schemeClr val="tx1"/>
            </a:solidFill>
            <a:round/>
          </a:ln>
        </p:spPr>
        <p:style>
          <a:lnRef idx="0">
            <a:scrgbClr r="0" g="0" b="0"/>
          </a:lnRef>
          <a:fillRef idx="0">
            <a:scrgbClr r="0" g="0" b="0"/>
          </a:fillRef>
          <a:effectRef idx="0">
            <a:scrgbClr r="0" g="0" b="0"/>
          </a:effectRef>
          <a:fontRef idx="minor"/>
        </p:style>
      </p:sp>
      <p:sp>
        <p:nvSpPr>
          <p:cNvPr id="2864" name="CustomShape 40"/>
          <p:cNvSpPr/>
          <p:nvPr/>
        </p:nvSpPr>
        <p:spPr>
          <a:xfrm>
            <a:off x="8312040" y="4073400"/>
            <a:ext cx="34704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strike="noStrike" spc="-1">
                <a:solidFill>
                  <a:srgbClr val="FF0000"/>
                </a:solidFill>
                <a:latin typeface="Calibri"/>
              </a:rPr>
              <a:t>B</a:t>
            </a:r>
            <a:endParaRPr lang="nl-NL" sz="2400" b="0" strike="noStrike" spc="-1">
              <a:latin typeface="Calibri"/>
            </a:endParaRPr>
          </a:p>
        </p:txBody>
      </p:sp>
      <p:grpSp>
        <p:nvGrpSpPr>
          <p:cNvPr id="2865" name="Group 41"/>
          <p:cNvGrpSpPr/>
          <p:nvPr/>
        </p:nvGrpSpPr>
        <p:grpSpPr>
          <a:xfrm>
            <a:off x="7178760" y="4033800"/>
            <a:ext cx="1009440" cy="853560"/>
            <a:chOff x="7178760" y="4033800"/>
            <a:chExt cx="1009440" cy="853560"/>
          </a:xfrm>
        </p:grpSpPr>
        <p:grpSp>
          <p:nvGrpSpPr>
            <p:cNvPr id="2866" name="Group 42"/>
            <p:cNvGrpSpPr/>
            <p:nvPr/>
          </p:nvGrpSpPr>
          <p:grpSpPr>
            <a:xfrm>
              <a:off x="7178760" y="4033800"/>
              <a:ext cx="1009440" cy="853560"/>
              <a:chOff x="7178760" y="4033800"/>
              <a:chExt cx="1009440" cy="853560"/>
            </a:xfrm>
          </p:grpSpPr>
          <p:pic>
            <p:nvPicPr>
              <p:cNvPr id="2867" name="Picture 45" descr="desktop_computer_stylized_medium"/>
              <p:cNvPicPr/>
              <p:nvPr/>
            </p:nvPicPr>
            <p:blipFill>
              <a:blip r:embed="rId3"/>
              <a:stretch/>
            </p:blipFill>
            <p:spPr>
              <a:xfrm flipH="1">
                <a:off x="7178760" y="4033800"/>
                <a:ext cx="1009440" cy="853560"/>
              </a:xfrm>
              <a:prstGeom prst="rect">
                <a:avLst/>
              </a:prstGeom>
              <a:ln>
                <a:noFill/>
              </a:ln>
            </p:spPr>
          </p:pic>
          <p:sp>
            <p:nvSpPr>
              <p:cNvPr id="2868" name="CustomShape 43"/>
              <p:cNvSpPr/>
              <p:nvPr/>
            </p:nvSpPr>
            <p:spPr>
              <a:xfrm flipH="1">
                <a:off x="7608240" y="4115880"/>
                <a:ext cx="490680" cy="39060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869" name="CustomShape 44"/>
            <p:cNvSpPr/>
            <p:nvPr/>
          </p:nvSpPr>
          <p:spPr>
            <a:xfrm rot="16200000">
              <a:off x="7437960" y="4309560"/>
              <a:ext cx="126720" cy="1947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870" name="Group 45"/>
          <p:cNvGrpSpPr/>
          <p:nvPr/>
        </p:nvGrpSpPr>
        <p:grpSpPr>
          <a:xfrm>
            <a:off x="3757680" y="4714920"/>
            <a:ext cx="1292040" cy="424800"/>
            <a:chOff x="3757680" y="4714920"/>
            <a:chExt cx="1292040" cy="424800"/>
          </a:xfrm>
        </p:grpSpPr>
        <p:sp>
          <p:nvSpPr>
            <p:cNvPr id="2871" name="CustomShape 46"/>
            <p:cNvSpPr/>
            <p:nvPr/>
          </p:nvSpPr>
          <p:spPr>
            <a:xfrm rot="16200000">
              <a:off x="4880160" y="4827960"/>
              <a:ext cx="13932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872" name="Group 47"/>
            <p:cNvGrpSpPr/>
            <p:nvPr/>
          </p:nvGrpSpPr>
          <p:grpSpPr>
            <a:xfrm>
              <a:off x="3948120" y="4714920"/>
              <a:ext cx="912960" cy="424800"/>
              <a:chOff x="3948120" y="4714920"/>
              <a:chExt cx="912960" cy="424800"/>
            </a:xfrm>
          </p:grpSpPr>
          <p:sp>
            <p:nvSpPr>
              <p:cNvPr id="2873" name="CustomShape 48"/>
              <p:cNvSpPr/>
              <p:nvPr/>
            </p:nvSpPr>
            <p:spPr>
              <a:xfrm>
                <a:off x="3951720" y="4902840"/>
                <a:ext cx="905760" cy="23688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sp>
            <p:nvSpPr>
              <p:cNvPr id="2874" name="CustomShape 49"/>
              <p:cNvSpPr/>
              <p:nvPr/>
            </p:nvSpPr>
            <p:spPr>
              <a:xfrm>
                <a:off x="3951720" y="4876200"/>
                <a:ext cx="909360" cy="147600"/>
              </a:xfrm>
              <a:prstGeom prst="rect">
                <a:avLst/>
              </a:prstGeom>
              <a:gradFill rotWithShape="0">
                <a:gsLst>
                  <a:gs pos="0">
                    <a:srgbClr val="0000FF"/>
                  </a:gs>
                  <a:gs pos="100000">
                    <a:srgbClr val="FFFFFF"/>
                  </a:gs>
                </a:gsLst>
                <a:lin ang="0"/>
              </a:gradFill>
              <a:ln>
                <a:noFill/>
              </a:ln>
            </p:spPr>
            <p:style>
              <a:lnRef idx="0">
                <a:scrgbClr r="0" g="0" b="0"/>
              </a:lnRef>
              <a:fillRef idx="0">
                <a:scrgbClr r="0" g="0" b="0"/>
              </a:fillRef>
              <a:effectRef idx="0">
                <a:scrgbClr r="0" g="0" b="0"/>
              </a:effectRef>
              <a:fontRef idx="minor"/>
            </p:style>
          </p:sp>
          <p:sp>
            <p:nvSpPr>
              <p:cNvPr id="2875" name="CustomShape 50"/>
              <p:cNvSpPr/>
              <p:nvPr/>
            </p:nvSpPr>
            <p:spPr>
              <a:xfrm>
                <a:off x="3948120" y="4714920"/>
                <a:ext cx="905760" cy="277200"/>
              </a:xfrm>
              <a:prstGeom prst="ellipse">
                <a:avLst/>
              </a:prstGeom>
              <a:gradFill rotWithShape="0">
                <a:gsLst>
                  <a:gs pos="0">
                    <a:srgbClr val="0000FF"/>
                  </a:gs>
                  <a:gs pos="100000">
                    <a:srgbClr val="FFFFFF"/>
                  </a:gs>
                </a:gsLst>
                <a:lin ang="0"/>
              </a:gradFill>
              <a:ln w="9360">
                <a:solidFill>
                  <a:schemeClr val="tx1"/>
                </a:solidFill>
                <a:round/>
              </a:ln>
            </p:spPr>
            <p:style>
              <a:lnRef idx="0">
                <a:scrgbClr r="0" g="0" b="0"/>
              </a:lnRef>
              <a:fillRef idx="0">
                <a:scrgbClr r="0" g="0" b="0"/>
              </a:fillRef>
              <a:effectRef idx="0">
                <a:scrgbClr r="0" g="0" b="0"/>
              </a:effectRef>
              <a:fontRef idx="minor"/>
            </p:style>
          </p:sp>
          <p:grpSp>
            <p:nvGrpSpPr>
              <p:cNvPr id="2876" name="Group 51"/>
              <p:cNvGrpSpPr/>
              <p:nvPr/>
            </p:nvGrpSpPr>
            <p:grpSpPr>
              <a:xfrm>
                <a:off x="4129920" y="4786560"/>
                <a:ext cx="511920" cy="129600"/>
                <a:chOff x="4129920" y="4786560"/>
                <a:chExt cx="511920" cy="129600"/>
              </a:xfrm>
            </p:grpSpPr>
            <p:sp>
              <p:nvSpPr>
                <p:cNvPr id="2877" name="CustomShape 52"/>
                <p:cNvSpPr/>
                <p:nvPr/>
              </p:nvSpPr>
              <p:spPr>
                <a:xfrm>
                  <a:off x="4129920" y="4786560"/>
                  <a:ext cx="511920" cy="129600"/>
                </a:xfrm>
                <a:custGeom>
                  <a:avLst/>
                  <a:gdLst/>
                  <a:ahLst/>
                  <a:cxnLst/>
                  <a:rect l="l" t="t" r="r" b="b"/>
                  <a:pathLst>
                    <a:path w="310" h="60">
                      <a:moveTo>
                        <a:pt x="0" y="60"/>
                      </a:moveTo>
                      <a:lnTo>
                        <a:pt x="96" y="60"/>
                      </a:lnTo>
                      <a:lnTo>
                        <a:pt x="192" y="0"/>
                      </a:lnTo>
                      <a:lnTo>
                        <a:pt x="310" y="0"/>
                      </a:lnTo>
                    </a:path>
                  </a:pathLst>
                </a:custGeom>
                <a:noFill/>
                <a:ln w="12600">
                  <a:solidFill>
                    <a:schemeClr val="tx1"/>
                  </a:solidFill>
                  <a:round/>
                </a:ln>
              </p:spPr>
              <p:style>
                <a:lnRef idx="0">
                  <a:scrgbClr r="0" g="0" b="0"/>
                </a:lnRef>
                <a:fillRef idx="0">
                  <a:scrgbClr r="0" g="0" b="0"/>
                </a:fillRef>
                <a:effectRef idx="0">
                  <a:scrgbClr r="0" g="0" b="0"/>
                </a:effectRef>
                <a:fontRef idx="minor"/>
              </p:style>
            </p:sp>
            <p:sp>
              <p:nvSpPr>
                <p:cNvPr id="2878" name="CustomShape 53"/>
                <p:cNvSpPr/>
                <p:nvPr/>
              </p:nvSpPr>
              <p:spPr>
                <a:xfrm>
                  <a:off x="4153320" y="4786560"/>
                  <a:ext cx="465840" cy="129600"/>
                </a:xfrm>
                <a:custGeom>
                  <a:avLst/>
                  <a:gdLst/>
                  <a:ahLst/>
                  <a:cxnLst/>
                  <a:rect l="l" t="t" r="r" b="b"/>
                  <a:pathLst>
                    <a:path w="282" h="60">
                      <a:moveTo>
                        <a:pt x="0" y="0"/>
                      </a:moveTo>
                      <a:lnTo>
                        <a:pt x="96" y="0"/>
                      </a:lnTo>
                      <a:lnTo>
                        <a:pt x="192" y="60"/>
                      </a:lnTo>
                      <a:lnTo>
                        <a:pt x="282" y="60"/>
                      </a:lnTo>
                    </a:path>
                  </a:pathLst>
                </a:custGeom>
                <a:noFill/>
                <a:ln w="12600">
                  <a:solidFill>
                    <a:schemeClr val="tx1"/>
                  </a:solidFill>
                  <a:round/>
                </a:ln>
              </p:spPr>
              <p:style>
                <a:lnRef idx="0">
                  <a:scrgbClr r="0" g="0" b="0"/>
                </a:lnRef>
                <a:fillRef idx="0">
                  <a:scrgbClr r="0" g="0" b="0"/>
                </a:fillRef>
                <a:effectRef idx="0">
                  <a:scrgbClr r="0" g="0" b="0"/>
                </a:effectRef>
                <a:fontRef idx="minor"/>
              </p:style>
            </p:sp>
          </p:grpSp>
          <p:sp>
            <p:nvSpPr>
              <p:cNvPr id="2879" name="Line 54"/>
              <p:cNvSpPr/>
              <p:nvPr/>
            </p:nvSpPr>
            <p:spPr>
              <a:xfrm>
                <a:off x="3951720" y="4844520"/>
                <a:ext cx="0" cy="1882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880" name="Line 55"/>
              <p:cNvSpPr/>
              <p:nvPr/>
            </p:nvSpPr>
            <p:spPr>
              <a:xfrm>
                <a:off x="4853880" y="4853520"/>
                <a:ext cx="0" cy="18360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881" name="CustomShape 56"/>
            <p:cNvSpPr/>
            <p:nvPr/>
          </p:nvSpPr>
          <p:spPr>
            <a:xfrm rot="16200000">
              <a:off x="3788640" y="4838040"/>
              <a:ext cx="137880" cy="1998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882" name="Group 57"/>
          <p:cNvGrpSpPr/>
          <p:nvPr/>
        </p:nvGrpSpPr>
        <p:grpSpPr>
          <a:xfrm>
            <a:off x="1483200" y="5313240"/>
            <a:ext cx="700920" cy="517320"/>
            <a:chOff x="1483200" y="5313240"/>
            <a:chExt cx="700920" cy="517320"/>
          </a:xfrm>
        </p:grpSpPr>
        <p:sp>
          <p:nvSpPr>
            <p:cNvPr id="2883" name="CustomShape 58"/>
            <p:cNvSpPr/>
            <p:nvPr/>
          </p:nvSpPr>
          <p:spPr>
            <a:xfrm rot="16200000">
              <a:off x="2062080" y="554220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884" name="Group 59"/>
            <p:cNvGrpSpPr/>
            <p:nvPr/>
          </p:nvGrpSpPr>
          <p:grpSpPr>
            <a:xfrm>
              <a:off x="1483200" y="5313240"/>
              <a:ext cx="639720" cy="517320"/>
              <a:chOff x="1483200" y="5313240"/>
              <a:chExt cx="639720" cy="517320"/>
            </a:xfrm>
          </p:grpSpPr>
          <p:pic>
            <p:nvPicPr>
              <p:cNvPr id="2885" name="Picture 50" descr="desktop_computer_stylized_medium"/>
              <p:cNvPicPr/>
              <p:nvPr/>
            </p:nvPicPr>
            <p:blipFill>
              <a:blip r:embed="rId4"/>
              <a:stretch/>
            </p:blipFill>
            <p:spPr>
              <a:xfrm flipH="1">
                <a:off x="1483200" y="5313240"/>
                <a:ext cx="639720" cy="517320"/>
              </a:xfrm>
              <a:prstGeom prst="rect">
                <a:avLst/>
              </a:prstGeom>
              <a:ln>
                <a:noFill/>
              </a:ln>
            </p:spPr>
          </p:pic>
          <p:sp>
            <p:nvSpPr>
              <p:cNvPr id="2886" name="CustomShape 60"/>
              <p:cNvSpPr/>
              <p:nvPr/>
            </p:nvSpPr>
            <p:spPr>
              <a:xfrm flipH="1">
                <a:off x="1755360" y="5362920"/>
                <a:ext cx="31104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sp>
        <p:nvSpPr>
          <p:cNvPr id="2887" name="CustomShape 61"/>
          <p:cNvSpPr/>
          <p:nvPr/>
        </p:nvSpPr>
        <p:spPr>
          <a:xfrm>
            <a:off x="706320" y="1084320"/>
            <a:ext cx="7772040" cy="55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R forwards datagram with IP source A, destination B </a:t>
            </a:r>
            <a:endParaRPr lang="nl-NL" sz="2000" b="0" strike="noStrike" spc="-1">
              <a:latin typeface="Calibri"/>
            </a:endParaRPr>
          </a:p>
        </p:txBody>
      </p:sp>
      <p:sp>
        <p:nvSpPr>
          <p:cNvPr id="2888" name="CustomShape 62"/>
          <p:cNvSpPr/>
          <p:nvPr/>
        </p:nvSpPr>
        <p:spPr>
          <a:xfrm>
            <a:off x="719280" y="1441440"/>
            <a:ext cx="7772040" cy="72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ct val="85000"/>
              </a:lnSpc>
              <a:spcBef>
                <a:spcPts val="400"/>
              </a:spcBef>
              <a:buClr>
                <a:srgbClr val="000099"/>
              </a:buClr>
              <a:buSzPct val="65000"/>
              <a:buFont typeface="Wingdings" charset="2"/>
              <a:buChar char=""/>
            </a:pPr>
            <a:r>
              <a:rPr lang="en-US" sz="2000" b="0" strike="noStrike" spc="-1">
                <a:solidFill>
                  <a:srgbClr val="000000"/>
                </a:solidFill>
                <a:latin typeface="Gill Sans MT"/>
                <a:ea typeface="ＭＳ Ｐゴシック"/>
              </a:rPr>
              <a:t>R creates link-layer frame with B's MAC address as dest, frame contains A-to-B IP datagram</a:t>
            </a:r>
            <a:endParaRPr lang="nl-NL" sz="2000" b="0" strike="noStrike" spc="-1">
              <a:latin typeface="Calibri"/>
            </a:endParaRPr>
          </a:p>
        </p:txBody>
      </p:sp>
      <p:sp>
        <p:nvSpPr>
          <p:cNvPr id="2889" name="CustomShape 63"/>
          <p:cNvSpPr/>
          <p:nvPr/>
        </p:nvSpPr>
        <p:spPr>
          <a:xfrm>
            <a:off x="6719760" y="2897280"/>
            <a:ext cx="313920" cy="791640"/>
          </a:xfrm>
          <a:prstGeom prst="downArrow">
            <a:avLst>
              <a:gd name="adj1" fmla="val 50000"/>
              <a:gd name="adj2" fmla="val 63005"/>
            </a:avLst>
          </a:prstGeom>
          <a:gradFill rotWithShape="0">
            <a:gsLst>
              <a:gs pos="0">
                <a:srgbClr val="FFFFFF"/>
              </a:gs>
              <a:gs pos="100000">
                <a:srgbClr val="FF0000"/>
              </a:gs>
            </a:gsLst>
            <a:lin ang="5400000"/>
          </a:gradFill>
          <a:ln w="9360">
            <a:solidFill>
              <a:schemeClr val="bg1"/>
            </a:solidFill>
            <a:miter/>
          </a:ln>
        </p:spPr>
        <p:style>
          <a:lnRef idx="0">
            <a:scrgbClr r="0" g="0" b="0"/>
          </a:lnRef>
          <a:fillRef idx="0">
            <a:scrgbClr r="0" g="0" b="0"/>
          </a:fillRef>
          <a:effectRef idx="0">
            <a:scrgbClr r="0" g="0" b="0"/>
          </a:effectRef>
          <a:fontRef idx="minor"/>
        </p:style>
      </p:sp>
      <p:grpSp>
        <p:nvGrpSpPr>
          <p:cNvPr id="2890" name="Group 64"/>
          <p:cNvGrpSpPr/>
          <p:nvPr/>
        </p:nvGrpSpPr>
        <p:grpSpPr>
          <a:xfrm>
            <a:off x="6222240" y="2454120"/>
            <a:ext cx="2019240" cy="760320"/>
            <a:chOff x="6222240" y="2454120"/>
            <a:chExt cx="2019240" cy="760320"/>
          </a:xfrm>
        </p:grpSpPr>
        <p:grpSp>
          <p:nvGrpSpPr>
            <p:cNvPr id="2891" name="Group 65"/>
            <p:cNvGrpSpPr/>
            <p:nvPr/>
          </p:nvGrpSpPr>
          <p:grpSpPr>
            <a:xfrm>
              <a:off x="6280200" y="2970000"/>
              <a:ext cx="1096560" cy="244440"/>
              <a:chOff x="6280200" y="2970000"/>
              <a:chExt cx="1096560" cy="244440"/>
            </a:xfrm>
          </p:grpSpPr>
          <p:sp>
            <p:nvSpPr>
              <p:cNvPr id="2892" name="CustomShape 66"/>
              <p:cNvSpPr/>
              <p:nvPr/>
            </p:nvSpPr>
            <p:spPr>
              <a:xfrm>
                <a:off x="6280200" y="297180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893" name="Line 67"/>
              <p:cNvSpPr/>
              <p:nvPr/>
            </p:nvSpPr>
            <p:spPr>
              <a:xfrm>
                <a:off x="6448320" y="297000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894" name="Line 68"/>
              <p:cNvSpPr/>
              <p:nvPr/>
            </p:nvSpPr>
            <p:spPr>
              <a:xfrm>
                <a:off x="6591240" y="297324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895" name="CustomShape 69"/>
            <p:cNvSpPr/>
            <p:nvPr/>
          </p:nvSpPr>
          <p:spPr>
            <a:xfrm>
              <a:off x="6222240" y="2454120"/>
              <a:ext cx="201924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IP src: 111.111.111.111</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IP dest: 222.222.222.222</a:t>
              </a:r>
              <a:endParaRPr lang="nl-NL" sz="1200" b="0" strike="noStrike" spc="-1">
                <a:latin typeface="Calibri"/>
              </a:endParaRPr>
            </a:p>
          </p:txBody>
        </p:sp>
      </p:grpSp>
      <p:grpSp>
        <p:nvGrpSpPr>
          <p:cNvPr id="2896" name="Group 70"/>
          <p:cNvGrpSpPr/>
          <p:nvPr/>
        </p:nvGrpSpPr>
        <p:grpSpPr>
          <a:xfrm>
            <a:off x="6349680" y="2705040"/>
            <a:ext cx="146160" cy="385560"/>
            <a:chOff x="6349680" y="2705040"/>
            <a:chExt cx="146160" cy="385560"/>
          </a:xfrm>
        </p:grpSpPr>
        <p:sp>
          <p:nvSpPr>
            <p:cNvPr id="2897" name="Line 71"/>
            <p:cNvSpPr/>
            <p:nvPr/>
          </p:nvSpPr>
          <p:spPr>
            <a:xfrm>
              <a:off x="6349680" y="2705040"/>
              <a:ext cx="0" cy="3855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898" name="Line 72"/>
            <p:cNvSpPr/>
            <p:nvPr/>
          </p:nvSpPr>
          <p:spPr>
            <a:xfrm>
              <a:off x="6495840" y="2889000"/>
              <a:ext cx="0" cy="2001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grpSp>
        <p:nvGrpSpPr>
          <p:cNvPr id="2899" name="Group 73"/>
          <p:cNvGrpSpPr/>
          <p:nvPr/>
        </p:nvGrpSpPr>
        <p:grpSpPr>
          <a:xfrm>
            <a:off x="5798160" y="2046240"/>
            <a:ext cx="2403360" cy="1519200"/>
            <a:chOff x="5798160" y="2046240"/>
            <a:chExt cx="2403360" cy="1519200"/>
          </a:xfrm>
        </p:grpSpPr>
        <p:sp>
          <p:nvSpPr>
            <p:cNvPr id="2900" name="CustomShape 74"/>
            <p:cNvSpPr/>
            <p:nvPr/>
          </p:nvSpPr>
          <p:spPr>
            <a:xfrm>
              <a:off x="5798160" y="2046240"/>
              <a:ext cx="2403360" cy="637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a:solidFill>
                    <a:srgbClr val="000000"/>
                  </a:solidFill>
                  <a:latin typeface="Arial"/>
                  <a:ea typeface="ＭＳ Ｐゴシック"/>
                </a:rPr>
                <a:t>MAC src: </a:t>
              </a:r>
              <a:r>
                <a:rPr lang="en-US" sz="1200" b="0" strike="noStrike" spc="-1">
                  <a:solidFill>
                    <a:srgbClr val="FF0000"/>
                  </a:solidFill>
                  <a:latin typeface="Arial"/>
                  <a:ea typeface="ＭＳ Ｐゴシック"/>
                </a:rPr>
                <a:t>1A-23-F9-CD-06-9B</a:t>
              </a:r>
              <a:endParaRPr lang="nl-NL" sz="1200" b="0" strike="noStrike" spc="-1">
                <a:latin typeface="Calibri"/>
              </a:endParaRPr>
            </a:p>
            <a:p>
              <a:pPr>
                <a:lnSpc>
                  <a:spcPct val="100000"/>
                </a:lnSpc>
              </a:pPr>
              <a:r>
                <a:rPr lang="en-US" sz="1200" b="0" strike="noStrike" spc="-1">
                  <a:solidFill>
                    <a:srgbClr val="000000"/>
                  </a:solidFill>
                  <a:latin typeface="Arial"/>
                  <a:ea typeface="ＭＳ Ｐゴシック"/>
                </a:rPr>
                <a:t>  MAC dest: </a:t>
              </a:r>
              <a:r>
                <a:rPr lang="en-US" sz="1200" b="0" strike="noStrike" spc="-1">
                  <a:solidFill>
                    <a:srgbClr val="FF0000"/>
                  </a:solidFill>
                  <a:latin typeface="Arial"/>
                  <a:ea typeface="ＭＳ Ｐゴシック"/>
                </a:rPr>
                <a:t>49-BD-D2-C7-56-2A</a:t>
              </a:r>
              <a:endParaRPr lang="nl-NL" sz="1200" b="0" strike="noStrike" spc="-1">
                <a:latin typeface="Calibri"/>
              </a:endParaRPr>
            </a:p>
            <a:p>
              <a:pPr>
                <a:lnSpc>
                  <a:spcPct val="100000"/>
                </a:lnSpc>
              </a:pPr>
              <a:endParaRPr lang="nl-NL" sz="1200" b="0" strike="noStrike" spc="-1">
                <a:latin typeface="Calibri"/>
              </a:endParaRPr>
            </a:p>
          </p:txBody>
        </p:sp>
        <p:grpSp>
          <p:nvGrpSpPr>
            <p:cNvPr id="2901" name="Group 75"/>
            <p:cNvGrpSpPr/>
            <p:nvPr/>
          </p:nvGrpSpPr>
          <p:grpSpPr>
            <a:xfrm>
              <a:off x="5880240" y="3265200"/>
              <a:ext cx="1665000" cy="300240"/>
              <a:chOff x="5880240" y="3265200"/>
              <a:chExt cx="1665000" cy="300240"/>
            </a:xfrm>
          </p:grpSpPr>
          <p:sp>
            <p:nvSpPr>
              <p:cNvPr id="2902" name="CustomShape 76"/>
              <p:cNvSpPr/>
              <p:nvPr/>
            </p:nvSpPr>
            <p:spPr>
              <a:xfrm>
                <a:off x="5880240" y="3268800"/>
                <a:ext cx="1665000" cy="293400"/>
              </a:xfrm>
              <a:prstGeom prst="rect">
                <a:avLst/>
              </a:prstGeom>
              <a:solidFill>
                <a:srgbClr val="000099"/>
              </a:solidFill>
              <a:ln w="9360">
                <a:solidFill>
                  <a:schemeClr val="tx1"/>
                </a:solidFill>
                <a:miter/>
              </a:ln>
            </p:spPr>
            <p:style>
              <a:lnRef idx="0">
                <a:scrgbClr r="0" g="0" b="0"/>
              </a:lnRef>
              <a:fillRef idx="0">
                <a:scrgbClr r="0" g="0" b="0"/>
              </a:fillRef>
              <a:effectRef idx="0">
                <a:scrgbClr r="0" g="0" b="0"/>
              </a:effectRef>
              <a:fontRef idx="minor"/>
            </p:style>
          </p:sp>
          <p:sp>
            <p:nvSpPr>
              <p:cNvPr id="2903" name="CustomShape 77"/>
              <p:cNvSpPr/>
              <p:nvPr/>
            </p:nvSpPr>
            <p:spPr>
              <a:xfrm>
                <a:off x="6275520" y="3297240"/>
                <a:ext cx="1096560" cy="24264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2904" name="Line 78"/>
              <p:cNvSpPr/>
              <p:nvPr/>
            </p:nvSpPr>
            <p:spPr>
              <a:xfrm>
                <a:off x="6437160" y="330192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905" name="Line 79"/>
              <p:cNvSpPr/>
              <p:nvPr/>
            </p:nvSpPr>
            <p:spPr>
              <a:xfrm>
                <a:off x="6589440" y="3301920"/>
                <a:ext cx="0" cy="2412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906" name="Line 80"/>
              <p:cNvSpPr/>
              <p:nvPr/>
            </p:nvSpPr>
            <p:spPr>
              <a:xfrm>
                <a:off x="6008400" y="3265200"/>
                <a:ext cx="0" cy="30024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907" name="Line 81"/>
              <p:cNvSpPr/>
              <p:nvPr/>
            </p:nvSpPr>
            <p:spPr>
              <a:xfrm>
                <a:off x="6161040" y="3265200"/>
                <a:ext cx="0" cy="300240"/>
              </a:xfrm>
              <a:prstGeom prst="line">
                <a:avLst/>
              </a:prstGeom>
              <a:ln w="19080">
                <a:solidFill>
                  <a:schemeClr val="bg1"/>
                </a:solidFill>
                <a:round/>
              </a:ln>
            </p:spPr>
            <p:style>
              <a:lnRef idx="0">
                <a:scrgbClr r="0" g="0" b="0"/>
              </a:lnRef>
              <a:fillRef idx="0">
                <a:scrgbClr r="0" g="0" b="0"/>
              </a:fillRef>
              <a:effectRef idx="0">
                <a:scrgbClr r="0" g="0" b="0"/>
              </a:effectRef>
              <a:fontRef idx="minor"/>
            </p:style>
          </p:sp>
        </p:grpSp>
        <p:sp>
          <p:nvSpPr>
            <p:cNvPr id="2908" name="Line 82"/>
            <p:cNvSpPr/>
            <p:nvPr/>
          </p:nvSpPr>
          <p:spPr>
            <a:xfrm flipV="1">
              <a:off x="5938560" y="2303280"/>
              <a:ext cx="3240" cy="111456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909" name="Line 83"/>
            <p:cNvSpPr/>
            <p:nvPr/>
          </p:nvSpPr>
          <p:spPr>
            <a:xfrm flipV="1">
              <a:off x="6078240" y="2468520"/>
              <a:ext cx="0" cy="9493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910" name="Line 84"/>
            <p:cNvSpPr/>
            <p:nvPr/>
          </p:nvSpPr>
          <p:spPr>
            <a:xfrm flipH="1" flipV="1">
              <a:off x="6348240" y="2678040"/>
              <a:ext cx="3240" cy="74592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911" name="Line 85"/>
            <p:cNvSpPr/>
            <p:nvPr/>
          </p:nvSpPr>
          <p:spPr>
            <a:xfrm>
              <a:off x="6494400" y="2855880"/>
              <a:ext cx="2880" cy="56808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grpSp>
        <p:nvGrpSpPr>
          <p:cNvPr id="2912" name="Group 86"/>
          <p:cNvGrpSpPr/>
          <p:nvPr/>
        </p:nvGrpSpPr>
        <p:grpSpPr>
          <a:xfrm>
            <a:off x="8061480" y="2478240"/>
            <a:ext cx="928440" cy="1953720"/>
            <a:chOff x="8061480" y="2478240"/>
            <a:chExt cx="928440" cy="1953720"/>
          </a:xfrm>
        </p:grpSpPr>
        <p:sp>
          <p:nvSpPr>
            <p:cNvPr id="2913" name="CustomShape 87"/>
            <p:cNvSpPr/>
            <p:nvPr/>
          </p:nvSpPr>
          <p:spPr>
            <a:xfrm>
              <a:off x="8061480" y="2532240"/>
              <a:ext cx="923400" cy="1899720"/>
            </a:xfrm>
            <a:custGeom>
              <a:avLst/>
              <a:gdLst/>
              <a:ahLst/>
              <a:cxnLst/>
              <a:rect l="l" t="t" r="r" b="b"/>
              <a:pathLst>
                <a:path w="582" h="1197">
                  <a:moveTo>
                    <a:pt x="582" y="781"/>
                  </a:moveTo>
                  <a:lnTo>
                    <a:pt x="0" y="1197"/>
                  </a:lnTo>
                  <a:lnTo>
                    <a:pt x="83" y="0"/>
                  </a:lnTo>
                  <a:lnTo>
                    <a:pt x="582" y="781"/>
                  </a:lnTo>
                  <a:close/>
                </a:path>
              </a:pathLst>
            </a:custGeom>
            <a:gradFill rotWithShape="0">
              <a:gsLst>
                <a:gs pos="0">
                  <a:srgbClr val="FFFFFF"/>
                </a:gs>
                <a:gs pos="100000">
                  <a:srgbClr val="FF0000"/>
                </a:gs>
              </a:gsLst>
              <a:lin ang="2700000"/>
            </a:gradFill>
            <a:ln>
              <a:noFill/>
            </a:ln>
          </p:spPr>
          <p:style>
            <a:lnRef idx="0">
              <a:scrgbClr r="0" g="0" b="0"/>
            </a:lnRef>
            <a:fillRef idx="0">
              <a:scrgbClr r="0" g="0" b="0"/>
            </a:fillRef>
            <a:effectRef idx="0">
              <a:scrgbClr r="0" g="0" b="0"/>
            </a:effectRef>
            <a:fontRef idx="minor"/>
          </p:style>
        </p:sp>
        <p:sp>
          <p:nvSpPr>
            <p:cNvPr id="2914" name="CustomShape 88"/>
            <p:cNvSpPr/>
            <p:nvPr/>
          </p:nvSpPr>
          <p:spPr>
            <a:xfrm>
              <a:off x="8201160" y="2508120"/>
              <a:ext cx="782280" cy="12538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915" name="CustomShape 89"/>
            <p:cNvSpPr/>
            <p:nvPr/>
          </p:nvSpPr>
          <p:spPr>
            <a:xfrm>
              <a:off x="8320680" y="2478240"/>
              <a:ext cx="531720" cy="1307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endParaRPr lang="nl-NL" sz="1800" b="0" strike="noStrike" spc="-1">
                <a:latin typeface="Calibri"/>
              </a:endParaRPr>
            </a:p>
            <a:p>
              <a:pPr algn="ctr">
                <a:lnSpc>
                  <a:spcPct val="100000"/>
                </a:lnSpc>
              </a:pPr>
              <a:endParaRPr lang="nl-NL" sz="1800" b="0" strike="noStrike" spc="-1">
                <a:latin typeface="Calibri"/>
              </a:endParaRPr>
            </a:p>
            <a:p>
              <a:pPr algn="ctr">
                <a:lnSpc>
                  <a:spcPct val="100000"/>
                </a:lnSpc>
              </a:pPr>
              <a:r>
                <a:rPr lang="en-US" sz="1600" b="0" strike="noStrike" spc="-1">
                  <a:solidFill>
                    <a:srgbClr val="000000"/>
                  </a:solidFill>
                  <a:latin typeface="Arial"/>
                  <a:ea typeface="ＭＳ Ｐゴシック"/>
                </a:rPr>
                <a:t>IP</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Eth</a:t>
              </a:r>
              <a:endParaRPr lang="nl-NL" sz="1600" b="0" strike="noStrike" spc="-1">
                <a:latin typeface="Calibri"/>
              </a:endParaRPr>
            </a:p>
            <a:p>
              <a:pPr algn="ctr">
                <a:lnSpc>
                  <a:spcPct val="100000"/>
                </a:lnSpc>
              </a:pPr>
              <a:r>
                <a:rPr lang="en-US" sz="1600" b="0" strike="noStrike" spc="-1">
                  <a:solidFill>
                    <a:srgbClr val="000000"/>
                  </a:solidFill>
                  <a:latin typeface="Arial"/>
                  <a:ea typeface="ＭＳ Ｐゴシック"/>
                </a:rPr>
                <a:t>Phy</a:t>
              </a:r>
              <a:endParaRPr lang="nl-NL" sz="1600" b="0" strike="noStrike" spc="-1">
                <a:latin typeface="Calibri"/>
              </a:endParaRPr>
            </a:p>
          </p:txBody>
        </p:sp>
        <p:sp>
          <p:nvSpPr>
            <p:cNvPr id="2916" name="Line 90"/>
            <p:cNvSpPr/>
            <p:nvPr/>
          </p:nvSpPr>
          <p:spPr>
            <a:xfrm>
              <a:off x="8213400" y="325260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917" name="Line 91"/>
            <p:cNvSpPr/>
            <p:nvPr/>
          </p:nvSpPr>
          <p:spPr>
            <a:xfrm>
              <a:off x="8208720" y="350496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918" name="Line 92"/>
            <p:cNvSpPr/>
            <p:nvPr/>
          </p:nvSpPr>
          <p:spPr>
            <a:xfrm>
              <a:off x="8204040" y="375732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919" name="Line 93"/>
            <p:cNvSpPr/>
            <p:nvPr/>
          </p:nvSpPr>
          <p:spPr>
            <a:xfrm>
              <a:off x="8188200" y="2982600"/>
              <a:ext cx="77616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920" name="TextShape 94"/>
          <p:cNvSpPr txBox="1"/>
          <p:nvPr/>
        </p:nvSpPr>
        <p:spPr>
          <a:xfrm>
            <a:off x="2365200" y="-38160"/>
            <a:ext cx="612576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Addressing: routing to another LAN</a:t>
            </a:r>
            <a:endParaRPr lang="nl-NL" sz="2800" b="0" strike="noStrike" spc="-1">
              <a:solidFill>
                <a:srgbClr val="000000"/>
              </a:solidFill>
              <a:latin typeface="Arial"/>
            </a:endParaRPr>
          </a:p>
        </p:txBody>
      </p:sp>
      <p:pic>
        <p:nvPicPr>
          <p:cNvPr id="2921" name="Picture 15" descr="underline_base"/>
          <p:cNvPicPr/>
          <p:nvPr/>
        </p:nvPicPr>
        <p:blipFill>
          <a:blip r:embed="rId5"/>
          <a:stretch/>
        </p:blipFill>
        <p:spPr>
          <a:xfrm>
            <a:off x="2365200" y="763560"/>
            <a:ext cx="5944680" cy="172800"/>
          </a:xfrm>
          <a:prstGeom prst="rect">
            <a:avLst/>
          </a:prstGeom>
          <a:ln>
            <a:noFill/>
          </a:ln>
        </p:spPr>
      </p:pic>
      <p:sp>
        <p:nvSpPr>
          <p:cNvPr id="2922" name="CustomShape 95"/>
          <p:cNvSpPr/>
          <p:nvPr/>
        </p:nvSpPr>
        <p:spPr>
          <a:xfrm>
            <a:off x="719280" y="65786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16</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9" presetClass="exit" fill="hold" nodeType="withEffect">
                                  <p:stCondLst>
                                    <p:cond delay="0"/>
                                  </p:stCondLst>
                                  <p:childTnLst>
                                    <p:animEffect transition="out" filter="dissolve">
                                      <p:cBhvr additive="repl">
                                        <p:cTn id="6" dur="500"/>
                                        <p:tgtEl>
                                          <p:spTgt spid="2899"/>
                                        </p:tgtEl>
                                      </p:cBhvr>
                                    </p:animEffect>
                                    <p:set>
                                      <p:cBhvr>
                                        <p:cTn id="7" dur="1" fill="hold">
                                          <p:stCondLst>
                                            <p:cond delay="499"/>
                                          </p:stCondLst>
                                        </p:cTn>
                                        <p:tgtEl>
                                          <p:spTgt spid="2899"/>
                                        </p:tgtEl>
                                        <p:attrNameLst>
                                          <p:attrName>style.visibility</p:attrName>
                                        </p:attrNameLst>
                                      </p:cBhvr>
                                      <p:to>
                                        <p:strVal val="hidden"/>
                                      </p:to>
                                    </p:set>
                                  </p:childTnLst>
                                </p:cTn>
                              </p:par>
                              <p:par>
                                <p:cTn id="8" presetID="9" presetClass="exit" fill="hold" nodeType="withEffect">
                                  <p:stCondLst>
                                    <p:cond delay="0"/>
                                  </p:stCondLst>
                                  <p:childTnLst>
                                    <p:animEffect transition="out" filter="dissolve">
                                      <p:cBhvr additive="repl">
                                        <p:cTn id="9" dur="500"/>
                                        <p:tgtEl>
                                          <p:spTgt spid="2889"/>
                                        </p:tgtEl>
                                      </p:cBhvr>
                                    </p:animEffect>
                                    <p:set>
                                      <p:cBhvr>
                                        <p:cTn id="10" dur="1" fill="hold">
                                          <p:stCondLst>
                                            <p:cond delay="499"/>
                                          </p:stCondLst>
                                        </p:cTn>
                                        <p:tgtEl>
                                          <p:spTgt spid="28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en-US" sz="2800" b="0" strike="noStrike" spc="-1">
                <a:solidFill>
                  <a:srgbClr val="25167A"/>
                </a:solidFill>
                <a:latin typeface="Arial"/>
              </a:rPr>
              <a:t>Network management</a:t>
            </a:r>
            <a:endParaRPr lang="nl-NL" sz="2800" b="0" strike="noStrike" spc="-1">
              <a:solidFill>
                <a:srgbClr val="000000"/>
              </a:solidFill>
              <a:latin typeface="Arial"/>
            </a:endParaRPr>
          </a:p>
        </p:txBody>
      </p:sp>
      <p:sp>
        <p:nvSpPr>
          <p:cNvPr id="251" name="TextShape 2"/>
          <p:cNvSpPr txBox="1"/>
          <p:nvPr/>
        </p:nvSpPr>
        <p:spPr>
          <a:xfrm>
            <a:off x="457200" y="2087640"/>
            <a:ext cx="4547880" cy="4038120"/>
          </a:xfrm>
          <a:prstGeom prst="rect">
            <a:avLst/>
          </a:prstGeom>
          <a:noFill/>
          <a:ln>
            <a:noFill/>
          </a:ln>
        </p:spPr>
        <p:txBody>
          <a:bodyPr>
            <a:noAutofit/>
          </a:bodyPr>
          <a:lstStyle/>
          <a:p>
            <a:pPr>
              <a:lnSpc>
                <a:spcPct val="100000"/>
              </a:lnSpc>
              <a:spcBef>
                <a:spcPts val="400"/>
              </a:spcBef>
              <a:tabLst>
                <a:tab pos="0" algn="l"/>
              </a:tabLst>
            </a:pPr>
            <a:r>
              <a:rPr lang="nl-NL" sz="2000" b="0" strike="noStrike" spc="-1">
                <a:solidFill>
                  <a:srgbClr val="000000"/>
                </a:solidFill>
                <a:latin typeface="Arial"/>
              </a:rPr>
              <a:t>Software Defined Networking</a:t>
            </a:r>
          </a:p>
          <a:p>
            <a:pPr marL="971640" lvl="1" indent="-342720">
              <a:lnSpc>
                <a:spcPct val="100000"/>
              </a:lnSpc>
              <a:spcBef>
                <a:spcPts val="360"/>
              </a:spcBef>
              <a:buClr>
                <a:srgbClr val="000000"/>
              </a:buClr>
              <a:buFont typeface="Arial"/>
              <a:buChar char="•"/>
              <a:tabLst>
                <a:tab pos="0" algn="l"/>
              </a:tabLst>
            </a:pPr>
            <a:r>
              <a:rPr lang="nl-NL" sz="1800" b="0" strike="noStrike" spc="-1">
                <a:solidFill>
                  <a:srgbClr val="000000"/>
                </a:solidFill>
                <a:latin typeface="Arial"/>
              </a:rPr>
              <a:t>SDN principles</a:t>
            </a:r>
          </a:p>
          <a:p>
            <a:pPr marL="971640" lvl="1" indent="-342720">
              <a:lnSpc>
                <a:spcPct val="100000"/>
              </a:lnSpc>
              <a:spcBef>
                <a:spcPts val="360"/>
              </a:spcBef>
              <a:buClr>
                <a:srgbClr val="000000"/>
              </a:buClr>
              <a:buFont typeface="Arial"/>
              <a:buChar char="•"/>
              <a:tabLst>
                <a:tab pos="0" algn="l"/>
              </a:tabLst>
            </a:pPr>
            <a:r>
              <a:rPr lang="nl-NL" sz="1800" b="0" strike="noStrike" spc="-1">
                <a:solidFill>
                  <a:srgbClr val="000000"/>
                </a:solidFill>
                <a:latin typeface="Arial"/>
              </a:rPr>
              <a:t>Match &amp; Action</a:t>
            </a:r>
          </a:p>
          <a:p>
            <a:pPr marL="971640" lvl="1" indent="-342720">
              <a:lnSpc>
                <a:spcPct val="100000"/>
              </a:lnSpc>
              <a:spcBef>
                <a:spcPts val="360"/>
              </a:spcBef>
              <a:buClr>
                <a:srgbClr val="000000"/>
              </a:buClr>
              <a:buFont typeface="Arial"/>
              <a:buChar char="•"/>
              <a:tabLst>
                <a:tab pos="0" algn="l"/>
              </a:tabLst>
            </a:pPr>
            <a:r>
              <a:rPr lang="nl-NL" sz="1800" b="0" strike="noStrike" spc="-1">
                <a:solidFill>
                  <a:srgbClr val="000000"/>
                </a:solidFill>
                <a:latin typeface="Arial"/>
              </a:rPr>
              <a:t>SDN architecture</a:t>
            </a:r>
          </a:p>
          <a:p>
            <a:endParaRPr lang="nl-NL" sz="1800" b="0" strike="noStrike" spc="-1">
              <a:solidFill>
                <a:srgbClr val="000000"/>
              </a:solidFill>
              <a:latin typeface="Arial"/>
            </a:endParaRPr>
          </a:p>
          <a:p>
            <a:pPr>
              <a:lnSpc>
                <a:spcPct val="100000"/>
              </a:lnSpc>
              <a:spcBef>
                <a:spcPts val="320"/>
              </a:spcBef>
              <a:tabLst>
                <a:tab pos="0" algn="l"/>
              </a:tabLst>
            </a:pPr>
            <a:endParaRPr lang="nl-NL" sz="1800" b="0" strike="noStrike" spc="-1">
              <a:solidFill>
                <a:srgbClr val="000000"/>
              </a:solidFill>
              <a:latin typeface="Arial"/>
            </a:endParaRPr>
          </a:p>
        </p:txBody>
      </p:sp>
      <p:sp>
        <p:nvSpPr>
          <p:cNvPr id="252"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C3CCAF98-1E1D-40E4-984C-A8A3710015E1}" type="slidenum">
              <a:rPr lang="nl-NL" sz="1000" b="0" strike="noStrike" spc="-1">
                <a:solidFill>
                  <a:srgbClr val="FFFFFF"/>
                </a:solidFill>
                <a:latin typeface="Arial"/>
                <a:ea typeface="ＭＳ Ｐゴシック"/>
              </a:rPr>
              <a:t>45</a:t>
            </a:fld>
            <a:endParaRPr lang="nl-NL" sz="1000" b="0" strike="noStrike" spc="-1">
              <a:latin typeface="Calibri"/>
            </a:endParaRPr>
          </a:p>
        </p:txBody>
      </p:sp>
      <p:pic>
        <p:nvPicPr>
          <p:cNvPr id="253" name="Afbeelding 11"/>
          <p:cNvPicPr/>
          <p:nvPr/>
        </p:nvPicPr>
        <p:blipFill>
          <a:blip r:embed="rId2"/>
          <a:stretch/>
        </p:blipFill>
        <p:spPr>
          <a:xfrm>
            <a:off x="5548320" y="1332000"/>
            <a:ext cx="3333240" cy="4533480"/>
          </a:xfrm>
          <a:prstGeom prst="rect">
            <a:avLst/>
          </a:prstGeom>
          <a:ln>
            <a:noFill/>
          </a:ln>
        </p:spPr>
      </p:pic>
      <p:sp>
        <p:nvSpPr>
          <p:cNvPr id="254" name="CustomShape 4"/>
          <p:cNvSpPr/>
          <p:nvPr/>
        </p:nvSpPr>
        <p:spPr>
          <a:xfrm>
            <a:off x="6119640" y="2941560"/>
            <a:ext cx="2355480" cy="502920"/>
          </a:xfrm>
          <a:prstGeom prst="rect">
            <a:avLst/>
          </a:prstGeom>
          <a:solidFill>
            <a:schemeClr val="accent1">
              <a:lumMod val="20000"/>
              <a:lumOff val="80000"/>
              <a:alpha val="30000"/>
            </a:schemeClr>
          </a:solidFill>
          <a:ln>
            <a:round/>
          </a:ln>
        </p:spPr>
        <p:style>
          <a:lnRef idx="2">
            <a:schemeClr val="accent1">
              <a:shade val="50000"/>
            </a:schemeClr>
          </a:lnRef>
          <a:fillRef idx="1">
            <a:schemeClr val="accent1"/>
          </a:fillRef>
          <a:effectRef idx="0">
            <a:schemeClr val="accent1"/>
          </a:effectRef>
          <a:fontRef idx="minor"/>
        </p:style>
      </p:sp>
      <p:sp>
        <p:nvSpPr>
          <p:cNvPr id="255" name="CustomShape 5"/>
          <p:cNvSpPr/>
          <p:nvPr/>
        </p:nvSpPr>
        <p:spPr>
          <a:xfrm>
            <a:off x="5548320" y="59720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ＭＳ Ｐゴシック"/>
              </a:rPr>
              <a:t>Figure 1</a:t>
            </a:r>
            <a:endParaRPr lang="nl-NL" sz="1400" b="0" strike="noStrike" spc="-1">
              <a:latin typeface="Calibri"/>
            </a:endParaRPr>
          </a:p>
        </p:txBody>
      </p:sp>
      <p:pic>
        <p:nvPicPr>
          <p:cNvPr id="256" name="Picture 9" descr="underline_base"/>
          <p:cNvPicPr/>
          <p:nvPr/>
        </p:nvPicPr>
        <p:blipFill>
          <a:blip r:embed="rId3"/>
          <a:stretch/>
        </p:blipFill>
        <p:spPr>
          <a:xfrm>
            <a:off x="457200" y="1766880"/>
            <a:ext cx="3762000" cy="139320"/>
          </a:xfrm>
          <a:prstGeom prst="rect">
            <a:avLst/>
          </a:prstGeom>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2" name="Picture 2" descr="Afbeeldingsresultaat voor ethernet cable"/>
          <p:cNvPicPr/>
          <p:nvPr/>
        </p:nvPicPr>
        <p:blipFill>
          <a:blip r:embed="rId3"/>
          <a:stretch/>
        </p:blipFill>
        <p:spPr>
          <a:xfrm>
            <a:off x="6659640" y="-4680"/>
            <a:ext cx="2463480" cy="2461680"/>
          </a:xfrm>
          <a:prstGeom prst="rect">
            <a:avLst/>
          </a:prstGeom>
          <a:ln>
            <a:noFill/>
          </a:ln>
        </p:spPr>
      </p:pic>
      <p:pic>
        <p:nvPicPr>
          <p:cNvPr id="2463" name="Picture 19" descr="underline_base"/>
          <p:cNvPicPr/>
          <p:nvPr/>
        </p:nvPicPr>
        <p:blipFill>
          <a:blip r:embed="rId4"/>
          <a:stretch/>
        </p:blipFill>
        <p:spPr>
          <a:xfrm>
            <a:off x="2808360" y="853920"/>
            <a:ext cx="2204640" cy="147240"/>
          </a:xfrm>
          <a:prstGeom prst="rect">
            <a:avLst/>
          </a:prstGeom>
          <a:ln>
            <a:noFill/>
          </a:ln>
        </p:spPr>
      </p:pic>
      <p:sp>
        <p:nvSpPr>
          <p:cNvPr id="2464" name="TextShape 1"/>
          <p:cNvSpPr txBox="1"/>
          <p:nvPr/>
        </p:nvSpPr>
        <p:spPr>
          <a:xfrm>
            <a:off x="2955960" y="-23760"/>
            <a:ext cx="2463480" cy="1142640"/>
          </a:xfrm>
          <a:prstGeom prst="rect">
            <a:avLst/>
          </a:prstGeom>
          <a:noFill/>
          <a:ln>
            <a:noFill/>
          </a:ln>
        </p:spPr>
        <p:txBody>
          <a:bodyPr anchor="ctr">
            <a:noAutofit/>
          </a:bodyPr>
          <a:lstStyle/>
          <a:p>
            <a:pPr>
              <a:lnSpc>
                <a:spcPct val="100000"/>
              </a:lnSpc>
            </a:pPr>
            <a:r>
              <a:rPr lang="en-US" sz="3600" b="0" strike="noStrike" spc="-1">
                <a:solidFill>
                  <a:srgbClr val="25167A"/>
                </a:solidFill>
                <a:latin typeface="Gill Sans MT"/>
              </a:rPr>
              <a:t>Ethernet</a:t>
            </a:r>
            <a:endParaRPr lang="nl-NL" sz="3600" b="0" strike="noStrike" spc="-1">
              <a:solidFill>
                <a:srgbClr val="000000"/>
              </a:solidFill>
              <a:latin typeface="Arial"/>
            </a:endParaRPr>
          </a:p>
        </p:txBody>
      </p:sp>
      <p:sp>
        <p:nvSpPr>
          <p:cNvPr id="2465" name="TextShape 2"/>
          <p:cNvSpPr txBox="1"/>
          <p:nvPr/>
        </p:nvSpPr>
        <p:spPr>
          <a:xfrm>
            <a:off x="461880" y="963720"/>
            <a:ext cx="8229240" cy="1555560"/>
          </a:xfrm>
          <a:prstGeom prst="rect">
            <a:avLst/>
          </a:prstGeom>
          <a:noFill/>
          <a:ln>
            <a:noFill/>
          </a:ln>
        </p:spPr>
        <p:txBody>
          <a:bodyPr>
            <a:noAutofit/>
          </a:bodyPr>
          <a:lstStyle/>
          <a:p>
            <a:pPr>
              <a:lnSpc>
                <a:spcPct val="75000"/>
              </a:lnSpc>
              <a:spcBef>
                <a:spcPts val="400"/>
              </a:spcBef>
              <a:tabLst>
                <a:tab pos="0" algn="l"/>
              </a:tabLst>
            </a:pPr>
            <a:r>
              <a:rPr lang="nl-NL" sz="2000" b="0" i="1" strike="noStrike" spc="-1">
                <a:solidFill>
                  <a:srgbClr val="CC0000"/>
                </a:solidFill>
                <a:latin typeface="Gill Sans MT"/>
              </a:rPr>
              <a:t>Ethernet</a:t>
            </a:r>
            <a:endParaRPr lang="nl-NL" sz="2000" b="0" strike="noStrike" spc="-1">
              <a:solidFill>
                <a:srgbClr val="000000"/>
              </a:solidFill>
              <a:latin typeface="Arial"/>
            </a:endParaRPr>
          </a:p>
          <a:p>
            <a:pPr marL="343080" indent="-342720">
              <a:lnSpc>
                <a:spcPct val="100000"/>
              </a:lnSpc>
              <a:spcBef>
                <a:spcPts val="400"/>
              </a:spcBef>
              <a:buClr>
                <a:srgbClr val="000000"/>
              </a:buClr>
              <a:buFont typeface="Arial"/>
              <a:buChar char="•"/>
              <a:tabLst>
                <a:tab pos="0" algn="l"/>
              </a:tabLst>
            </a:pPr>
            <a:r>
              <a:rPr lang="nl-NL" sz="2000" b="0" strike="noStrike" spc="-1">
                <a:solidFill>
                  <a:srgbClr val="000000"/>
                </a:solidFill>
                <a:latin typeface="Gill Sans MT"/>
              </a:rPr>
              <a:t>“</a:t>
            </a:r>
            <a:r>
              <a:rPr lang="en-US" sz="2000" b="0" strike="noStrike" spc="-1">
                <a:solidFill>
                  <a:srgbClr val="000000"/>
                </a:solidFill>
                <a:latin typeface="Gill Sans MT"/>
              </a:rPr>
              <a:t>dominant” wired LAN technology</a:t>
            </a:r>
            <a:endParaRPr lang="nl-NL" sz="2000" b="0" strike="noStrike" spc="-1">
              <a:solidFill>
                <a:srgbClr val="000000"/>
              </a:solidFill>
              <a:latin typeface="Arial"/>
            </a:endParaRPr>
          </a:p>
          <a:p>
            <a:pPr marL="343080" indent="-342720">
              <a:lnSpc>
                <a:spcPct val="100000"/>
              </a:lnSpc>
              <a:spcBef>
                <a:spcPts val="400"/>
              </a:spcBef>
              <a:buClr>
                <a:srgbClr val="000000"/>
              </a:buClr>
              <a:buFont typeface="Arial"/>
              <a:buChar char="•"/>
              <a:tabLst>
                <a:tab pos="0" algn="l"/>
              </a:tabLst>
            </a:pPr>
            <a:r>
              <a:rPr lang="en-US" sz="2000" b="0" strike="noStrike" spc="-1">
                <a:solidFill>
                  <a:srgbClr val="000000"/>
                </a:solidFill>
                <a:latin typeface="Gill Sans MT"/>
              </a:rPr>
              <a:t>simple, cheap</a:t>
            </a:r>
            <a:endParaRPr lang="nl-NL" sz="2000" b="0" strike="noStrike" spc="-1">
              <a:solidFill>
                <a:srgbClr val="000000"/>
              </a:solidFill>
              <a:latin typeface="Arial"/>
            </a:endParaRPr>
          </a:p>
          <a:p>
            <a:pPr marL="343080" indent="-342720">
              <a:lnSpc>
                <a:spcPct val="100000"/>
              </a:lnSpc>
              <a:spcBef>
                <a:spcPts val="400"/>
              </a:spcBef>
              <a:buClr>
                <a:srgbClr val="000000"/>
              </a:buClr>
              <a:buFont typeface="Arial"/>
              <a:buChar char="•"/>
              <a:tabLst>
                <a:tab pos="0" algn="l"/>
              </a:tabLst>
            </a:pPr>
            <a:r>
              <a:rPr lang="en-US" sz="2000" b="0" strike="noStrike" spc="-1">
                <a:solidFill>
                  <a:srgbClr val="000000"/>
                </a:solidFill>
                <a:latin typeface="Gill Sans MT"/>
              </a:rPr>
              <a:t>kept up with speed race: 10 Mbps – 10 Gbps </a:t>
            </a:r>
            <a:endParaRPr lang="nl-NL" sz="2000" b="0" strike="noStrike" spc="-1">
              <a:solidFill>
                <a:srgbClr val="000000"/>
              </a:solidFill>
              <a:latin typeface="Arial"/>
            </a:endParaRPr>
          </a:p>
          <a:p>
            <a:pPr>
              <a:lnSpc>
                <a:spcPct val="100000"/>
              </a:lnSpc>
              <a:spcBef>
                <a:spcPts val="360"/>
              </a:spcBef>
              <a:tabLst>
                <a:tab pos="0" algn="l"/>
              </a:tabLst>
            </a:pPr>
            <a:endParaRPr lang="nl-NL" sz="2000" b="0" strike="noStrike" spc="-1">
              <a:solidFill>
                <a:srgbClr val="000000"/>
              </a:solidFill>
              <a:latin typeface="Arial"/>
            </a:endParaRPr>
          </a:p>
          <a:p>
            <a:pPr>
              <a:lnSpc>
                <a:spcPct val="100000"/>
              </a:lnSpc>
              <a:spcBef>
                <a:spcPts val="360"/>
              </a:spcBef>
              <a:tabLst>
                <a:tab pos="0" algn="l"/>
              </a:tabLst>
            </a:pPr>
            <a:endParaRPr lang="nl-NL" sz="2000" b="0" strike="noStrike" spc="-1">
              <a:solidFill>
                <a:srgbClr val="000000"/>
              </a:solidFill>
              <a:latin typeface="Arial"/>
            </a:endParaRPr>
          </a:p>
          <a:p>
            <a:pPr>
              <a:lnSpc>
                <a:spcPct val="100000"/>
              </a:lnSpc>
              <a:spcBef>
                <a:spcPts val="400"/>
              </a:spcBef>
              <a:tabLst>
                <a:tab pos="0" algn="l"/>
              </a:tabLst>
            </a:pPr>
            <a:r>
              <a:rPr lang="en-US" sz="2000" b="0" strike="noStrike" spc="-1">
                <a:solidFill>
                  <a:srgbClr val="CC0000"/>
                </a:solidFill>
                <a:latin typeface="Gill Sans MT"/>
              </a:rPr>
              <a:t>Ethernet frame</a:t>
            </a:r>
            <a:endParaRPr lang="nl-NL" sz="2000" b="0" strike="noStrike" spc="-1">
              <a:solidFill>
                <a:srgbClr val="000000"/>
              </a:solidFill>
              <a:latin typeface="Arial"/>
            </a:endParaRPr>
          </a:p>
          <a:p>
            <a:pPr>
              <a:lnSpc>
                <a:spcPct val="100000"/>
              </a:lnSpc>
              <a:spcBef>
                <a:spcPts val="360"/>
              </a:spcBef>
              <a:tabLst>
                <a:tab pos="0" algn="l"/>
              </a:tabLst>
            </a:pPr>
            <a:endParaRPr lang="nl-NL" sz="2000" b="0" strike="noStrike" spc="-1">
              <a:solidFill>
                <a:srgbClr val="000000"/>
              </a:solidFill>
              <a:latin typeface="Arial"/>
            </a:endParaRPr>
          </a:p>
          <a:p>
            <a:pPr>
              <a:lnSpc>
                <a:spcPct val="100000"/>
              </a:lnSpc>
              <a:spcBef>
                <a:spcPts val="360"/>
              </a:spcBef>
              <a:tabLst>
                <a:tab pos="0" algn="l"/>
              </a:tabLst>
            </a:pPr>
            <a:endParaRPr lang="nl-NL" sz="2000" b="0" strike="noStrike" spc="-1">
              <a:solidFill>
                <a:srgbClr val="000000"/>
              </a:solidFill>
              <a:latin typeface="Arial"/>
            </a:endParaRPr>
          </a:p>
          <a:p>
            <a:pPr>
              <a:lnSpc>
                <a:spcPct val="100000"/>
              </a:lnSpc>
              <a:spcBef>
                <a:spcPts val="360"/>
              </a:spcBef>
              <a:tabLst>
                <a:tab pos="0" algn="l"/>
              </a:tabLst>
            </a:pPr>
            <a:endParaRPr lang="nl-NL" sz="20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Preamble: fixed pattern used to synchronise sender, receiver clocks</a:t>
            </a:r>
            <a:endParaRPr lang="nl-NL" sz="18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Source and Destination MAC address</a:t>
            </a:r>
            <a:endParaRPr lang="nl-NL" sz="18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Type: usually IP</a:t>
            </a:r>
            <a:endParaRPr lang="nl-NL" sz="18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Data: contains IP datagram</a:t>
            </a:r>
            <a:endParaRPr lang="nl-NL" sz="18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CRC: cyclic redundancy check code to detect errors (corrupt frames are dropped)</a:t>
            </a:r>
            <a:endParaRPr lang="nl-NL" sz="1800" b="0" strike="noStrike" spc="-1">
              <a:solidFill>
                <a:srgbClr val="000000"/>
              </a:solidFill>
              <a:latin typeface="Arial"/>
            </a:endParaRPr>
          </a:p>
          <a:p>
            <a:pPr>
              <a:lnSpc>
                <a:spcPct val="75000"/>
              </a:lnSpc>
              <a:spcBef>
                <a:spcPts val="400"/>
              </a:spcBef>
              <a:tabLst>
                <a:tab pos="0" algn="l"/>
              </a:tabLst>
            </a:pPr>
            <a:endParaRPr lang="nl-NL" sz="1800" b="0" strike="noStrike" spc="-1">
              <a:solidFill>
                <a:srgbClr val="000000"/>
              </a:solidFill>
              <a:latin typeface="Arial"/>
            </a:endParaRPr>
          </a:p>
        </p:txBody>
      </p:sp>
      <p:sp>
        <p:nvSpPr>
          <p:cNvPr id="2466" name="CustomShape 3"/>
          <p:cNvSpPr/>
          <p:nvPr/>
        </p:nvSpPr>
        <p:spPr>
          <a:xfrm>
            <a:off x="7872480" y="420372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18</a:t>
            </a:r>
            <a:endParaRPr lang="nl-NL" sz="1400" b="0" strike="noStrike" spc="-1">
              <a:latin typeface="Calibri"/>
            </a:endParaRPr>
          </a:p>
        </p:txBody>
      </p:sp>
      <p:grpSp>
        <p:nvGrpSpPr>
          <p:cNvPr id="2467" name="Group 4"/>
          <p:cNvGrpSpPr/>
          <p:nvPr/>
        </p:nvGrpSpPr>
        <p:grpSpPr>
          <a:xfrm>
            <a:off x="1422360" y="3241800"/>
            <a:ext cx="6291000" cy="993600"/>
            <a:chOff x="1422360" y="3241800"/>
            <a:chExt cx="6291000" cy="993600"/>
          </a:xfrm>
        </p:grpSpPr>
        <p:sp>
          <p:nvSpPr>
            <p:cNvPr id="2468" name="Line 5"/>
            <p:cNvSpPr/>
            <p:nvPr/>
          </p:nvSpPr>
          <p:spPr>
            <a:xfrm>
              <a:off x="4052520" y="3538800"/>
              <a:ext cx="0" cy="2044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69" name="CustomShape 6"/>
            <p:cNvSpPr/>
            <p:nvPr/>
          </p:nvSpPr>
          <p:spPr>
            <a:xfrm>
              <a:off x="1458720" y="3611880"/>
              <a:ext cx="6254640" cy="547920"/>
            </a:xfrm>
            <a:prstGeom prst="rect">
              <a:avLst/>
            </a:prstGeom>
            <a:solidFill>
              <a:srgbClr val="00B050"/>
            </a:solidFill>
            <a:ln w="9360">
              <a:solidFill>
                <a:schemeClr val="bg1"/>
              </a:solidFill>
              <a:round/>
            </a:ln>
          </p:spPr>
          <p:style>
            <a:lnRef idx="0">
              <a:scrgbClr r="0" g="0" b="0"/>
            </a:lnRef>
            <a:fillRef idx="0">
              <a:scrgbClr r="0" g="0" b="0"/>
            </a:fillRef>
            <a:effectRef idx="0">
              <a:scrgbClr r="0" g="0" b="0"/>
            </a:effectRef>
            <a:fontRef idx="minor"/>
          </p:style>
        </p:sp>
        <p:sp>
          <p:nvSpPr>
            <p:cNvPr id="2470" name="Line 7"/>
            <p:cNvSpPr/>
            <p:nvPr/>
          </p:nvSpPr>
          <p:spPr>
            <a:xfrm>
              <a:off x="2452680" y="3601800"/>
              <a:ext cx="0" cy="55080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71" name="Line 8"/>
            <p:cNvSpPr/>
            <p:nvPr/>
          </p:nvSpPr>
          <p:spPr>
            <a:xfrm>
              <a:off x="3182760" y="3605040"/>
              <a:ext cx="0" cy="58428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72" name="Line 9"/>
            <p:cNvSpPr/>
            <p:nvPr/>
          </p:nvSpPr>
          <p:spPr>
            <a:xfrm>
              <a:off x="3911400" y="3609720"/>
              <a:ext cx="0" cy="54936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73" name="Line 10"/>
            <p:cNvSpPr/>
            <p:nvPr/>
          </p:nvSpPr>
          <p:spPr>
            <a:xfrm>
              <a:off x="4165560" y="3605040"/>
              <a:ext cx="0" cy="58104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74" name="Line 11"/>
            <p:cNvSpPr/>
            <p:nvPr/>
          </p:nvSpPr>
          <p:spPr>
            <a:xfrm>
              <a:off x="6132240" y="3611520"/>
              <a:ext cx="0" cy="623880"/>
            </a:xfrm>
            <a:prstGeom prst="line">
              <a:avLst/>
            </a:prstGeom>
            <a:ln w="19080">
              <a:solidFill>
                <a:schemeClr val="bg1"/>
              </a:solidFill>
              <a:round/>
            </a:ln>
          </p:spPr>
          <p:style>
            <a:lnRef idx="0">
              <a:scrgbClr r="0" g="0" b="0"/>
            </a:lnRef>
            <a:fillRef idx="0">
              <a:scrgbClr r="0" g="0" b="0"/>
            </a:fillRef>
            <a:effectRef idx="0">
              <a:scrgbClr r="0" g="0" b="0"/>
            </a:effectRef>
            <a:fontRef idx="minor"/>
          </p:style>
        </p:sp>
        <p:sp>
          <p:nvSpPr>
            <p:cNvPr id="2475" name="CustomShape 12"/>
            <p:cNvSpPr/>
            <p:nvPr/>
          </p:nvSpPr>
          <p:spPr>
            <a:xfrm>
              <a:off x="2392200" y="3671640"/>
              <a:ext cx="84456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199"/>
                </a:lnSpc>
              </a:pPr>
              <a:r>
                <a:rPr lang="en-US" sz="1400" b="0" i="1" strike="noStrike" spc="-1">
                  <a:solidFill>
                    <a:srgbClr val="FFFFFF"/>
                  </a:solidFill>
                  <a:latin typeface="Arial"/>
                  <a:ea typeface="MS PGothic"/>
                </a:rPr>
                <a:t>dest.</a:t>
              </a:r>
              <a:endParaRPr lang="nl-NL" sz="1400" b="0" strike="noStrike" spc="-1">
                <a:latin typeface="Calibri"/>
              </a:endParaRPr>
            </a:p>
            <a:p>
              <a:pPr algn="ctr">
                <a:lnSpc>
                  <a:spcPts val="1199"/>
                </a:lnSpc>
              </a:pPr>
              <a:r>
                <a:rPr lang="en-US" sz="1400" b="0" i="1" strike="noStrike" spc="-1">
                  <a:solidFill>
                    <a:srgbClr val="FFFFFF"/>
                  </a:solidFill>
                  <a:latin typeface="Arial"/>
                  <a:ea typeface="MS PGothic"/>
                </a:rPr>
                <a:t>address</a:t>
              </a:r>
              <a:endParaRPr lang="nl-NL" sz="1400" b="0" strike="noStrike" spc="-1">
                <a:latin typeface="Calibri"/>
              </a:endParaRPr>
            </a:p>
          </p:txBody>
        </p:sp>
        <p:sp>
          <p:nvSpPr>
            <p:cNvPr id="2476" name="CustomShape 13"/>
            <p:cNvSpPr/>
            <p:nvPr/>
          </p:nvSpPr>
          <p:spPr>
            <a:xfrm>
              <a:off x="3155400" y="3680280"/>
              <a:ext cx="84456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199"/>
                </a:lnSpc>
              </a:pPr>
              <a:r>
                <a:rPr lang="en-US" sz="1400" b="0" i="1" strike="noStrike" spc="-1">
                  <a:solidFill>
                    <a:srgbClr val="FFFFFF"/>
                  </a:solidFill>
                  <a:latin typeface="Arial"/>
                  <a:ea typeface="MS PGothic"/>
                </a:rPr>
                <a:t>source</a:t>
              </a:r>
              <a:endParaRPr lang="nl-NL" sz="1400" b="0" strike="noStrike" spc="-1">
                <a:latin typeface="Calibri"/>
              </a:endParaRPr>
            </a:p>
            <a:p>
              <a:pPr algn="ctr">
                <a:lnSpc>
                  <a:spcPts val="1199"/>
                </a:lnSpc>
              </a:pPr>
              <a:r>
                <a:rPr lang="en-US" sz="1400" b="0" i="1" strike="noStrike" spc="-1">
                  <a:solidFill>
                    <a:srgbClr val="FFFFFF"/>
                  </a:solidFill>
                  <a:latin typeface="Arial"/>
                  <a:ea typeface="MS PGothic"/>
                </a:rPr>
                <a:t>address</a:t>
              </a:r>
              <a:endParaRPr lang="nl-NL" sz="1400" b="0" strike="noStrike" spc="-1">
                <a:latin typeface="Calibri"/>
              </a:endParaRPr>
            </a:p>
          </p:txBody>
        </p:sp>
        <p:sp>
          <p:nvSpPr>
            <p:cNvPr id="2477" name="CustomShape 14"/>
            <p:cNvSpPr/>
            <p:nvPr/>
          </p:nvSpPr>
          <p:spPr>
            <a:xfrm>
              <a:off x="4535280" y="3692880"/>
              <a:ext cx="137700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199"/>
                </a:lnSpc>
              </a:pPr>
              <a:r>
                <a:rPr lang="en-US" sz="1600" b="0" i="1" strike="noStrike" spc="-1">
                  <a:solidFill>
                    <a:srgbClr val="FFFFFF"/>
                  </a:solidFill>
                  <a:latin typeface="Arial"/>
                  <a:ea typeface="MS PGothic"/>
                </a:rPr>
                <a:t>data (payload)</a:t>
              </a:r>
              <a:endParaRPr lang="nl-NL" sz="1600" b="0" strike="noStrike" spc="-1">
                <a:latin typeface="Calibri"/>
              </a:endParaRPr>
            </a:p>
          </p:txBody>
        </p:sp>
        <p:sp>
          <p:nvSpPr>
            <p:cNvPr id="2478" name="CustomShape 15"/>
            <p:cNvSpPr/>
            <p:nvPr/>
          </p:nvSpPr>
          <p:spPr>
            <a:xfrm>
              <a:off x="6423120" y="3771000"/>
              <a:ext cx="855360" cy="2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199"/>
                </a:lnSpc>
              </a:pPr>
              <a:r>
                <a:rPr lang="en-US" sz="1600" b="0" i="1" strike="noStrike" spc="-1">
                  <a:solidFill>
                    <a:srgbClr val="FFFFFF"/>
                  </a:solidFill>
                  <a:latin typeface="Arial"/>
                  <a:ea typeface="MS PGothic"/>
                </a:rPr>
                <a:t>CRC</a:t>
              </a:r>
              <a:endParaRPr lang="nl-NL" sz="1600" b="0" strike="noStrike" spc="-1">
                <a:latin typeface="Calibri"/>
              </a:endParaRPr>
            </a:p>
          </p:txBody>
        </p:sp>
        <p:sp>
          <p:nvSpPr>
            <p:cNvPr id="2479" name="CustomShape 16"/>
            <p:cNvSpPr/>
            <p:nvPr/>
          </p:nvSpPr>
          <p:spPr>
            <a:xfrm>
              <a:off x="1422360" y="3783960"/>
              <a:ext cx="1069920" cy="2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ts val="1199"/>
                </a:lnSpc>
              </a:pPr>
              <a:r>
                <a:rPr lang="en-US" sz="1600" b="0" i="1" strike="noStrike" spc="-1">
                  <a:solidFill>
                    <a:srgbClr val="FFFFFF"/>
                  </a:solidFill>
                  <a:latin typeface="Arial"/>
                  <a:ea typeface="MS PGothic"/>
                </a:rPr>
                <a:t>preamble</a:t>
              </a:r>
              <a:endParaRPr lang="nl-NL" sz="1600" b="0" strike="noStrike" spc="-1">
                <a:latin typeface="Calibri"/>
              </a:endParaRPr>
            </a:p>
          </p:txBody>
        </p:sp>
        <p:sp>
          <p:nvSpPr>
            <p:cNvPr id="2480" name="CustomShape 17"/>
            <p:cNvSpPr/>
            <p:nvPr/>
          </p:nvSpPr>
          <p:spPr>
            <a:xfrm>
              <a:off x="3803400" y="3241800"/>
              <a:ext cx="770040" cy="333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600" b="0" i="1" strike="noStrike" spc="-1">
                  <a:solidFill>
                    <a:srgbClr val="000000"/>
                  </a:solidFill>
                  <a:latin typeface="Arial"/>
                  <a:ea typeface="MS PGothic"/>
                </a:rPr>
                <a:t>type</a:t>
              </a:r>
              <a:endParaRPr lang="nl-NL" sz="1600" b="0" strike="noStrike" spc="-1">
                <a:latin typeface="Calibri"/>
              </a:endParaRPr>
            </a:p>
          </p:txBody>
        </p:sp>
      </p:grpSp>
      <p:sp>
        <p:nvSpPr>
          <p:cNvPr id="2481" name="CustomShape 18"/>
          <p:cNvSpPr/>
          <p:nvPr/>
        </p:nvSpPr>
        <p:spPr>
          <a:xfrm>
            <a:off x="8158320" y="217800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17</a:t>
            </a:r>
            <a:endParaRPr lang="nl-NL" sz="1400" b="0" strike="noStrike" spc="-1">
              <a:latin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2" name="Picture 19" descr="underline_base"/>
          <p:cNvPicPr/>
          <p:nvPr/>
        </p:nvPicPr>
        <p:blipFill>
          <a:blip r:embed="rId3"/>
          <a:stretch/>
        </p:blipFill>
        <p:spPr>
          <a:xfrm>
            <a:off x="3465360" y="752400"/>
            <a:ext cx="4536720" cy="147240"/>
          </a:xfrm>
          <a:prstGeom prst="rect">
            <a:avLst/>
          </a:prstGeom>
          <a:ln>
            <a:noFill/>
          </a:ln>
        </p:spPr>
      </p:pic>
      <p:sp>
        <p:nvSpPr>
          <p:cNvPr id="2483" name="TextShape 1"/>
          <p:cNvSpPr txBox="1"/>
          <p:nvPr/>
        </p:nvSpPr>
        <p:spPr>
          <a:xfrm>
            <a:off x="3567240" y="-106200"/>
            <a:ext cx="5190840" cy="1142640"/>
          </a:xfrm>
          <a:prstGeom prst="rect">
            <a:avLst/>
          </a:prstGeom>
          <a:noFill/>
          <a:ln>
            <a:noFill/>
          </a:ln>
        </p:spPr>
        <p:txBody>
          <a:bodyPr anchor="ctr">
            <a:noAutofit/>
          </a:bodyPr>
          <a:lstStyle/>
          <a:p>
            <a:pPr>
              <a:lnSpc>
                <a:spcPct val="100000"/>
              </a:lnSpc>
            </a:pPr>
            <a:r>
              <a:rPr lang="en-US" sz="3600" b="0" strike="noStrike" spc="-1">
                <a:solidFill>
                  <a:srgbClr val="25167A"/>
                </a:solidFill>
                <a:latin typeface="Gill Sans MT"/>
              </a:rPr>
              <a:t>Ethernet and switches</a:t>
            </a:r>
            <a:endParaRPr lang="nl-NL" sz="3600" b="0" strike="noStrike" spc="-1">
              <a:solidFill>
                <a:srgbClr val="000000"/>
              </a:solidFill>
              <a:latin typeface="Arial"/>
            </a:endParaRPr>
          </a:p>
        </p:txBody>
      </p:sp>
      <p:sp>
        <p:nvSpPr>
          <p:cNvPr id="2484" name="TextShape 2"/>
          <p:cNvSpPr txBox="1"/>
          <p:nvPr/>
        </p:nvSpPr>
        <p:spPr>
          <a:xfrm>
            <a:off x="461880" y="963720"/>
            <a:ext cx="8229240" cy="3425400"/>
          </a:xfrm>
          <a:prstGeom prst="rect">
            <a:avLst/>
          </a:prstGeom>
          <a:noFill/>
          <a:ln>
            <a:noFill/>
          </a:ln>
        </p:spPr>
        <p:txBody>
          <a:bodyPr>
            <a:noAutofit/>
          </a:bodyPr>
          <a:lstStyle/>
          <a:p>
            <a:pPr>
              <a:lnSpc>
                <a:spcPct val="75000"/>
              </a:lnSpc>
              <a:spcBef>
                <a:spcPts val="400"/>
              </a:spcBef>
              <a:tabLst>
                <a:tab pos="0" algn="l"/>
              </a:tabLst>
            </a:pPr>
            <a:r>
              <a:rPr lang="nl-NL" sz="2000" b="0" i="1" strike="noStrike" spc="-1">
                <a:solidFill>
                  <a:srgbClr val="CC0000"/>
                </a:solidFill>
                <a:latin typeface="Gill Sans MT"/>
              </a:rPr>
              <a:t>Collision domains</a:t>
            </a:r>
            <a:endParaRPr lang="nl-NL" sz="20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nl-NL" sz="1800" b="0" strike="noStrike" spc="-1">
                <a:solidFill>
                  <a:srgbClr val="000000"/>
                </a:solidFill>
                <a:latin typeface="Gill Sans MT"/>
              </a:rPr>
              <a:t>One host can send at the same time, hosts need to wait when line is busy</a:t>
            </a:r>
            <a:endParaRPr lang="nl-NL" sz="18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nl-NL" sz="1800" b="0" strike="noStrike" spc="-1">
                <a:solidFill>
                  <a:srgbClr val="000000"/>
                </a:solidFill>
                <a:latin typeface="Gill Sans MT"/>
              </a:rPr>
              <a:t>When two hosts start sending at the same time, data collides and becomes corrupted.</a:t>
            </a:r>
            <a:endParaRPr lang="nl-NL" sz="1800" b="0" strike="noStrike" spc="-1">
              <a:solidFill>
                <a:srgbClr val="000000"/>
              </a:solidFill>
              <a:latin typeface="Arial"/>
            </a:endParaRPr>
          </a:p>
          <a:p>
            <a:pPr marL="285840" indent="-285480">
              <a:lnSpc>
                <a:spcPct val="100000"/>
              </a:lnSpc>
              <a:spcBef>
                <a:spcPts val="360"/>
              </a:spcBef>
              <a:buClr>
                <a:srgbClr val="000000"/>
              </a:buClr>
              <a:buFont typeface="Arial"/>
              <a:buChar char="•"/>
              <a:tabLst>
                <a:tab pos="0" algn="l"/>
              </a:tabLst>
            </a:pPr>
            <a:r>
              <a:rPr lang="nl-NL" sz="1800" b="0" strike="noStrike" spc="-1">
                <a:solidFill>
                  <a:srgbClr val="000000"/>
                </a:solidFill>
                <a:latin typeface="Gill Sans MT"/>
              </a:rPr>
              <a:t>All of this decreases performance</a:t>
            </a:r>
            <a:endParaRPr lang="nl-NL" sz="1800" b="0" strike="noStrike" spc="-1">
              <a:solidFill>
                <a:srgbClr val="000000"/>
              </a:solidFill>
              <a:latin typeface="Arial"/>
            </a:endParaRPr>
          </a:p>
          <a:p>
            <a:pPr>
              <a:lnSpc>
                <a:spcPct val="75000"/>
              </a:lnSpc>
              <a:spcBef>
                <a:spcPts val="400"/>
              </a:spcBef>
              <a:tabLst>
                <a:tab pos="0" algn="l"/>
              </a:tabLst>
            </a:pPr>
            <a:endParaRPr lang="nl-NL" sz="1800" b="0" strike="noStrike" spc="-1">
              <a:solidFill>
                <a:srgbClr val="000000"/>
              </a:solidFill>
              <a:latin typeface="Arial"/>
            </a:endParaRPr>
          </a:p>
          <a:p>
            <a:pPr>
              <a:lnSpc>
                <a:spcPct val="75000"/>
              </a:lnSpc>
              <a:spcBef>
                <a:spcPts val="400"/>
              </a:spcBef>
              <a:tabLst>
                <a:tab pos="0" algn="l"/>
              </a:tabLst>
            </a:pPr>
            <a:r>
              <a:rPr lang="en-US" sz="2000" b="0" i="1" strike="noStrike" spc="-1">
                <a:solidFill>
                  <a:srgbClr val="CC0000"/>
                </a:solidFill>
                <a:latin typeface="Gill Sans MT"/>
              </a:rPr>
              <a:t>Bus topology: </a:t>
            </a:r>
            <a:r>
              <a:rPr lang="en-US" sz="2000" b="0" strike="noStrike" spc="-1">
                <a:solidFill>
                  <a:srgbClr val="000000"/>
                </a:solidFill>
                <a:latin typeface="Gill Sans MT"/>
              </a:rPr>
              <a:t>popular through mid 90s</a:t>
            </a:r>
            <a:endParaRPr lang="nl-NL" sz="2000" b="0" strike="noStrike" spc="-1">
              <a:solidFill>
                <a:srgbClr val="000000"/>
              </a:solidFill>
              <a:latin typeface="Arial"/>
            </a:endParaRPr>
          </a:p>
          <a:p>
            <a:pPr marL="628560" lvl="1" indent="-285480">
              <a:lnSpc>
                <a:spcPct val="75000"/>
              </a:lnSpc>
              <a:spcBef>
                <a:spcPts val="360"/>
              </a:spcBef>
              <a:buClr>
                <a:srgbClr val="000000"/>
              </a:buClr>
              <a:buFont typeface="Arial"/>
              <a:buChar char="•"/>
              <a:tabLst>
                <a:tab pos="0" algn="l"/>
              </a:tabLst>
            </a:pPr>
            <a:r>
              <a:rPr lang="en-US" sz="1800" b="0" strike="noStrike" spc="-1">
                <a:solidFill>
                  <a:srgbClr val="000000"/>
                </a:solidFill>
                <a:latin typeface="Gill Sans MT"/>
              </a:rPr>
              <a:t>all nodes in same collision domain</a:t>
            </a:r>
            <a:endParaRPr lang="nl-NL" sz="1800" b="0" strike="noStrike" spc="-1">
              <a:solidFill>
                <a:srgbClr val="000000"/>
              </a:solidFill>
              <a:latin typeface="Arial"/>
            </a:endParaRPr>
          </a:p>
          <a:p>
            <a:pPr>
              <a:lnSpc>
                <a:spcPct val="75000"/>
              </a:lnSpc>
              <a:spcBef>
                <a:spcPts val="400"/>
              </a:spcBef>
              <a:tabLst>
                <a:tab pos="0" algn="l"/>
              </a:tabLst>
            </a:pPr>
            <a:r>
              <a:rPr lang="en-US" sz="2000" b="0" i="1" strike="noStrike" spc="-1">
                <a:solidFill>
                  <a:srgbClr val="CC0000"/>
                </a:solidFill>
                <a:latin typeface="Gill Sans MT"/>
              </a:rPr>
              <a:t>Star topology: </a:t>
            </a:r>
            <a:r>
              <a:rPr lang="en-US" sz="2000" b="0" strike="noStrike" spc="-1">
                <a:solidFill>
                  <a:srgbClr val="000000"/>
                </a:solidFill>
                <a:latin typeface="Gill Sans MT"/>
              </a:rPr>
              <a:t>prevails today</a:t>
            </a:r>
            <a:endParaRPr lang="nl-NL" sz="2000" b="0" strike="noStrike" spc="-1">
              <a:solidFill>
                <a:srgbClr val="000000"/>
              </a:solidFill>
              <a:latin typeface="Arial"/>
            </a:endParaRPr>
          </a:p>
          <a:p>
            <a:pPr marL="628560" lvl="1" indent="-285480">
              <a:lnSpc>
                <a:spcPct val="75000"/>
              </a:lnSpc>
              <a:spcBef>
                <a:spcPts val="360"/>
              </a:spcBef>
              <a:buClr>
                <a:srgbClr val="000000"/>
              </a:buClr>
              <a:buFont typeface="Arial"/>
              <a:buChar char="•"/>
              <a:tabLst>
                <a:tab pos="0" algn="l"/>
              </a:tabLst>
            </a:pPr>
            <a:r>
              <a:rPr lang="en-US" sz="1800" b="0" strike="noStrike" spc="-1">
                <a:solidFill>
                  <a:srgbClr val="000000"/>
                </a:solidFill>
                <a:latin typeface="Gill Sans MT"/>
              </a:rPr>
              <a:t>active </a:t>
            </a:r>
            <a:r>
              <a:rPr lang="en-US" sz="1800" b="0" i="1" strike="noStrike" spc="-1">
                <a:solidFill>
                  <a:srgbClr val="CC0000"/>
                </a:solidFill>
                <a:latin typeface="Gill Sans MT"/>
              </a:rPr>
              <a:t>switch</a:t>
            </a:r>
            <a:r>
              <a:rPr lang="en-US" sz="1800" b="0" strike="noStrike" spc="-1">
                <a:solidFill>
                  <a:srgbClr val="CC0000"/>
                </a:solidFill>
                <a:latin typeface="Gill Sans MT"/>
              </a:rPr>
              <a:t> </a:t>
            </a:r>
            <a:r>
              <a:rPr lang="en-US" sz="1800" b="0" strike="noStrike" spc="-1">
                <a:solidFill>
                  <a:srgbClr val="000000"/>
                </a:solidFill>
                <a:latin typeface="Gill Sans MT"/>
              </a:rPr>
              <a:t>in center</a:t>
            </a:r>
            <a:endParaRPr lang="nl-NL" sz="18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Gill Sans MT"/>
              </a:rPr>
              <a:t>each “spoke” runs a (separate) Ethernet (nodes do not collide with each other)</a:t>
            </a:r>
            <a:endParaRPr lang="nl-NL" sz="1800" b="0" strike="noStrike" spc="-1">
              <a:solidFill>
                <a:srgbClr val="000000"/>
              </a:solidFill>
              <a:latin typeface="Arial"/>
            </a:endParaRPr>
          </a:p>
        </p:txBody>
      </p:sp>
      <p:sp>
        <p:nvSpPr>
          <p:cNvPr id="2485" name="Line 3"/>
          <p:cNvSpPr/>
          <p:nvPr/>
        </p:nvSpPr>
        <p:spPr>
          <a:xfrm flipH="1">
            <a:off x="1947600" y="4722480"/>
            <a:ext cx="752400" cy="1468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86" name="Line 4"/>
          <p:cNvSpPr/>
          <p:nvPr/>
        </p:nvSpPr>
        <p:spPr>
          <a:xfrm>
            <a:off x="1919160" y="5500440"/>
            <a:ext cx="392040" cy="18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87" name="Line 5"/>
          <p:cNvSpPr/>
          <p:nvPr/>
        </p:nvSpPr>
        <p:spPr>
          <a:xfrm>
            <a:off x="1701720" y="6054480"/>
            <a:ext cx="307800" cy="32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88" name="Line 6"/>
          <p:cNvSpPr/>
          <p:nvPr/>
        </p:nvSpPr>
        <p:spPr>
          <a:xfrm flipV="1">
            <a:off x="2419200" y="5268600"/>
            <a:ext cx="287280" cy="144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89" name="Line 7"/>
          <p:cNvSpPr/>
          <p:nvPr/>
        </p:nvSpPr>
        <p:spPr>
          <a:xfrm>
            <a:off x="2211120" y="4895640"/>
            <a:ext cx="39204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90" name="Line 8"/>
          <p:cNvSpPr/>
          <p:nvPr/>
        </p:nvSpPr>
        <p:spPr>
          <a:xfrm>
            <a:off x="2211120" y="4895640"/>
            <a:ext cx="392040" cy="1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91" name="Line 9"/>
          <p:cNvSpPr/>
          <p:nvPr/>
        </p:nvSpPr>
        <p:spPr>
          <a:xfrm>
            <a:off x="2101680" y="5945040"/>
            <a:ext cx="307800" cy="32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492" name="CustomShape 10"/>
          <p:cNvSpPr/>
          <p:nvPr/>
        </p:nvSpPr>
        <p:spPr>
          <a:xfrm>
            <a:off x="1588320" y="6319800"/>
            <a:ext cx="59256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0" i="1" strike="noStrike" spc="-1">
                <a:solidFill>
                  <a:srgbClr val="CC0000"/>
                </a:solidFill>
                <a:latin typeface="Arial"/>
                <a:ea typeface="MS PGothic"/>
              </a:rPr>
              <a:t>bus</a:t>
            </a:r>
            <a:endParaRPr lang="nl-NL" sz="2000" b="0" strike="noStrike" spc="-1">
              <a:latin typeface="Calibri"/>
            </a:endParaRPr>
          </a:p>
        </p:txBody>
      </p:sp>
      <p:grpSp>
        <p:nvGrpSpPr>
          <p:cNvPr id="2493" name="Group 11"/>
          <p:cNvGrpSpPr/>
          <p:nvPr/>
        </p:nvGrpSpPr>
        <p:grpSpPr>
          <a:xfrm>
            <a:off x="2521080" y="5019840"/>
            <a:ext cx="711000" cy="601200"/>
            <a:chOff x="2521080" y="5019840"/>
            <a:chExt cx="711000" cy="601200"/>
          </a:xfrm>
        </p:grpSpPr>
        <p:grpSp>
          <p:nvGrpSpPr>
            <p:cNvPr id="2494" name="Group 12"/>
            <p:cNvGrpSpPr/>
            <p:nvPr/>
          </p:nvGrpSpPr>
          <p:grpSpPr>
            <a:xfrm>
              <a:off x="2521080" y="5019840"/>
              <a:ext cx="711000" cy="601200"/>
              <a:chOff x="2521080" y="5019840"/>
              <a:chExt cx="711000" cy="601200"/>
            </a:xfrm>
          </p:grpSpPr>
          <p:pic>
            <p:nvPicPr>
              <p:cNvPr id="2495" name="Picture 45" descr="desktop_computer_stylized_medium"/>
              <p:cNvPicPr/>
              <p:nvPr/>
            </p:nvPicPr>
            <p:blipFill>
              <a:blip r:embed="rId4"/>
              <a:stretch/>
            </p:blipFill>
            <p:spPr>
              <a:xfrm flipH="1">
                <a:off x="2521080" y="5019840"/>
                <a:ext cx="711000" cy="601200"/>
              </a:xfrm>
              <a:prstGeom prst="rect">
                <a:avLst/>
              </a:prstGeom>
              <a:ln>
                <a:noFill/>
              </a:ln>
            </p:spPr>
          </p:pic>
          <p:sp>
            <p:nvSpPr>
              <p:cNvPr id="2496" name="CustomShape 13"/>
              <p:cNvSpPr/>
              <p:nvPr/>
            </p:nvSpPr>
            <p:spPr>
              <a:xfrm flipH="1">
                <a:off x="2823840" y="5077440"/>
                <a:ext cx="345600" cy="27504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497" name="CustomShape 14"/>
            <p:cNvSpPr/>
            <p:nvPr/>
          </p:nvSpPr>
          <p:spPr>
            <a:xfrm rot="16200000">
              <a:off x="2703600" y="5213520"/>
              <a:ext cx="9000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498" name="Group 15"/>
          <p:cNvGrpSpPr/>
          <p:nvPr/>
        </p:nvGrpSpPr>
        <p:grpSpPr>
          <a:xfrm>
            <a:off x="1545120" y="4583160"/>
            <a:ext cx="700920" cy="517320"/>
            <a:chOff x="1545120" y="4583160"/>
            <a:chExt cx="700920" cy="517320"/>
          </a:xfrm>
        </p:grpSpPr>
        <p:sp>
          <p:nvSpPr>
            <p:cNvPr id="2499" name="CustomShape 16"/>
            <p:cNvSpPr/>
            <p:nvPr/>
          </p:nvSpPr>
          <p:spPr>
            <a:xfrm rot="16200000">
              <a:off x="2124000" y="481176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00" name="Group 17"/>
            <p:cNvGrpSpPr/>
            <p:nvPr/>
          </p:nvGrpSpPr>
          <p:grpSpPr>
            <a:xfrm>
              <a:off x="1545120" y="4583160"/>
              <a:ext cx="639720" cy="517320"/>
              <a:chOff x="1545120" y="4583160"/>
              <a:chExt cx="639720" cy="517320"/>
            </a:xfrm>
          </p:grpSpPr>
          <p:pic>
            <p:nvPicPr>
              <p:cNvPr id="2501" name="Picture 50" descr="desktop_computer_stylized_medium"/>
              <p:cNvPicPr/>
              <p:nvPr/>
            </p:nvPicPr>
            <p:blipFill>
              <a:blip r:embed="rId5"/>
              <a:stretch/>
            </p:blipFill>
            <p:spPr>
              <a:xfrm flipH="1">
                <a:off x="1545120" y="4583160"/>
                <a:ext cx="639720" cy="517320"/>
              </a:xfrm>
              <a:prstGeom prst="rect">
                <a:avLst/>
              </a:prstGeom>
              <a:ln>
                <a:noFill/>
              </a:ln>
            </p:spPr>
          </p:pic>
          <p:sp>
            <p:nvSpPr>
              <p:cNvPr id="2502" name="CustomShape 18"/>
              <p:cNvSpPr/>
              <p:nvPr/>
            </p:nvSpPr>
            <p:spPr>
              <a:xfrm flipH="1">
                <a:off x="1817280" y="4632840"/>
                <a:ext cx="31104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503" name="Group 19"/>
          <p:cNvGrpSpPr/>
          <p:nvPr/>
        </p:nvGrpSpPr>
        <p:grpSpPr>
          <a:xfrm>
            <a:off x="1260720" y="5172120"/>
            <a:ext cx="701280" cy="517320"/>
            <a:chOff x="1260720" y="5172120"/>
            <a:chExt cx="701280" cy="517320"/>
          </a:xfrm>
        </p:grpSpPr>
        <p:sp>
          <p:nvSpPr>
            <p:cNvPr id="2504" name="CustomShape 20"/>
            <p:cNvSpPr/>
            <p:nvPr/>
          </p:nvSpPr>
          <p:spPr>
            <a:xfrm rot="16200000">
              <a:off x="1839960" y="540072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05" name="Group 21"/>
            <p:cNvGrpSpPr/>
            <p:nvPr/>
          </p:nvGrpSpPr>
          <p:grpSpPr>
            <a:xfrm>
              <a:off x="1260720" y="5172120"/>
              <a:ext cx="639720" cy="517320"/>
              <a:chOff x="1260720" y="5172120"/>
              <a:chExt cx="639720" cy="517320"/>
            </a:xfrm>
          </p:grpSpPr>
          <p:pic>
            <p:nvPicPr>
              <p:cNvPr id="2506" name="Picture 50" descr="desktop_computer_stylized_medium"/>
              <p:cNvPicPr/>
              <p:nvPr/>
            </p:nvPicPr>
            <p:blipFill>
              <a:blip r:embed="rId5"/>
              <a:stretch/>
            </p:blipFill>
            <p:spPr>
              <a:xfrm flipH="1">
                <a:off x="1260720" y="5172120"/>
                <a:ext cx="639720" cy="517320"/>
              </a:xfrm>
              <a:prstGeom prst="rect">
                <a:avLst/>
              </a:prstGeom>
              <a:ln>
                <a:noFill/>
              </a:ln>
            </p:spPr>
          </p:pic>
          <p:sp>
            <p:nvSpPr>
              <p:cNvPr id="2507" name="CustomShape 22"/>
              <p:cNvSpPr/>
              <p:nvPr/>
            </p:nvSpPr>
            <p:spPr>
              <a:xfrm flipH="1">
                <a:off x="1533240" y="5221800"/>
                <a:ext cx="31104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508" name="Group 23"/>
          <p:cNvGrpSpPr/>
          <p:nvPr/>
        </p:nvGrpSpPr>
        <p:grpSpPr>
          <a:xfrm>
            <a:off x="1067040" y="5730840"/>
            <a:ext cx="701280" cy="517320"/>
            <a:chOff x="1067040" y="5730840"/>
            <a:chExt cx="701280" cy="517320"/>
          </a:xfrm>
        </p:grpSpPr>
        <p:sp>
          <p:nvSpPr>
            <p:cNvPr id="2509" name="CustomShape 24"/>
            <p:cNvSpPr/>
            <p:nvPr/>
          </p:nvSpPr>
          <p:spPr>
            <a:xfrm rot="16200000">
              <a:off x="1646280" y="5959800"/>
              <a:ext cx="74160" cy="1695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10" name="Group 25"/>
            <p:cNvGrpSpPr/>
            <p:nvPr/>
          </p:nvGrpSpPr>
          <p:grpSpPr>
            <a:xfrm>
              <a:off x="1067040" y="5730840"/>
              <a:ext cx="639720" cy="517320"/>
              <a:chOff x="1067040" y="5730840"/>
              <a:chExt cx="639720" cy="517320"/>
            </a:xfrm>
          </p:grpSpPr>
          <p:pic>
            <p:nvPicPr>
              <p:cNvPr id="2511" name="Picture 55" descr="desktop_computer_stylized_medium"/>
              <p:cNvPicPr/>
              <p:nvPr/>
            </p:nvPicPr>
            <p:blipFill>
              <a:blip r:embed="rId5"/>
              <a:stretch/>
            </p:blipFill>
            <p:spPr>
              <a:xfrm flipH="1">
                <a:off x="1067040" y="5730840"/>
                <a:ext cx="639720" cy="517320"/>
              </a:xfrm>
              <a:prstGeom prst="rect">
                <a:avLst/>
              </a:prstGeom>
              <a:ln>
                <a:noFill/>
              </a:ln>
            </p:spPr>
          </p:pic>
          <p:sp>
            <p:nvSpPr>
              <p:cNvPr id="2512" name="CustomShape 26"/>
              <p:cNvSpPr/>
              <p:nvPr/>
            </p:nvSpPr>
            <p:spPr>
              <a:xfrm flipH="1">
                <a:off x="1339560" y="5780520"/>
                <a:ext cx="31104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513" name="Group 27"/>
          <p:cNvGrpSpPr/>
          <p:nvPr/>
        </p:nvGrpSpPr>
        <p:grpSpPr>
          <a:xfrm>
            <a:off x="2235240" y="5691240"/>
            <a:ext cx="711000" cy="599760"/>
            <a:chOff x="2235240" y="5691240"/>
            <a:chExt cx="711000" cy="599760"/>
          </a:xfrm>
        </p:grpSpPr>
        <p:grpSp>
          <p:nvGrpSpPr>
            <p:cNvPr id="2514" name="Group 28"/>
            <p:cNvGrpSpPr/>
            <p:nvPr/>
          </p:nvGrpSpPr>
          <p:grpSpPr>
            <a:xfrm>
              <a:off x="2235240" y="5691240"/>
              <a:ext cx="711000" cy="599760"/>
              <a:chOff x="2235240" y="5691240"/>
              <a:chExt cx="711000" cy="599760"/>
            </a:xfrm>
          </p:grpSpPr>
          <p:pic>
            <p:nvPicPr>
              <p:cNvPr id="2515" name="Picture 45" descr="desktop_computer_stylized_medium"/>
              <p:cNvPicPr/>
              <p:nvPr/>
            </p:nvPicPr>
            <p:blipFill>
              <a:blip r:embed="rId4"/>
              <a:stretch/>
            </p:blipFill>
            <p:spPr>
              <a:xfrm flipH="1">
                <a:off x="2235240" y="5691240"/>
                <a:ext cx="711000" cy="599760"/>
              </a:xfrm>
              <a:prstGeom prst="rect">
                <a:avLst/>
              </a:prstGeom>
              <a:ln>
                <a:noFill/>
              </a:ln>
            </p:spPr>
          </p:pic>
          <p:sp>
            <p:nvSpPr>
              <p:cNvPr id="2516" name="CustomShape 29"/>
              <p:cNvSpPr/>
              <p:nvPr/>
            </p:nvSpPr>
            <p:spPr>
              <a:xfrm flipH="1">
                <a:off x="2538360" y="5748840"/>
                <a:ext cx="345600" cy="2743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517" name="CustomShape 30"/>
            <p:cNvSpPr/>
            <p:nvPr/>
          </p:nvSpPr>
          <p:spPr>
            <a:xfrm rot="16200000">
              <a:off x="2418480" y="5884200"/>
              <a:ext cx="88560" cy="137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grpSp>
        <p:nvGrpSpPr>
          <p:cNvPr id="2518" name="Group 31"/>
          <p:cNvGrpSpPr/>
          <p:nvPr/>
        </p:nvGrpSpPr>
        <p:grpSpPr>
          <a:xfrm>
            <a:off x="4575600" y="4352760"/>
            <a:ext cx="3082320" cy="2230200"/>
            <a:chOff x="4575600" y="4352760"/>
            <a:chExt cx="3082320" cy="2230200"/>
          </a:xfrm>
        </p:grpSpPr>
        <p:sp>
          <p:nvSpPr>
            <p:cNvPr id="2519" name="Line 32"/>
            <p:cNvSpPr/>
            <p:nvPr/>
          </p:nvSpPr>
          <p:spPr>
            <a:xfrm>
              <a:off x="5269320" y="5346000"/>
              <a:ext cx="75420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20" name="Line 33"/>
            <p:cNvSpPr/>
            <p:nvPr/>
          </p:nvSpPr>
          <p:spPr>
            <a:xfrm>
              <a:off x="6228720" y="4902480"/>
              <a:ext cx="0" cy="3780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21" name="Line 34"/>
            <p:cNvSpPr/>
            <p:nvPr/>
          </p:nvSpPr>
          <p:spPr>
            <a:xfrm flipH="1">
              <a:off x="6376320" y="5357880"/>
              <a:ext cx="776520" cy="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22" name="Line 35"/>
            <p:cNvSpPr/>
            <p:nvPr/>
          </p:nvSpPr>
          <p:spPr>
            <a:xfrm flipV="1">
              <a:off x="6228720" y="5451840"/>
              <a:ext cx="10080" cy="531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23" name="CustomShape 36"/>
            <p:cNvSpPr/>
            <p:nvPr/>
          </p:nvSpPr>
          <p:spPr>
            <a:xfrm>
              <a:off x="5302800" y="5628240"/>
              <a:ext cx="745200" cy="333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MS PGothic"/>
                </a:rPr>
                <a:t>switch</a:t>
              </a:r>
              <a:endParaRPr lang="nl-NL" sz="1600" b="0" strike="noStrike" spc="-1">
                <a:latin typeface="Calibri"/>
              </a:endParaRPr>
            </a:p>
          </p:txBody>
        </p:sp>
        <p:sp>
          <p:nvSpPr>
            <p:cNvPr id="2524" name="Line 37"/>
            <p:cNvSpPr/>
            <p:nvPr/>
          </p:nvSpPr>
          <p:spPr>
            <a:xfrm flipV="1">
              <a:off x="5669640" y="5469840"/>
              <a:ext cx="323280" cy="1796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525" name="CustomShape 38"/>
            <p:cNvSpPr/>
            <p:nvPr/>
          </p:nvSpPr>
          <p:spPr>
            <a:xfrm>
              <a:off x="4971600" y="5874120"/>
              <a:ext cx="688680" cy="455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400" b="0" i="1" strike="noStrike" spc="-1">
                  <a:solidFill>
                    <a:srgbClr val="CC0000"/>
                  </a:solidFill>
                  <a:latin typeface="Arial"/>
                  <a:ea typeface="MS PGothic"/>
                </a:rPr>
                <a:t>star</a:t>
              </a:r>
              <a:endParaRPr lang="nl-NL" sz="2400" b="0" strike="noStrike" spc="-1">
                <a:latin typeface="Calibri"/>
              </a:endParaRPr>
            </a:p>
          </p:txBody>
        </p:sp>
        <p:grpSp>
          <p:nvGrpSpPr>
            <p:cNvPr id="2526" name="Group 39"/>
            <p:cNvGrpSpPr/>
            <p:nvPr/>
          </p:nvGrpSpPr>
          <p:grpSpPr>
            <a:xfrm>
              <a:off x="4575600" y="5029920"/>
              <a:ext cx="707040" cy="516960"/>
              <a:chOff x="4575600" y="5029920"/>
              <a:chExt cx="707040" cy="516960"/>
            </a:xfrm>
          </p:grpSpPr>
          <p:sp>
            <p:nvSpPr>
              <p:cNvPr id="2527" name="CustomShape 40"/>
              <p:cNvSpPr/>
              <p:nvPr/>
            </p:nvSpPr>
            <p:spPr>
              <a:xfrm rot="16200000">
                <a:off x="5159880" y="5257440"/>
                <a:ext cx="74160" cy="17100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28" name="Group 41"/>
              <p:cNvGrpSpPr/>
              <p:nvPr/>
            </p:nvGrpSpPr>
            <p:grpSpPr>
              <a:xfrm>
                <a:off x="4575600" y="5029920"/>
                <a:ext cx="645120" cy="516960"/>
                <a:chOff x="4575600" y="5029920"/>
                <a:chExt cx="645120" cy="516960"/>
              </a:xfrm>
            </p:grpSpPr>
            <p:pic>
              <p:nvPicPr>
                <p:cNvPr id="2529" name="Picture 50" descr="desktop_computer_stylized_medium"/>
                <p:cNvPicPr/>
                <p:nvPr/>
              </p:nvPicPr>
              <p:blipFill>
                <a:blip r:embed="rId5"/>
                <a:stretch/>
              </p:blipFill>
              <p:spPr>
                <a:xfrm flipH="1">
                  <a:off x="4575600" y="5029920"/>
                  <a:ext cx="645120" cy="516960"/>
                </a:xfrm>
                <a:prstGeom prst="rect">
                  <a:avLst/>
                </a:prstGeom>
                <a:ln>
                  <a:noFill/>
                </a:ln>
              </p:spPr>
            </p:pic>
            <p:sp>
              <p:nvSpPr>
                <p:cNvPr id="2530" name="CustomShape 42"/>
                <p:cNvSpPr/>
                <p:nvPr/>
              </p:nvSpPr>
              <p:spPr>
                <a:xfrm flipH="1">
                  <a:off x="4849560" y="5079600"/>
                  <a:ext cx="313560" cy="2365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531" name="Group 43"/>
            <p:cNvGrpSpPr/>
            <p:nvPr/>
          </p:nvGrpSpPr>
          <p:grpSpPr>
            <a:xfrm>
              <a:off x="6997320" y="5098680"/>
              <a:ext cx="660600" cy="555120"/>
              <a:chOff x="6997320" y="5098680"/>
              <a:chExt cx="660600" cy="555120"/>
            </a:xfrm>
          </p:grpSpPr>
          <p:grpSp>
            <p:nvGrpSpPr>
              <p:cNvPr id="2532" name="Group 44"/>
              <p:cNvGrpSpPr/>
              <p:nvPr/>
            </p:nvGrpSpPr>
            <p:grpSpPr>
              <a:xfrm>
                <a:off x="6997320" y="5098680"/>
                <a:ext cx="660600" cy="555120"/>
                <a:chOff x="6997320" y="5098680"/>
                <a:chExt cx="660600" cy="555120"/>
              </a:xfrm>
            </p:grpSpPr>
            <p:pic>
              <p:nvPicPr>
                <p:cNvPr id="2533" name="Picture 45" descr="desktop_computer_stylized_medium"/>
                <p:cNvPicPr/>
                <p:nvPr/>
              </p:nvPicPr>
              <p:blipFill>
                <a:blip r:embed="rId4"/>
                <a:stretch/>
              </p:blipFill>
              <p:spPr>
                <a:xfrm flipH="1">
                  <a:off x="6997320" y="5098680"/>
                  <a:ext cx="660600" cy="555120"/>
                </a:xfrm>
                <a:prstGeom prst="rect">
                  <a:avLst/>
                </a:prstGeom>
                <a:ln>
                  <a:noFill/>
                </a:ln>
              </p:spPr>
            </p:pic>
            <p:sp>
              <p:nvSpPr>
                <p:cNvPr id="2534" name="CustomShape 45"/>
                <p:cNvSpPr/>
                <p:nvPr/>
              </p:nvSpPr>
              <p:spPr>
                <a:xfrm flipH="1">
                  <a:off x="7278840" y="5151960"/>
                  <a:ext cx="321120" cy="2541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535" name="CustomShape 46"/>
              <p:cNvSpPr/>
              <p:nvPr/>
            </p:nvSpPr>
            <p:spPr>
              <a:xfrm rot="16200000">
                <a:off x="7168320" y="5277960"/>
                <a:ext cx="82080" cy="12816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sp>
          <p:nvSpPr>
            <p:cNvPr id="2536" name="CustomShape 47"/>
            <p:cNvSpPr/>
            <p:nvPr/>
          </p:nvSpPr>
          <p:spPr>
            <a:xfrm>
              <a:off x="6183360" y="4778280"/>
              <a:ext cx="85320" cy="12204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537" name="Group 48"/>
            <p:cNvGrpSpPr/>
            <p:nvPr/>
          </p:nvGrpSpPr>
          <p:grpSpPr>
            <a:xfrm>
              <a:off x="5888880" y="4352760"/>
              <a:ext cx="659520" cy="555120"/>
              <a:chOff x="5888880" y="4352760"/>
              <a:chExt cx="659520" cy="555120"/>
            </a:xfrm>
          </p:grpSpPr>
          <p:pic>
            <p:nvPicPr>
              <p:cNvPr id="2538" name="Picture 45" descr="desktop_computer_stylized_medium"/>
              <p:cNvPicPr/>
              <p:nvPr/>
            </p:nvPicPr>
            <p:blipFill>
              <a:blip r:embed="rId4"/>
              <a:stretch/>
            </p:blipFill>
            <p:spPr>
              <a:xfrm flipH="1">
                <a:off x="5888880" y="4352760"/>
                <a:ext cx="659520" cy="555120"/>
              </a:xfrm>
              <a:prstGeom prst="rect">
                <a:avLst/>
              </a:prstGeom>
              <a:ln>
                <a:noFill/>
              </a:ln>
            </p:spPr>
          </p:pic>
          <p:sp>
            <p:nvSpPr>
              <p:cNvPr id="2539" name="CustomShape 49"/>
              <p:cNvSpPr/>
              <p:nvPr/>
            </p:nvSpPr>
            <p:spPr>
              <a:xfrm flipH="1">
                <a:off x="6169680" y="4406040"/>
                <a:ext cx="320400" cy="2541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2540" name="Group 50"/>
            <p:cNvGrpSpPr/>
            <p:nvPr/>
          </p:nvGrpSpPr>
          <p:grpSpPr>
            <a:xfrm>
              <a:off x="5755320" y="5958000"/>
              <a:ext cx="660600" cy="624960"/>
              <a:chOff x="5755320" y="5958000"/>
              <a:chExt cx="660600" cy="624960"/>
            </a:xfrm>
          </p:grpSpPr>
          <p:sp>
            <p:nvSpPr>
              <p:cNvPr id="2541" name="CustomShape 51"/>
              <p:cNvSpPr/>
              <p:nvPr/>
            </p:nvSpPr>
            <p:spPr>
              <a:xfrm>
                <a:off x="6183360" y="5958000"/>
                <a:ext cx="85320" cy="12348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542" name="Group 52"/>
              <p:cNvGrpSpPr/>
              <p:nvPr/>
            </p:nvGrpSpPr>
            <p:grpSpPr>
              <a:xfrm>
                <a:off x="5755320" y="6027840"/>
                <a:ext cx="660600" cy="555120"/>
                <a:chOff x="5755320" y="6027840"/>
                <a:chExt cx="660600" cy="555120"/>
              </a:xfrm>
            </p:grpSpPr>
            <p:pic>
              <p:nvPicPr>
                <p:cNvPr id="2543" name="Picture 45" descr="desktop_computer_stylized_medium"/>
                <p:cNvPicPr/>
                <p:nvPr/>
              </p:nvPicPr>
              <p:blipFill>
                <a:blip r:embed="rId4"/>
                <a:stretch/>
              </p:blipFill>
              <p:spPr>
                <a:xfrm flipH="1">
                  <a:off x="5755320" y="6027840"/>
                  <a:ext cx="660600" cy="555120"/>
                </a:xfrm>
                <a:prstGeom prst="rect">
                  <a:avLst/>
                </a:prstGeom>
                <a:ln>
                  <a:noFill/>
                </a:ln>
              </p:spPr>
            </p:pic>
            <p:sp>
              <p:nvSpPr>
                <p:cNvPr id="2544" name="CustomShape 53"/>
                <p:cNvSpPr/>
                <p:nvPr/>
              </p:nvSpPr>
              <p:spPr>
                <a:xfrm flipH="1">
                  <a:off x="6036480" y="6081120"/>
                  <a:ext cx="321120" cy="2541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pic>
          <p:nvPicPr>
            <p:cNvPr id="2545" name="Picture 3"/>
            <p:cNvPicPr/>
            <p:nvPr/>
          </p:nvPicPr>
          <p:blipFill>
            <a:blip r:embed="rId6"/>
            <a:stretch/>
          </p:blipFill>
          <p:spPr>
            <a:xfrm>
              <a:off x="5996880" y="5235480"/>
              <a:ext cx="466560" cy="255240"/>
            </a:xfrm>
            <a:prstGeom prst="rect">
              <a:avLst/>
            </a:prstGeom>
            <a:ln>
              <a:noFill/>
            </a:ln>
          </p:spPr>
        </p:pic>
      </p:grpSp>
      <p:sp>
        <p:nvSpPr>
          <p:cNvPr id="2546" name="CustomShape 54"/>
          <p:cNvSpPr/>
          <p:nvPr/>
        </p:nvSpPr>
        <p:spPr>
          <a:xfrm>
            <a:off x="719280" y="65786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19</a:t>
            </a:r>
            <a:endParaRPr lang="nl-NL" sz="1400" b="0" strike="noStrike" spc="-1">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7" name="TextShape 1"/>
          <p:cNvSpPr txBox="1"/>
          <p:nvPr/>
        </p:nvSpPr>
        <p:spPr>
          <a:xfrm>
            <a:off x="457200" y="604800"/>
            <a:ext cx="8229240" cy="1142640"/>
          </a:xfrm>
          <a:prstGeom prst="rect">
            <a:avLst/>
          </a:prstGeom>
          <a:noFill/>
          <a:ln>
            <a:noFill/>
          </a:ln>
        </p:spPr>
        <p:txBody>
          <a:bodyPr anchor="ctr">
            <a:noAutofit/>
          </a:bodyPr>
          <a:lstStyle/>
          <a:p>
            <a:pPr>
              <a:lnSpc>
                <a:spcPct val="100000"/>
              </a:lnSpc>
            </a:pPr>
            <a:r>
              <a:rPr lang="en-US" sz="2400" b="0" strike="noStrike" spc="-1">
                <a:solidFill>
                  <a:srgbClr val="25167A"/>
                </a:solidFill>
                <a:latin typeface="Arial"/>
              </a:rPr>
              <a:t>Switch: </a:t>
            </a:r>
            <a:r>
              <a:rPr lang="en-US" sz="2400" b="0" i="1" strike="noStrike" spc="-1">
                <a:solidFill>
                  <a:srgbClr val="25167A"/>
                </a:solidFill>
                <a:latin typeface="Arial"/>
              </a:rPr>
              <a:t>multiple</a:t>
            </a:r>
            <a:r>
              <a:rPr lang="en-US" sz="2400" b="0" strike="noStrike" spc="-1">
                <a:solidFill>
                  <a:srgbClr val="25167A"/>
                </a:solidFill>
                <a:latin typeface="Arial"/>
              </a:rPr>
              <a:t> simultaneous transmissions</a:t>
            </a:r>
            <a:endParaRPr lang="nl-NL" sz="2400" b="0" strike="noStrike" spc="-1">
              <a:solidFill>
                <a:srgbClr val="000000"/>
              </a:solidFill>
              <a:latin typeface="Arial"/>
            </a:endParaRPr>
          </a:p>
        </p:txBody>
      </p:sp>
      <p:sp>
        <p:nvSpPr>
          <p:cNvPr id="2548" name="TextShape 2"/>
          <p:cNvSpPr txBox="1"/>
          <p:nvPr/>
        </p:nvSpPr>
        <p:spPr>
          <a:xfrm>
            <a:off x="457200" y="2087640"/>
            <a:ext cx="4543200" cy="4038120"/>
          </a:xfrm>
          <a:prstGeom prst="rect">
            <a:avLst/>
          </a:prstGeom>
          <a:noFill/>
          <a:ln>
            <a:noFill/>
          </a:ln>
        </p:spPr>
        <p:txBody>
          <a:bodyPr>
            <a:noAutofit/>
          </a:bodyPr>
          <a:lstStyle/>
          <a:p>
            <a:pPr>
              <a:lnSpc>
                <a:spcPct val="90000"/>
              </a:lnSpc>
              <a:spcBef>
                <a:spcPts val="360"/>
              </a:spcBef>
              <a:tabLst>
                <a:tab pos="0" algn="l"/>
              </a:tabLst>
            </a:pPr>
            <a:r>
              <a:rPr lang="en-US" sz="1800" b="0" strike="noStrike" spc="-1">
                <a:solidFill>
                  <a:srgbClr val="000000"/>
                </a:solidFill>
                <a:latin typeface="Arial"/>
              </a:rPr>
              <a:t>hosts have dedicated, direct connection to switch</a:t>
            </a:r>
            <a:endParaRPr lang="nl-NL" sz="1800" b="0" strike="noStrike" spc="-1">
              <a:solidFill>
                <a:srgbClr val="000000"/>
              </a:solidFill>
              <a:latin typeface="Arial"/>
            </a:endParaRPr>
          </a:p>
          <a:p>
            <a:pPr>
              <a:lnSpc>
                <a:spcPct val="90000"/>
              </a:lnSpc>
              <a:spcBef>
                <a:spcPts val="360"/>
              </a:spcBef>
              <a:tabLst>
                <a:tab pos="0" algn="l"/>
              </a:tabLst>
            </a:pPr>
            <a:endParaRPr lang="nl-NL" sz="1800" b="0" strike="noStrike" spc="-1">
              <a:solidFill>
                <a:srgbClr val="000000"/>
              </a:solidFill>
              <a:latin typeface="Arial"/>
            </a:endParaRPr>
          </a:p>
          <a:p>
            <a:pPr>
              <a:lnSpc>
                <a:spcPct val="90000"/>
              </a:lnSpc>
              <a:spcBef>
                <a:spcPts val="360"/>
              </a:spcBef>
              <a:tabLst>
                <a:tab pos="0" algn="l"/>
              </a:tabLst>
            </a:pPr>
            <a:r>
              <a:rPr lang="en-US" sz="1800" b="0" strike="noStrike" spc="-1">
                <a:solidFill>
                  <a:srgbClr val="000000"/>
                </a:solidFill>
                <a:latin typeface="Arial"/>
              </a:rPr>
              <a:t>switches buffer packets</a:t>
            </a:r>
            <a:endParaRPr lang="nl-NL" sz="1800" b="0" strike="noStrike" spc="-1">
              <a:solidFill>
                <a:srgbClr val="000000"/>
              </a:solidFill>
              <a:latin typeface="Arial"/>
            </a:endParaRPr>
          </a:p>
          <a:p>
            <a:pPr>
              <a:lnSpc>
                <a:spcPct val="90000"/>
              </a:lnSpc>
              <a:spcBef>
                <a:spcPts val="360"/>
              </a:spcBef>
              <a:tabLst>
                <a:tab pos="0" algn="l"/>
              </a:tabLst>
            </a:pPr>
            <a:endParaRPr lang="nl-NL" sz="1800" b="0" strike="noStrike" spc="-1">
              <a:solidFill>
                <a:srgbClr val="000000"/>
              </a:solidFill>
              <a:latin typeface="Arial"/>
            </a:endParaRPr>
          </a:p>
          <a:p>
            <a:pPr>
              <a:lnSpc>
                <a:spcPct val="90000"/>
              </a:lnSpc>
              <a:spcBef>
                <a:spcPts val="360"/>
              </a:spcBef>
              <a:tabLst>
                <a:tab pos="0" algn="l"/>
              </a:tabLst>
            </a:pPr>
            <a:r>
              <a:rPr lang="en-US" sz="1800" b="0" strike="noStrike" spc="-1">
                <a:solidFill>
                  <a:srgbClr val="000000"/>
                </a:solidFill>
                <a:latin typeface="Arial"/>
              </a:rPr>
              <a:t>Ethernet protocol used on </a:t>
            </a:r>
            <a:r>
              <a:rPr lang="en-US" sz="1800" b="0" i="1" strike="noStrike" spc="-1">
                <a:solidFill>
                  <a:srgbClr val="000000"/>
                </a:solidFill>
                <a:latin typeface="Arial"/>
              </a:rPr>
              <a:t>each</a:t>
            </a:r>
            <a:r>
              <a:rPr lang="en-US" sz="1800" b="0" strike="noStrike" spc="-1">
                <a:solidFill>
                  <a:srgbClr val="000000"/>
                </a:solidFill>
                <a:latin typeface="Arial"/>
              </a:rPr>
              <a:t> incoming link, but no collisions; full duplex</a:t>
            </a:r>
            <a:endParaRPr lang="nl-NL" sz="1800" b="0" strike="noStrike" spc="-1">
              <a:solidFill>
                <a:srgbClr val="000000"/>
              </a:solidFill>
              <a:latin typeface="Arial"/>
            </a:endParaRPr>
          </a:p>
          <a:p>
            <a:pPr marL="628560" lvl="1" indent="-285480">
              <a:lnSpc>
                <a:spcPct val="100000"/>
              </a:lnSpc>
              <a:spcBef>
                <a:spcPts val="360"/>
              </a:spcBef>
              <a:buClr>
                <a:srgbClr val="000000"/>
              </a:buClr>
              <a:buFont typeface="Arial"/>
              <a:buChar char="•"/>
              <a:tabLst>
                <a:tab pos="0" algn="l"/>
              </a:tabLst>
            </a:pPr>
            <a:r>
              <a:rPr lang="en-US" sz="1800" b="0" strike="noStrike" spc="-1">
                <a:solidFill>
                  <a:srgbClr val="000000"/>
                </a:solidFill>
                <a:latin typeface="Arial"/>
              </a:rPr>
              <a:t>each link is its own collision domain</a:t>
            </a:r>
            <a:endParaRPr lang="nl-NL" sz="1800" b="0" strike="noStrike" spc="-1">
              <a:solidFill>
                <a:srgbClr val="000000"/>
              </a:solidFill>
              <a:latin typeface="Arial"/>
            </a:endParaRPr>
          </a:p>
          <a:p>
            <a:pPr>
              <a:lnSpc>
                <a:spcPct val="90000"/>
              </a:lnSpc>
              <a:spcBef>
                <a:spcPts val="360"/>
              </a:spcBef>
              <a:tabLst>
                <a:tab pos="0" algn="l"/>
              </a:tabLst>
            </a:pPr>
            <a:endParaRPr lang="nl-NL" sz="1800" b="0" strike="noStrike" spc="-1">
              <a:solidFill>
                <a:srgbClr val="000000"/>
              </a:solidFill>
              <a:latin typeface="Arial"/>
            </a:endParaRPr>
          </a:p>
          <a:p>
            <a:pPr>
              <a:lnSpc>
                <a:spcPct val="90000"/>
              </a:lnSpc>
              <a:spcBef>
                <a:spcPts val="360"/>
              </a:spcBef>
              <a:tabLst>
                <a:tab pos="0" algn="l"/>
              </a:tabLst>
            </a:pPr>
            <a:r>
              <a:rPr lang="en-US" sz="1800" b="0" i="1" strike="noStrike" spc="-1">
                <a:solidFill>
                  <a:srgbClr val="CC0000"/>
                </a:solidFill>
                <a:latin typeface="Arial"/>
              </a:rPr>
              <a:t>switching:</a:t>
            </a:r>
            <a:r>
              <a:rPr lang="en-US" sz="1800" b="0" strike="noStrike" spc="-1">
                <a:solidFill>
                  <a:srgbClr val="CC0000"/>
                </a:solidFill>
                <a:latin typeface="Arial"/>
              </a:rPr>
              <a:t> </a:t>
            </a:r>
            <a:r>
              <a:rPr lang="en-US" sz="1800" b="0" strike="noStrike" spc="-1">
                <a:solidFill>
                  <a:srgbClr val="000000"/>
                </a:solidFill>
                <a:latin typeface="Arial"/>
              </a:rPr>
              <a:t>A-to-A’ and B-to-B’ can transmit simultaneously, without collisions </a:t>
            </a:r>
            <a:endParaRPr lang="nl-NL" sz="1800" b="0" strike="noStrike" spc="-1">
              <a:solidFill>
                <a:srgbClr val="000000"/>
              </a:solidFill>
              <a:latin typeface="Arial"/>
            </a:endParaRPr>
          </a:p>
        </p:txBody>
      </p:sp>
      <p:sp>
        <p:nvSpPr>
          <p:cNvPr id="2549"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8F61A80A-B3AB-447D-A30E-63189F565436}" type="slidenum">
              <a:rPr lang="nl-NL" sz="1000" b="0" strike="noStrike" spc="-1">
                <a:solidFill>
                  <a:srgbClr val="FFFFFF"/>
                </a:solidFill>
                <a:latin typeface="Arial"/>
                <a:ea typeface="ＭＳ Ｐゴシック"/>
              </a:rPr>
              <a:t>48</a:t>
            </a:fld>
            <a:endParaRPr lang="nl-NL" sz="1000" b="0" strike="noStrike" spc="-1">
              <a:latin typeface="Calibri"/>
            </a:endParaRPr>
          </a:p>
        </p:txBody>
      </p:sp>
      <p:grpSp>
        <p:nvGrpSpPr>
          <p:cNvPr id="2550" name="Group 4"/>
          <p:cNvGrpSpPr/>
          <p:nvPr/>
        </p:nvGrpSpPr>
        <p:grpSpPr>
          <a:xfrm>
            <a:off x="5107320" y="1425600"/>
            <a:ext cx="3660480" cy="4276080"/>
            <a:chOff x="5107320" y="1425600"/>
            <a:chExt cx="3660480" cy="4276080"/>
          </a:xfrm>
        </p:grpSpPr>
        <p:sp>
          <p:nvSpPr>
            <p:cNvPr id="2551" name="CustomShape 5"/>
            <p:cNvSpPr/>
            <p:nvPr/>
          </p:nvSpPr>
          <p:spPr>
            <a:xfrm>
              <a:off x="5842080" y="5062680"/>
              <a:ext cx="26805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i="1" strike="noStrike" spc="-1">
                  <a:solidFill>
                    <a:srgbClr val="000000"/>
                  </a:solidFill>
                  <a:latin typeface="Arial"/>
                  <a:ea typeface="MS PGothic"/>
                </a:rPr>
                <a:t>switch with six interfaces</a:t>
              </a:r>
              <a:endParaRPr lang="nl-NL" sz="1800" b="0" strike="noStrike" spc="-1">
                <a:latin typeface="Calibri"/>
              </a:endParaRPr>
            </a:p>
            <a:p>
              <a:pPr algn="ctr">
                <a:lnSpc>
                  <a:spcPct val="100000"/>
                </a:lnSpc>
              </a:pPr>
              <a:r>
                <a:rPr lang="en-US" sz="1800" b="0" i="1" strike="noStrike" spc="-1">
                  <a:solidFill>
                    <a:srgbClr val="000000"/>
                  </a:solidFill>
                  <a:latin typeface="Arial"/>
                  <a:ea typeface="MS PGothic"/>
                </a:rPr>
                <a:t>(</a:t>
              </a:r>
              <a:r>
                <a:rPr lang="en-US" sz="1800" b="0" i="1" strike="noStrike" spc="-1">
                  <a:solidFill>
                    <a:srgbClr val="FF0000"/>
                  </a:solidFill>
                  <a:latin typeface="Arial"/>
                  <a:ea typeface="MS PGothic"/>
                </a:rPr>
                <a:t>1,2,3,4,5,6</a:t>
              </a:r>
              <a:r>
                <a:rPr lang="en-US" sz="1800" b="0" i="1" strike="noStrike" spc="-1">
                  <a:solidFill>
                    <a:srgbClr val="000000"/>
                  </a:solidFill>
                  <a:latin typeface="Arial"/>
                  <a:ea typeface="MS PGothic"/>
                </a:rPr>
                <a:t>)</a:t>
              </a:r>
              <a:r>
                <a:rPr lang="en-US" sz="1800" b="0" strike="noStrike" spc="-1">
                  <a:solidFill>
                    <a:srgbClr val="000000"/>
                  </a:solidFill>
                  <a:latin typeface="Arial"/>
                  <a:ea typeface="MS PGothic"/>
                </a:rPr>
                <a:t>  </a:t>
              </a:r>
              <a:endParaRPr lang="nl-NL" sz="1800" b="0" strike="noStrike" spc="-1">
                <a:latin typeface="Calibri"/>
              </a:endParaRPr>
            </a:p>
          </p:txBody>
        </p:sp>
        <p:grpSp>
          <p:nvGrpSpPr>
            <p:cNvPr id="2552" name="Group 6"/>
            <p:cNvGrpSpPr/>
            <p:nvPr/>
          </p:nvGrpSpPr>
          <p:grpSpPr>
            <a:xfrm>
              <a:off x="5107320" y="1425600"/>
              <a:ext cx="3660480" cy="3595320"/>
              <a:chOff x="5107320" y="1425600"/>
              <a:chExt cx="3660480" cy="3595320"/>
            </a:xfrm>
          </p:grpSpPr>
          <p:sp>
            <p:nvSpPr>
              <p:cNvPr id="2553" name="CustomShape 7"/>
              <p:cNvSpPr/>
              <p:nvPr/>
            </p:nvSpPr>
            <p:spPr>
              <a:xfrm>
                <a:off x="7039800" y="1425600"/>
                <a:ext cx="333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A</a:t>
                </a:r>
                <a:endParaRPr lang="nl-NL" sz="1800" b="0" strike="noStrike" spc="-1">
                  <a:latin typeface="Calibri"/>
                </a:endParaRPr>
              </a:p>
            </p:txBody>
          </p:sp>
          <p:sp>
            <p:nvSpPr>
              <p:cNvPr id="2554" name="CustomShape 8"/>
              <p:cNvSpPr/>
              <p:nvPr/>
            </p:nvSpPr>
            <p:spPr>
              <a:xfrm>
                <a:off x="6741360" y="4656240"/>
                <a:ext cx="3823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A’</a:t>
                </a:r>
                <a:endParaRPr lang="nl-NL" sz="1800" b="0" strike="noStrike" spc="-1">
                  <a:latin typeface="Calibri"/>
                </a:endParaRPr>
              </a:p>
            </p:txBody>
          </p:sp>
          <p:sp>
            <p:nvSpPr>
              <p:cNvPr id="2555" name="CustomShape 9"/>
              <p:cNvSpPr/>
              <p:nvPr/>
            </p:nvSpPr>
            <p:spPr>
              <a:xfrm>
                <a:off x="8364960" y="2025720"/>
                <a:ext cx="333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B</a:t>
                </a:r>
                <a:endParaRPr lang="nl-NL" sz="1800" b="0" strike="noStrike" spc="-1">
                  <a:latin typeface="Calibri"/>
                </a:endParaRPr>
              </a:p>
            </p:txBody>
          </p:sp>
          <p:sp>
            <p:nvSpPr>
              <p:cNvPr id="2556" name="CustomShape 10"/>
              <p:cNvSpPr/>
              <p:nvPr/>
            </p:nvSpPr>
            <p:spPr>
              <a:xfrm>
                <a:off x="5373720" y="3794040"/>
                <a:ext cx="3837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B’</a:t>
                </a:r>
                <a:endParaRPr lang="nl-NL" sz="1800" b="0" strike="noStrike" spc="-1">
                  <a:latin typeface="Calibri"/>
                </a:endParaRPr>
              </a:p>
            </p:txBody>
          </p:sp>
          <p:sp>
            <p:nvSpPr>
              <p:cNvPr id="2557" name="CustomShape 11"/>
              <p:cNvSpPr/>
              <p:nvPr/>
            </p:nvSpPr>
            <p:spPr>
              <a:xfrm>
                <a:off x="8117640" y="3794040"/>
                <a:ext cx="3456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C</a:t>
                </a:r>
                <a:endParaRPr lang="nl-NL" sz="1800" b="0" strike="noStrike" spc="-1">
                  <a:latin typeface="Calibri"/>
                </a:endParaRPr>
              </a:p>
            </p:txBody>
          </p:sp>
          <p:sp>
            <p:nvSpPr>
              <p:cNvPr id="2558" name="CustomShape 12"/>
              <p:cNvSpPr/>
              <p:nvPr/>
            </p:nvSpPr>
            <p:spPr>
              <a:xfrm>
                <a:off x="5502240" y="2071800"/>
                <a:ext cx="3960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C’</a:t>
                </a:r>
                <a:endParaRPr lang="nl-NL" sz="1800" b="0" strike="noStrike" spc="-1">
                  <a:latin typeface="Calibri"/>
                </a:endParaRPr>
              </a:p>
            </p:txBody>
          </p:sp>
          <p:sp>
            <p:nvSpPr>
              <p:cNvPr id="2559" name="Line 13"/>
              <p:cNvSpPr/>
              <p:nvPr/>
            </p:nvSpPr>
            <p:spPr>
              <a:xfrm>
                <a:off x="6062400" y="2771640"/>
                <a:ext cx="720720" cy="298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60" name="Line 14"/>
              <p:cNvSpPr/>
              <p:nvPr/>
            </p:nvSpPr>
            <p:spPr>
              <a:xfrm>
                <a:off x="7048440" y="2477880"/>
                <a:ext cx="0" cy="504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61" name="Line 15"/>
              <p:cNvSpPr/>
              <p:nvPr/>
            </p:nvSpPr>
            <p:spPr>
              <a:xfrm flipH="1">
                <a:off x="7238880" y="2601720"/>
                <a:ext cx="892080" cy="484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62" name="Line 16"/>
              <p:cNvSpPr/>
              <p:nvPr/>
            </p:nvSpPr>
            <p:spPr>
              <a:xfrm flipV="1">
                <a:off x="7048440" y="3211200"/>
                <a:ext cx="12600" cy="7099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563" name="Group 17"/>
              <p:cNvGrpSpPr/>
              <p:nvPr/>
            </p:nvGrpSpPr>
            <p:grpSpPr>
              <a:xfrm>
                <a:off x="5123520" y="2338920"/>
                <a:ext cx="913320" cy="690120"/>
                <a:chOff x="5123520" y="2338920"/>
                <a:chExt cx="913320" cy="690120"/>
              </a:xfrm>
            </p:grpSpPr>
            <p:sp>
              <p:nvSpPr>
                <p:cNvPr id="2564" name="CustomShape 18"/>
                <p:cNvSpPr/>
                <p:nvPr/>
              </p:nvSpPr>
              <p:spPr>
                <a:xfrm rot="16200000">
                  <a:off x="5876640" y="2646360"/>
                  <a:ext cx="99720" cy="220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65" name="Group 19"/>
                <p:cNvGrpSpPr/>
                <p:nvPr/>
              </p:nvGrpSpPr>
              <p:grpSpPr>
                <a:xfrm>
                  <a:off x="5123520" y="2338920"/>
                  <a:ext cx="833760" cy="690120"/>
                  <a:chOff x="5123520" y="2338920"/>
                  <a:chExt cx="833760" cy="690120"/>
                </a:xfrm>
              </p:grpSpPr>
              <p:pic>
                <p:nvPicPr>
                  <p:cNvPr id="2566" name="Picture 50" descr="desktop_computer_stylized_medium"/>
                  <p:cNvPicPr/>
                  <p:nvPr/>
                </p:nvPicPr>
                <p:blipFill>
                  <a:blip r:embed="rId3"/>
                  <a:stretch/>
                </p:blipFill>
                <p:spPr>
                  <a:xfrm flipH="1">
                    <a:off x="5123520" y="2338920"/>
                    <a:ext cx="833760" cy="690120"/>
                  </a:xfrm>
                  <a:prstGeom prst="rect">
                    <a:avLst/>
                  </a:prstGeom>
                  <a:ln>
                    <a:noFill/>
                  </a:ln>
                </p:spPr>
              </p:pic>
              <p:sp>
                <p:nvSpPr>
                  <p:cNvPr id="2567" name="CustomShape 20"/>
                  <p:cNvSpPr/>
                  <p:nvPr/>
                </p:nvSpPr>
                <p:spPr>
                  <a:xfrm flipH="1">
                    <a:off x="5478120" y="2405160"/>
                    <a:ext cx="405000" cy="315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568" name="Group 21"/>
              <p:cNvGrpSpPr/>
              <p:nvPr/>
            </p:nvGrpSpPr>
            <p:grpSpPr>
              <a:xfrm>
                <a:off x="7914960" y="2275560"/>
                <a:ext cx="852840" cy="741240"/>
                <a:chOff x="7914960" y="2275560"/>
                <a:chExt cx="852840" cy="741240"/>
              </a:xfrm>
            </p:grpSpPr>
            <p:grpSp>
              <p:nvGrpSpPr>
                <p:cNvPr id="2569" name="Group 22"/>
                <p:cNvGrpSpPr/>
                <p:nvPr/>
              </p:nvGrpSpPr>
              <p:grpSpPr>
                <a:xfrm>
                  <a:off x="7914960" y="2275560"/>
                  <a:ext cx="852840" cy="741240"/>
                  <a:chOff x="7914960" y="2275560"/>
                  <a:chExt cx="852840" cy="741240"/>
                </a:xfrm>
              </p:grpSpPr>
              <p:pic>
                <p:nvPicPr>
                  <p:cNvPr id="2570" name="Picture 45" descr="desktop_computer_stylized_medium"/>
                  <p:cNvPicPr/>
                  <p:nvPr/>
                </p:nvPicPr>
                <p:blipFill>
                  <a:blip r:embed="rId4"/>
                  <a:stretch/>
                </p:blipFill>
                <p:spPr>
                  <a:xfrm flipH="1">
                    <a:off x="7914960" y="2275560"/>
                    <a:ext cx="852840" cy="741240"/>
                  </a:xfrm>
                  <a:prstGeom prst="rect">
                    <a:avLst/>
                  </a:prstGeom>
                  <a:ln>
                    <a:noFill/>
                  </a:ln>
                </p:spPr>
              </p:pic>
              <p:sp>
                <p:nvSpPr>
                  <p:cNvPr id="2571" name="CustomShape 23"/>
                  <p:cNvSpPr/>
                  <p:nvPr/>
                </p:nvSpPr>
                <p:spPr>
                  <a:xfrm flipH="1">
                    <a:off x="8277480" y="234684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572" name="CustomShape 24"/>
                <p:cNvSpPr/>
                <p:nvPr/>
              </p:nvSpPr>
              <p:spPr>
                <a:xfrm rot="16200000">
                  <a:off x="8133480" y="2517120"/>
                  <a:ext cx="109080" cy="164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sp>
            <p:nvSpPr>
              <p:cNvPr id="2573" name="CustomShape 25"/>
              <p:cNvSpPr/>
              <p:nvPr/>
            </p:nvSpPr>
            <p:spPr>
              <a:xfrm>
                <a:off x="6989760" y="2311560"/>
                <a:ext cx="109080" cy="16488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574" name="Group 26"/>
              <p:cNvGrpSpPr/>
              <p:nvPr/>
            </p:nvGrpSpPr>
            <p:grpSpPr>
              <a:xfrm>
                <a:off x="6609240" y="1744200"/>
                <a:ext cx="852840" cy="741240"/>
                <a:chOff x="6609240" y="1744200"/>
                <a:chExt cx="852840" cy="741240"/>
              </a:xfrm>
            </p:grpSpPr>
            <p:pic>
              <p:nvPicPr>
                <p:cNvPr id="2575" name="Picture 45" descr="desktop_computer_stylized_medium"/>
                <p:cNvPicPr/>
                <p:nvPr/>
              </p:nvPicPr>
              <p:blipFill>
                <a:blip r:embed="rId4"/>
                <a:stretch/>
              </p:blipFill>
              <p:spPr>
                <a:xfrm flipH="1">
                  <a:off x="6609240" y="1744200"/>
                  <a:ext cx="852840" cy="741240"/>
                </a:xfrm>
                <a:prstGeom prst="rect">
                  <a:avLst/>
                </a:prstGeom>
                <a:ln>
                  <a:noFill/>
                </a:ln>
              </p:spPr>
            </p:pic>
            <p:sp>
              <p:nvSpPr>
                <p:cNvPr id="2576" name="CustomShape 27"/>
                <p:cNvSpPr/>
                <p:nvPr/>
              </p:nvSpPr>
              <p:spPr>
                <a:xfrm flipH="1">
                  <a:off x="6971760" y="181512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2577" name="Group 28"/>
              <p:cNvGrpSpPr/>
              <p:nvPr/>
            </p:nvGrpSpPr>
            <p:grpSpPr>
              <a:xfrm>
                <a:off x="6436440" y="3886200"/>
                <a:ext cx="852840" cy="834480"/>
                <a:chOff x="6436440" y="3886200"/>
                <a:chExt cx="852840" cy="834480"/>
              </a:xfrm>
            </p:grpSpPr>
            <p:sp>
              <p:nvSpPr>
                <p:cNvPr id="2578" name="CustomShape 29"/>
                <p:cNvSpPr/>
                <p:nvPr/>
              </p:nvSpPr>
              <p:spPr>
                <a:xfrm>
                  <a:off x="6989760" y="3886200"/>
                  <a:ext cx="110880" cy="16488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579" name="Group 30"/>
                <p:cNvGrpSpPr/>
                <p:nvPr/>
              </p:nvGrpSpPr>
              <p:grpSpPr>
                <a:xfrm>
                  <a:off x="6436440" y="3979440"/>
                  <a:ext cx="852840" cy="741240"/>
                  <a:chOff x="6436440" y="3979440"/>
                  <a:chExt cx="852840" cy="741240"/>
                </a:xfrm>
              </p:grpSpPr>
              <p:pic>
                <p:nvPicPr>
                  <p:cNvPr id="2580" name="Picture 45" descr="desktop_computer_stylized_medium"/>
                  <p:cNvPicPr/>
                  <p:nvPr/>
                </p:nvPicPr>
                <p:blipFill>
                  <a:blip r:embed="rId4"/>
                  <a:stretch/>
                </p:blipFill>
                <p:spPr>
                  <a:xfrm flipH="1">
                    <a:off x="6436440" y="3979440"/>
                    <a:ext cx="852840" cy="741240"/>
                  </a:xfrm>
                  <a:prstGeom prst="rect">
                    <a:avLst/>
                  </a:prstGeom>
                  <a:ln>
                    <a:noFill/>
                  </a:ln>
                </p:spPr>
              </p:pic>
              <p:sp>
                <p:nvSpPr>
                  <p:cNvPr id="2581" name="CustomShape 31"/>
                  <p:cNvSpPr/>
                  <p:nvPr/>
                </p:nvSpPr>
                <p:spPr>
                  <a:xfrm flipH="1">
                    <a:off x="6798960" y="405036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pic>
            <p:nvPicPr>
              <p:cNvPr id="2582" name="Picture 3"/>
              <p:cNvPicPr/>
              <p:nvPr/>
            </p:nvPicPr>
            <p:blipFill>
              <a:blip r:embed="rId5"/>
              <a:stretch/>
            </p:blipFill>
            <p:spPr>
              <a:xfrm>
                <a:off x="6750000" y="2922480"/>
                <a:ext cx="603000" cy="340920"/>
              </a:xfrm>
              <a:prstGeom prst="rect">
                <a:avLst/>
              </a:prstGeom>
              <a:ln>
                <a:noFill/>
              </a:ln>
            </p:spPr>
          </p:pic>
          <p:grpSp>
            <p:nvGrpSpPr>
              <p:cNvPr id="2583" name="Group 32"/>
              <p:cNvGrpSpPr/>
              <p:nvPr/>
            </p:nvGrpSpPr>
            <p:grpSpPr>
              <a:xfrm>
                <a:off x="5107320" y="3222720"/>
                <a:ext cx="913680" cy="690120"/>
                <a:chOff x="5107320" y="3222720"/>
                <a:chExt cx="913680" cy="690120"/>
              </a:xfrm>
            </p:grpSpPr>
            <p:sp>
              <p:nvSpPr>
                <p:cNvPr id="2584" name="CustomShape 33"/>
                <p:cNvSpPr/>
                <p:nvPr/>
              </p:nvSpPr>
              <p:spPr>
                <a:xfrm rot="16200000">
                  <a:off x="5860800" y="3530880"/>
                  <a:ext cx="99720" cy="220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585" name="Group 34"/>
                <p:cNvGrpSpPr/>
                <p:nvPr/>
              </p:nvGrpSpPr>
              <p:grpSpPr>
                <a:xfrm>
                  <a:off x="5107320" y="3222720"/>
                  <a:ext cx="833760" cy="690120"/>
                  <a:chOff x="5107320" y="3222720"/>
                  <a:chExt cx="833760" cy="690120"/>
                </a:xfrm>
              </p:grpSpPr>
              <p:pic>
                <p:nvPicPr>
                  <p:cNvPr id="2586" name="Picture 50" descr="desktop_computer_stylized_medium"/>
                  <p:cNvPicPr/>
                  <p:nvPr/>
                </p:nvPicPr>
                <p:blipFill>
                  <a:blip r:embed="rId3"/>
                  <a:stretch/>
                </p:blipFill>
                <p:spPr>
                  <a:xfrm flipH="1">
                    <a:off x="5107320" y="3222720"/>
                    <a:ext cx="833760" cy="690120"/>
                  </a:xfrm>
                  <a:prstGeom prst="rect">
                    <a:avLst/>
                  </a:prstGeom>
                  <a:ln>
                    <a:noFill/>
                  </a:ln>
                </p:spPr>
              </p:pic>
              <p:sp>
                <p:nvSpPr>
                  <p:cNvPr id="2587" name="CustomShape 35"/>
                  <p:cNvSpPr/>
                  <p:nvPr/>
                </p:nvSpPr>
                <p:spPr>
                  <a:xfrm flipH="1">
                    <a:off x="5461560" y="3288960"/>
                    <a:ext cx="405000" cy="315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588" name="Group 36"/>
              <p:cNvGrpSpPr/>
              <p:nvPr/>
            </p:nvGrpSpPr>
            <p:grpSpPr>
              <a:xfrm>
                <a:off x="7786080" y="3173400"/>
                <a:ext cx="852840" cy="741240"/>
                <a:chOff x="7786080" y="3173400"/>
                <a:chExt cx="852840" cy="741240"/>
              </a:xfrm>
            </p:grpSpPr>
            <p:grpSp>
              <p:nvGrpSpPr>
                <p:cNvPr id="2589" name="Group 37"/>
                <p:cNvGrpSpPr/>
                <p:nvPr/>
              </p:nvGrpSpPr>
              <p:grpSpPr>
                <a:xfrm>
                  <a:off x="7786080" y="3173400"/>
                  <a:ext cx="852840" cy="741240"/>
                  <a:chOff x="7786080" y="3173400"/>
                  <a:chExt cx="852840" cy="741240"/>
                </a:xfrm>
              </p:grpSpPr>
              <p:pic>
                <p:nvPicPr>
                  <p:cNvPr id="2590" name="Picture 45" descr="desktop_computer_stylized_medium"/>
                  <p:cNvPicPr/>
                  <p:nvPr/>
                </p:nvPicPr>
                <p:blipFill>
                  <a:blip r:embed="rId4"/>
                  <a:stretch/>
                </p:blipFill>
                <p:spPr>
                  <a:xfrm flipH="1">
                    <a:off x="7786080" y="3173400"/>
                    <a:ext cx="852840" cy="741240"/>
                  </a:xfrm>
                  <a:prstGeom prst="rect">
                    <a:avLst/>
                  </a:prstGeom>
                  <a:ln>
                    <a:noFill/>
                  </a:ln>
                </p:spPr>
              </p:pic>
              <p:sp>
                <p:nvSpPr>
                  <p:cNvPr id="2591" name="CustomShape 38"/>
                  <p:cNvSpPr/>
                  <p:nvPr/>
                </p:nvSpPr>
                <p:spPr>
                  <a:xfrm flipH="1">
                    <a:off x="8148240" y="324468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592" name="CustomShape 39"/>
                <p:cNvSpPr/>
                <p:nvPr/>
              </p:nvSpPr>
              <p:spPr>
                <a:xfrm rot="16200000">
                  <a:off x="8003160" y="3414240"/>
                  <a:ext cx="110880" cy="166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sp>
            <p:nvSpPr>
              <p:cNvPr id="2593" name="Line 40"/>
              <p:cNvSpPr/>
              <p:nvPr/>
            </p:nvSpPr>
            <p:spPr>
              <a:xfrm flipV="1">
                <a:off x="6035400" y="3206520"/>
                <a:ext cx="744480" cy="4510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94" name="Line 41"/>
              <p:cNvSpPr/>
              <p:nvPr/>
            </p:nvSpPr>
            <p:spPr>
              <a:xfrm flipH="1" flipV="1">
                <a:off x="7343640" y="3151080"/>
                <a:ext cx="646200" cy="3380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595" name="CustomShape 42"/>
              <p:cNvSpPr/>
              <p:nvPr/>
            </p:nvSpPr>
            <p:spPr>
              <a:xfrm>
                <a:off x="6779520" y="263196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1</a:t>
                </a:r>
                <a:endParaRPr lang="nl-NL" sz="1800" b="0" strike="noStrike" spc="-1">
                  <a:latin typeface="Calibri"/>
                </a:endParaRPr>
              </a:p>
            </p:txBody>
          </p:sp>
          <p:sp>
            <p:nvSpPr>
              <p:cNvPr id="2596" name="CustomShape 43"/>
              <p:cNvSpPr/>
              <p:nvPr/>
            </p:nvSpPr>
            <p:spPr>
              <a:xfrm>
                <a:off x="7286760" y="265752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2</a:t>
                </a:r>
                <a:endParaRPr lang="nl-NL" sz="1800" b="0" strike="noStrike" spc="-1">
                  <a:latin typeface="Calibri"/>
                </a:endParaRPr>
              </a:p>
            </p:txBody>
          </p:sp>
          <p:sp>
            <p:nvSpPr>
              <p:cNvPr id="2597" name="CustomShape 44"/>
              <p:cNvSpPr/>
              <p:nvPr/>
            </p:nvSpPr>
            <p:spPr>
              <a:xfrm>
                <a:off x="7508160" y="331632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3</a:t>
                </a:r>
                <a:endParaRPr lang="nl-NL" sz="1800" b="0" strike="noStrike" spc="-1">
                  <a:latin typeface="Calibri"/>
                </a:endParaRPr>
              </a:p>
            </p:txBody>
          </p:sp>
          <p:sp>
            <p:nvSpPr>
              <p:cNvPr id="2598" name="CustomShape 45"/>
              <p:cNvSpPr/>
              <p:nvPr/>
            </p:nvSpPr>
            <p:spPr>
              <a:xfrm>
                <a:off x="7023240" y="32608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4</a:t>
                </a:r>
                <a:endParaRPr lang="nl-NL" sz="1800" b="0" strike="noStrike" spc="-1">
                  <a:latin typeface="Calibri"/>
                </a:endParaRPr>
              </a:p>
            </p:txBody>
          </p:sp>
          <p:sp>
            <p:nvSpPr>
              <p:cNvPr id="2599" name="CustomShape 46"/>
              <p:cNvSpPr/>
              <p:nvPr/>
            </p:nvSpPr>
            <p:spPr>
              <a:xfrm>
                <a:off x="6453000" y="33098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5</a:t>
                </a:r>
                <a:endParaRPr lang="nl-NL" sz="1800" b="0" strike="noStrike" spc="-1">
                  <a:latin typeface="Calibri"/>
                </a:endParaRPr>
              </a:p>
            </p:txBody>
          </p:sp>
          <p:sp>
            <p:nvSpPr>
              <p:cNvPr id="2600" name="CustomShape 47"/>
              <p:cNvSpPr/>
              <p:nvPr/>
            </p:nvSpPr>
            <p:spPr>
              <a:xfrm>
                <a:off x="6415200" y="2685960"/>
                <a:ext cx="3186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FF0000"/>
                    </a:solidFill>
                    <a:latin typeface="Arial"/>
                    <a:ea typeface="MS PGothic"/>
                  </a:rPr>
                  <a:t>6</a:t>
                </a:r>
                <a:endParaRPr lang="nl-NL" sz="1800" b="0" strike="noStrike" spc="-1">
                  <a:latin typeface="Calibri"/>
                </a:endParaRPr>
              </a:p>
            </p:txBody>
          </p:sp>
        </p:grpSp>
      </p:grpSp>
      <p:pic>
        <p:nvPicPr>
          <p:cNvPr id="2601" name="Picture 6" descr="underline_base"/>
          <p:cNvPicPr/>
          <p:nvPr/>
        </p:nvPicPr>
        <p:blipFill>
          <a:blip r:embed="rId6"/>
          <a:stretch/>
        </p:blipFill>
        <p:spPr>
          <a:xfrm>
            <a:off x="473040" y="1374840"/>
            <a:ext cx="6303600" cy="131400"/>
          </a:xfrm>
          <a:prstGeom prst="rect">
            <a:avLst/>
          </a:prstGeom>
          <a:ln>
            <a:noFill/>
          </a:ln>
        </p:spPr>
      </p:pic>
      <p:sp>
        <p:nvSpPr>
          <p:cNvPr id="2602" name="CustomShape 48"/>
          <p:cNvSpPr/>
          <p:nvPr/>
        </p:nvSpPr>
        <p:spPr>
          <a:xfrm>
            <a:off x="8255160" y="570240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20</a:t>
            </a:r>
            <a:endParaRPr lang="nl-NL" sz="1400" b="0" strike="noStrike" spc="-1">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3" name="TextShape 1"/>
          <p:cNvSpPr txBox="1"/>
          <p:nvPr/>
        </p:nvSpPr>
        <p:spPr>
          <a:xfrm>
            <a:off x="457200" y="544680"/>
            <a:ext cx="8229240" cy="1142640"/>
          </a:xfrm>
          <a:prstGeom prst="rect">
            <a:avLst/>
          </a:prstGeom>
          <a:noFill/>
          <a:ln>
            <a:noFill/>
          </a:ln>
        </p:spPr>
        <p:txBody>
          <a:bodyPr anchor="ctr">
            <a:noAutofit/>
          </a:bodyPr>
          <a:lstStyle/>
          <a:p>
            <a:pPr>
              <a:lnSpc>
                <a:spcPct val="100000"/>
              </a:lnSpc>
            </a:pPr>
            <a:r>
              <a:rPr lang="en-US" sz="2400" b="0" strike="noStrike" spc="-1">
                <a:solidFill>
                  <a:srgbClr val="25167A"/>
                </a:solidFill>
                <a:latin typeface="Arial"/>
              </a:rPr>
              <a:t>Switch forwarding table</a:t>
            </a:r>
            <a:endParaRPr lang="nl-NL" sz="2400" b="0" strike="noStrike" spc="-1">
              <a:solidFill>
                <a:srgbClr val="000000"/>
              </a:solidFill>
              <a:latin typeface="Arial"/>
            </a:endParaRPr>
          </a:p>
        </p:txBody>
      </p:sp>
      <p:sp>
        <p:nvSpPr>
          <p:cNvPr id="2604" name="TextShape 2"/>
          <p:cNvSpPr txBox="1"/>
          <p:nvPr/>
        </p:nvSpPr>
        <p:spPr>
          <a:xfrm>
            <a:off x="431640" y="1731960"/>
            <a:ext cx="4662000" cy="4039920"/>
          </a:xfrm>
          <a:prstGeom prst="rect">
            <a:avLst/>
          </a:prstGeom>
          <a:noFill/>
          <a:ln>
            <a:noFill/>
          </a:ln>
        </p:spPr>
        <p:txBody>
          <a:bodyPr>
            <a:noAutofit/>
          </a:bodyPr>
          <a:lstStyle/>
          <a:p>
            <a:pPr>
              <a:lnSpc>
                <a:spcPts val="2999"/>
              </a:lnSpc>
              <a:spcBef>
                <a:spcPts val="400"/>
              </a:spcBef>
              <a:tabLst>
                <a:tab pos="0" algn="l"/>
              </a:tabLst>
            </a:pPr>
            <a:r>
              <a:rPr lang="en-US" sz="2000" b="0" i="1" u="sng" strike="noStrike" spc="-1">
                <a:solidFill>
                  <a:srgbClr val="CC0000"/>
                </a:solidFill>
                <a:uFillTx/>
                <a:latin typeface="Arial"/>
              </a:rPr>
              <a:t>Q:</a:t>
            </a:r>
            <a:r>
              <a:rPr lang="en-US" sz="2000" b="0" strike="noStrike" spc="-1">
                <a:solidFill>
                  <a:srgbClr val="CC0000"/>
                </a:solidFill>
                <a:latin typeface="Arial"/>
              </a:rPr>
              <a:t> </a:t>
            </a:r>
            <a:r>
              <a:rPr lang="en-US" sz="2000" b="0" strike="noStrike" spc="-1">
                <a:solidFill>
                  <a:srgbClr val="000000"/>
                </a:solidFill>
                <a:latin typeface="Arial"/>
              </a:rPr>
              <a:t>how does switch know A’ reachable via interface 4, B’ reachable via interface 5?</a:t>
            </a:r>
            <a:endParaRPr lang="nl-NL" sz="2000" b="0" strike="noStrike" spc="-1">
              <a:solidFill>
                <a:srgbClr val="000000"/>
              </a:solidFill>
              <a:latin typeface="Arial"/>
            </a:endParaRPr>
          </a:p>
        </p:txBody>
      </p:sp>
      <p:sp>
        <p:nvSpPr>
          <p:cNvPr id="2605" name="TextShape 3"/>
          <p:cNvSpPr txBox="1"/>
          <p:nvPr/>
        </p:nvSpPr>
        <p:spPr>
          <a:xfrm>
            <a:off x="8255160" y="6124680"/>
            <a:ext cx="626760" cy="364680"/>
          </a:xfrm>
          <a:prstGeom prst="rect">
            <a:avLst/>
          </a:prstGeom>
          <a:noFill/>
          <a:ln>
            <a:noFill/>
          </a:ln>
        </p:spPr>
        <p:txBody>
          <a:bodyPr anchor="ctr">
            <a:noAutofit/>
          </a:bodyPr>
          <a:lstStyle/>
          <a:p>
            <a:pPr algn="r">
              <a:lnSpc>
                <a:spcPct val="100000"/>
              </a:lnSpc>
            </a:pPr>
            <a:fld id="{25FA3472-6A71-41AE-838B-CEE210DFEE88}" type="slidenum">
              <a:rPr lang="nl-NL" sz="1000" b="0" strike="noStrike" spc="-1">
                <a:solidFill>
                  <a:srgbClr val="FFFFFF"/>
                </a:solidFill>
                <a:latin typeface="Arial"/>
                <a:ea typeface="ＭＳ Ｐゴシック"/>
              </a:rPr>
              <a:t>49</a:t>
            </a:fld>
            <a:endParaRPr lang="nl-NL" sz="1000" b="0" strike="noStrike" spc="-1">
              <a:latin typeface="Calibri"/>
            </a:endParaRPr>
          </a:p>
        </p:txBody>
      </p:sp>
      <p:grpSp>
        <p:nvGrpSpPr>
          <p:cNvPr id="2606" name="Group 4"/>
          <p:cNvGrpSpPr/>
          <p:nvPr/>
        </p:nvGrpSpPr>
        <p:grpSpPr>
          <a:xfrm>
            <a:off x="5107320" y="1425600"/>
            <a:ext cx="3660480" cy="4276080"/>
            <a:chOff x="5107320" y="1425600"/>
            <a:chExt cx="3660480" cy="4276080"/>
          </a:xfrm>
        </p:grpSpPr>
        <p:sp>
          <p:nvSpPr>
            <p:cNvPr id="2607" name="CustomShape 5"/>
            <p:cNvSpPr/>
            <p:nvPr/>
          </p:nvSpPr>
          <p:spPr>
            <a:xfrm>
              <a:off x="5842080" y="5062680"/>
              <a:ext cx="26805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1800" b="0" i="1" strike="noStrike" spc="-1">
                  <a:solidFill>
                    <a:srgbClr val="000000"/>
                  </a:solidFill>
                  <a:latin typeface="Arial"/>
                  <a:ea typeface="MS PGothic"/>
                </a:rPr>
                <a:t>switch with six interfaces</a:t>
              </a:r>
              <a:endParaRPr lang="nl-NL" sz="1800" b="0" strike="noStrike" spc="-1">
                <a:latin typeface="Calibri"/>
              </a:endParaRPr>
            </a:p>
            <a:p>
              <a:pPr algn="ctr">
                <a:lnSpc>
                  <a:spcPct val="100000"/>
                </a:lnSpc>
              </a:pPr>
              <a:r>
                <a:rPr lang="en-US" sz="1800" b="0" i="1" strike="noStrike" spc="-1">
                  <a:solidFill>
                    <a:srgbClr val="000000"/>
                  </a:solidFill>
                  <a:latin typeface="Arial"/>
                  <a:ea typeface="MS PGothic"/>
                </a:rPr>
                <a:t>(</a:t>
              </a:r>
              <a:r>
                <a:rPr lang="en-US" sz="1800" b="0" i="1" strike="noStrike" spc="-1">
                  <a:solidFill>
                    <a:srgbClr val="FF0000"/>
                  </a:solidFill>
                  <a:latin typeface="Arial"/>
                  <a:ea typeface="MS PGothic"/>
                </a:rPr>
                <a:t>1,2,3,4,5,6</a:t>
              </a:r>
              <a:r>
                <a:rPr lang="en-US" sz="1800" b="0" i="1" strike="noStrike" spc="-1">
                  <a:solidFill>
                    <a:srgbClr val="000000"/>
                  </a:solidFill>
                  <a:latin typeface="Arial"/>
                  <a:ea typeface="MS PGothic"/>
                </a:rPr>
                <a:t>)</a:t>
              </a:r>
              <a:r>
                <a:rPr lang="en-US" sz="1800" b="0" strike="noStrike" spc="-1">
                  <a:solidFill>
                    <a:srgbClr val="000000"/>
                  </a:solidFill>
                  <a:latin typeface="Arial"/>
                  <a:ea typeface="MS PGothic"/>
                </a:rPr>
                <a:t>  </a:t>
              </a:r>
              <a:endParaRPr lang="nl-NL" sz="1800" b="0" strike="noStrike" spc="-1">
                <a:latin typeface="Calibri"/>
              </a:endParaRPr>
            </a:p>
          </p:txBody>
        </p:sp>
        <p:grpSp>
          <p:nvGrpSpPr>
            <p:cNvPr id="2608" name="Group 6"/>
            <p:cNvGrpSpPr/>
            <p:nvPr/>
          </p:nvGrpSpPr>
          <p:grpSpPr>
            <a:xfrm>
              <a:off x="5107320" y="1425600"/>
              <a:ext cx="3660480" cy="3595320"/>
              <a:chOff x="5107320" y="1425600"/>
              <a:chExt cx="3660480" cy="3595320"/>
            </a:xfrm>
          </p:grpSpPr>
          <p:sp>
            <p:nvSpPr>
              <p:cNvPr id="2609" name="CustomShape 7"/>
              <p:cNvSpPr/>
              <p:nvPr/>
            </p:nvSpPr>
            <p:spPr>
              <a:xfrm>
                <a:off x="7039800" y="1425600"/>
                <a:ext cx="333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A</a:t>
                </a:r>
                <a:endParaRPr lang="nl-NL" sz="1800" b="0" strike="noStrike" spc="-1">
                  <a:latin typeface="Calibri"/>
                </a:endParaRPr>
              </a:p>
            </p:txBody>
          </p:sp>
          <p:sp>
            <p:nvSpPr>
              <p:cNvPr id="2610" name="CustomShape 8"/>
              <p:cNvSpPr/>
              <p:nvPr/>
            </p:nvSpPr>
            <p:spPr>
              <a:xfrm>
                <a:off x="6741360" y="4656240"/>
                <a:ext cx="3823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A’</a:t>
                </a:r>
                <a:endParaRPr lang="nl-NL" sz="1800" b="0" strike="noStrike" spc="-1">
                  <a:latin typeface="Calibri"/>
                </a:endParaRPr>
              </a:p>
            </p:txBody>
          </p:sp>
          <p:sp>
            <p:nvSpPr>
              <p:cNvPr id="2611" name="CustomShape 9"/>
              <p:cNvSpPr/>
              <p:nvPr/>
            </p:nvSpPr>
            <p:spPr>
              <a:xfrm>
                <a:off x="8364960" y="2025720"/>
                <a:ext cx="333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B</a:t>
                </a:r>
                <a:endParaRPr lang="nl-NL" sz="1800" b="0" strike="noStrike" spc="-1">
                  <a:latin typeface="Calibri"/>
                </a:endParaRPr>
              </a:p>
            </p:txBody>
          </p:sp>
          <p:sp>
            <p:nvSpPr>
              <p:cNvPr id="2612" name="CustomShape 10"/>
              <p:cNvSpPr/>
              <p:nvPr/>
            </p:nvSpPr>
            <p:spPr>
              <a:xfrm>
                <a:off x="5373720" y="3794040"/>
                <a:ext cx="3837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B’</a:t>
                </a:r>
                <a:endParaRPr lang="nl-NL" sz="1800" b="0" strike="noStrike" spc="-1">
                  <a:latin typeface="Calibri"/>
                </a:endParaRPr>
              </a:p>
            </p:txBody>
          </p:sp>
          <p:sp>
            <p:nvSpPr>
              <p:cNvPr id="2613" name="CustomShape 11"/>
              <p:cNvSpPr/>
              <p:nvPr/>
            </p:nvSpPr>
            <p:spPr>
              <a:xfrm>
                <a:off x="8117640" y="3794040"/>
                <a:ext cx="3456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C</a:t>
                </a:r>
                <a:endParaRPr lang="nl-NL" sz="1800" b="0" strike="noStrike" spc="-1">
                  <a:latin typeface="Calibri"/>
                </a:endParaRPr>
              </a:p>
            </p:txBody>
          </p:sp>
          <p:sp>
            <p:nvSpPr>
              <p:cNvPr id="2614" name="CustomShape 12"/>
              <p:cNvSpPr/>
              <p:nvPr/>
            </p:nvSpPr>
            <p:spPr>
              <a:xfrm>
                <a:off x="5502240" y="2071800"/>
                <a:ext cx="3960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C’</a:t>
                </a:r>
                <a:endParaRPr lang="nl-NL" sz="1800" b="0" strike="noStrike" spc="-1">
                  <a:latin typeface="Calibri"/>
                </a:endParaRPr>
              </a:p>
            </p:txBody>
          </p:sp>
          <p:sp>
            <p:nvSpPr>
              <p:cNvPr id="2615" name="Line 13"/>
              <p:cNvSpPr/>
              <p:nvPr/>
            </p:nvSpPr>
            <p:spPr>
              <a:xfrm>
                <a:off x="6062400" y="2771640"/>
                <a:ext cx="720720" cy="298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16" name="Line 14"/>
              <p:cNvSpPr/>
              <p:nvPr/>
            </p:nvSpPr>
            <p:spPr>
              <a:xfrm>
                <a:off x="7048440" y="2477880"/>
                <a:ext cx="0" cy="504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17" name="Line 15"/>
              <p:cNvSpPr/>
              <p:nvPr/>
            </p:nvSpPr>
            <p:spPr>
              <a:xfrm flipH="1">
                <a:off x="7238880" y="2601720"/>
                <a:ext cx="892080" cy="484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18" name="Line 16"/>
              <p:cNvSpPr/>
              <p:nvPr/>
            </p:nvSpPr>
            <p:spPr>
              <a:xfrm flipV="1">
                <a:off x="7048440" y="3211200"/>
                <a:ext cx="12600" cy="7099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619" name="Group 17"/>
              <p:cNvGrpSpPr/>
              <p:nvPr/>
            </p:nvGrpSpPr>
            <p:grpSpPr>
              <a:xfrm>
                <a:off x="5123520" y="2338920"/>
                <a:ext cx="913320" cy="690120"/>
                <a:chOff x="5123520" y="2338920"/>
                <a:chExt cx="913320" cy="690120"/>
              </a:xfrm>
            </p:grpSpPr>
            <p:sp>
              <p:nvSpPr>
                <p:cNvPr id="2620" name="CustomShape 18"/>
                <p:cNvSpPr/>
                <p:nvPr/>
              </p:nvSpPr>
              <p:spPr>
                <a:xfrm rot="16200000">
                  <a:off x="5876640" y="2646360"/>
                  <a:ext cx="99720" cy="220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621" name="Group 19"/>
                <p:cNvGrpSpPr/>
                <p:nvPr/>
              </p:nvGrpSpPr>
              <p:grpSpPr>
                <a:xfrm>
                  <a:off x="5123520" y="2338920"/>
                  <a:ext cx="833760" cy="690120"/>
                  <a:chOff x="5123520" y="2338920"/>
                  <a:chExt cx="833760" cy="690120"/>
                </a:xfrm>
              </p:grpSpPr>
              <p:pic>
                <p:nvPicPr>
                  <p:cNvPr id="2622" name="Picture 50" descr="desktop_computer_stylized_medium"/>
                  <p:cNvPicPr/>
                  <p:nvPr/>
                </p:nvPicPr>
                <p:blipFill>
                  <a:blip r:embed="rId3"/>
                  <a:stretch/>
                </p:blipFill>
                <p:spPr>
                  <a:xfrm flipH="1">
                    <a:off x="5123520" y="2338920"/>
                    <a:ext cx="833760" cy="690120"/>
                  </a:xfrm>
                  <a:prstGeom prst="rect">
                    <a:avLst/>
                  </a:prstGeom>
                  <a:ln>
                    <a:noFill/>
                  </a:ln>
                </p:spPr>
              </p:pic>
              <p:sp>
                <p:nvSpPr>
                  <p:cNvPr id="2623" name="CustomShape 20"/>
                  <p:cNvSpPr/>
                  <p:nvPr/>
                </p:nvSpPr>
                <p:spPr>
                  <a:xfrm flipH="1">
                    <a:off x="5478120" y="2405160"/>
                    <a:ext cx="405000" cy="315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624" name="Group 21"/>
              <p:cNvGrpSpPr/>
              <p:nvPr/>
            </p:nvGrpSpPr>
            <p:grpSpPr>
              <a:xfrm>
                <a:off x="7914960" y="2275560"/>
                <a:ext cx="852840" cy="741240"/>
                <a:chOff x="7914960" y="2275560"/>
                <a:chExt cx="852840" cy="741240"/>
              </a:xfrm>
            </p:grpSpPr>
            <p:grpSp>
              <p:nvGrpSpPr>
                <p:cNvPr id="2625" name="Group 22"/>
                <p:cNvGrpSpPr/>
                <p:nvPr/>
              </p:nvGrpSpPr>
              <p:grpSpPr>
                <a:xfrm>
                  <a:off x="7914960" y="2275560"/>
                  <a:ext cx="852840" cy="741240"/>
                  <a:chOff x="7914960" y="2275560"/>
                  <a:chExt cx="852840" cy="741240"/>
                </a:xfrm>
              </p:grpSpPr>
              <p:pic>
                <p:nvPicPr>
                  <p:cNvPr id="2626" name="Picture 45" descr="desktop_computer_stylized_medium"/>
                  <p:cNvPicPr/>
                  <p:nvPr/>
                </p:nvPicPr>
                <p:blipFill>
                  <a:blip r:embed="rId4"/>
                  <a:stretch/>
                </p:blipFill>
                <p:spPr>
                  <a:xfrm flipH="1">
                    <a:off x="7914960" y="2275560"/>
                    <a:ext cx="852840" cy="741240"/>
                  </a:xfrm>
                  <a:prstGeom prst="rect">
                    <a:avLst/>
                  </a:prstGeom>
                  <a:ln>
                    <a:noFill/>
                  </a:ln>
                </p:spPr>
              </p:pic>
              <p:sp>
                <p:nvSpPr>
                  <p:cNvPr id="2627" name="CustomShape 23"/>
                  <p:cNvSpPr/>
                  <p:nvPr/>
                </p:nvSpPr>
                <p:spPr>
                  <a:xfrm flipH="1">
                    <a:off x="8277480" y="234684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628" name="CustomShape 24"/>
                <p:cNvSpPr/>
                <p:nvPr/>
              </p:nvSpPr>
              <p:spPr>
                <a:xfrm rot="16200000">
                  <a:off x="8133480" y="2517120"/>
                  <a:ext cx="109080" cy="164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sp>
            <p:nvSpPr>
              <p:cNvPr id="2629" name="CustomShape 25"/>
              <p:cNvSpPr/>
              <p:nvPr/>
            </p:nvSpPr>
            <p:spPr>
              <a:xfrm>
                <a:off x="6989760" y="2311560"/>
                <a:ext cx="109080" cy="16488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630" name="Group 26"/>
              <p:cNvGrpSpPr/>
              <p:nvPr/>
            </p:nvGrpSpPr>
            <p:grpSpPr>
              <a:xfrm>
                <a:off x="6609240" y="1744200"/>
                <a:ext cx="852840" cy="741240"/>
                <a:chOff x="6609240" y="1744200"/>
                <a:chExt cx="852840" cy="741240"/>
              </a:xfrm>
            </p:grpSpPr>
            <p:pic>
              <p:nvPicPr>
                <p:cNvPr id="2631" name="Picture 45" descr="desktop_computer_stylized_medium"/>
                <p:cNvPicPr/>
                <p:nvPr/>
              </p:nvPicPr>
              <p:blipFill>
                <a:blip r:embed="rId4"/>
                <a:stretch/>
              </p:blipFill>
              <p:spPr>
                <a:xfrm flipH="1">
                  <a:off x="6609240" y="1744200"/>
                  <a:ext cx="852840" cy="741240"/>
                </a:xfrm>
                <a:prstGeom prst="rect">
                  <a:avLst/>
                </a:prstGeom>
                <a:ln>
                  <a:noFill/>
                </a:ln>
              </p:spPr>
            </p:pic>
            <p:sp>
              <p:nvSpPr>
                <p:cNvPr id="2632" name="CustomShape 27"/>
                <p:cNvSpPr/>
                <p:nvPr/>
              </p:nvSpPr>
              <p:spPr>
                <a:xfrm flipH="1">
                  <a:off x="6971760" y="181512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2633" name="Group 28"/>
              <p:cNvGrpSpPr/>
              <p:nvPr/>
            </p:nvGrpSpPr>
            <p:grpSpPr>
              <a:xfrm>
                <a:off x="6436440" y="3886200"/>
                <a:ext cx="852840" cy="834480"/>
                <a:chOff x="6436440" y="3886200"/>
                <a:chExt cx="852840" cy="834480"/>
              </a:xfrm>
            </p:grpSpPr>
            <p:sp>
              <p:nvSpPr>
                <p:cNvPr id="2634" name="CustomShape 29"/>
                <p:cNvSpPr/>
                <p:nvPr/>
              </p:nvSpPr>
              <p:spPr>
                <a:xfrm>
                  <a:off x="6989760" y="3886200"/>
                  <a:ext cx="110880" cy="16488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635" name="Group 30"/>
                <p:cNvGrpSpPr/>
                <p:nvPr/>
              </p:nvGrpSpPr>
              <p:grpSpPr>
                <a:xfrm>
                  <a:off x="6436440" y="3979440"/>
                  <a:ext cx="852840" cy="741240"/>
                  <a:chOff x="6436440" y="3979440"/>
                  <a:chExt cx="852840" cy="741240"/>
                </a:xfrm>
              </p:grpSpPr>
              <p:pic>
                <p:nvPicPr>
                  <p:cNvPr id="2636" name="Picture 45" descr="desktop_computer_stylized_medium"/>
                  <p:cNvPicPr/>
                  <p:nvPr/>
                </p:nvPicPr>
                <p:blipFill>
                  <a:blip r:embed="rId4"/>
                  <a:stretch/>
                </p:blipFill>
                <p:spPr>
                  <a:xfrm flipH="1">
                    <a:off x="6436440" y="3979440"/>
                    <a:ext cx="852840" cy="741240"/>
                  </a:xfrm>
                  <a:prstGeom prst="rect">
                    <a:avLst/>
                  </a:prstGeom>
                  <a:ln>
                    <a:noFill/>
                  </a:ln>
                </p:spPr>
              </p:pic>
              <p:sp>
                <p:nvSpPr>
                  <p:cNvPr id="2637" name="CustomShape 31"/>
                  <p:cNvSpPr/>
                  <p:nvPr/>
                </p:nvSpPr>
                <p:spPr>
                  <a:xfrm flipH="1">
                    <a:off x="6798960" y="405036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pic>
            <p:nvPicPr>
              <p:cNvPr id="2638" name="Picture 3"/>
              <p:cNvPicPr/>
              <p:nvPr/>
            </p:nvPicPr>
            <p:blipFill>
              <a:blip r:embed="rId5"/>
              <a:stretch/>
            </p:blipFill>
            <p:spPr>
              <a:xfrm>
                <a:off x="6750000" y="2922480"/>
                <a:ext cx="603000" cy="340920"/>
              </a:xfrm>
              <a:prstGeom prst="rect">
                <a:avLst/>
              </a:prstGeom>
              <a:ln>
                <a:noFill/>
              </a:ln>
            </p:spPr>
          </p:pic>
          <p:grpSp>
            <p:nvGrpSpPr>
              <p:cNvPr id="2639" name="Group 32"/>
              <p:cNvGrpSpPr/>
              <p:nvPr/>
            </p:nvGrpSpPr>
            <p:grpSpPr>
              <a:xfrm>
                <a:off x="5107320" y="3222720"/>
                <a:ext cx="913680" cy="690120"/>
                <a:chOff x="5107320" y="3222720"/>
                <a:chExt cx="913680" cy="690120"/>
              </a:xfrm>
            </p:grpSpPr>
            <p:sp>
              <p:nvSpPr>
                <p:cNvPr id="2640" name="CustomShape 33"/>
                <p:cNvSpPr/>
                <p:nvPr/>
              </p:nvSpPr>
              <p:spPr>
                <a:xfrm rot="16200000">
                  <a:off x="5860800" y="3530880"/>
                  <a:ext cx="99720" cy="220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641" name="Group 34"/>
                <p:cNvGrpSpPr/>
                <p:nvPr/>
              </p:nvGrpSpPr>
              <p:grpSpPr>
                <a:xfrm>
                  <a:off x="5107320" y="3222720"/>
                  <a:ext cx="833760" cy="690120"/>
                  <a:chOff x="5107320" y="3222720"/>
                  <a:chExt cx="833760" cy="690120"/>
                </a:xfrm>
              </p:grpSpPr>
              <p:pic>
                <p:nvPicPr>
                  <p:cNvPr id="2642" name="Picture 50" descr="desktop_computer_stylized_medium"/>
                  <p:cNvPicPr/>
                  <p:nvPr/>
                </p:nvPicPr>
                <p:blipFill>
                  <a:blip r:embed="rId3"/>
                  <a:stretch/>
                </p:blipFill>
                <p:spPr>
                  <a:xfrm flipH="1">
                    <a:off x="5107320" y="3222720"/>
                    <a:ext cx="833760" cy="690120"/>
                  </a:xfrm>
                  <a:prstGeom prst="rect">
                    <a:avLst/>
                  </a:prstGeom>
                  <a:ln>
                    <a:noFill/>
                  </a:ln>
                </p:spPr>
              </p:pic>
              <p:sp>
                <p:nvSpPr>
                  <p:cNvPr id="2643" name="CustomShape 35"/>
                  <p:cNvSpPr/>
                  <p:nvPr/>
                </p:nvSpPr>
                <p:spPr>
                  <a:xfrm flipH="1">
                    <a:off x="5461560" y="3288960"/>
                    <a:ext cx="405000" cy="315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644" name="Group 36"/>
              <p:cNvGrpSpPr/>
              <p:nvPr/>
            </p:nvGrpSpPr>
            <p:grpSpPr>
              <a:xfrm>
                <a:off x="7786080" y="3173400"/>
                <a:ext cx="852840" cy="741240"/>
                <a:chOff x="7786080" y="3173400"/>
                <a:chExt cx="852840" cy="741240"/>
              </a:xfrm>
            </p:grpSpPr>
            <p:grpSp>
              <p:nvGrpSpPr>
                <p:cNvPr id="2645" name="Group 37"/>
                <p:cNvGrpSpPr/>
                <p:nvPr/>
              </p:nvGrpSpPr>
              <p:grpSpPr>
                <a:xfrm>
                  <a:off x="7786080" y="3173400"/>
                  <a:ext cx="852840" cy="741240"/>
                  <a:chOff x="7786080" y="3173400"/>
                  <a:chExt cx="852840" cy="741240"/>
                </a:xfrm>
              </p:grpSpPr>
              <p:pic>
                <p:nvPicPr>
                  <p:cNvPr id="2646" name="Picture 45" descr="desktop_computer_stylized_medium"/>
                  <p:cNvPicPr/>
                  <p:nvPr/>
                </p:nvPicPr>
                <p:blipFill>
                  <a:blip r:embed="rId4"/>
                  <a:stretch/>
                </p:blipFill>
                <p:spPr>
                  <a:xfrm flipH="1">
                    <a:off x="7786080" y="3173400"/>
                    <a:ext cx="852840" cy="741240"/>
                  </a:xfrm>
                  <a:prstGeom prst="rect">
                    <a:avLst/>
                  </a:prstGeom>
                  <a:ln>
                    <a:noFill/>
                  </a:ln>
                </p:spPr>
              </p:pic>
              <p:sp>
                <p:nvSpPr>
                  <p:cNvPr id="2647" name="CustomShape 38"/>
                  <p:cNvSpPr/>
                  <p:nvPr/>
                </p:nvSpPr>
                <p:spPr>
                  <a:xfrm flipH="1">
                    <a:off x="8148240" y="324468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648" name="CustomShape 39"/>
                <p:cNvSpPr/>
                <p:nvPr/>
              </p:nvSpPr>
              <p:spPr>
                <a:xfrm rot="16200000">
                  <a:off x="8003160" y="3414240"/>
                  <a:ext cx="110880" cy="166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sp>
            <p:nvSpPr>
              <p:cNvPr id="2649" name="Line 40"/>
              <p:cNvSpPr/>
              <p:nvPr/>
            </p:nvSpPr>
            <p:spPr>
              <a:xfrm flipV="1">
                <a:off x="6035400" y="3206520"/>
                <a:ext cx="744480" cy="45108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50" name="Line 41"/>
              <p:cNvSpPr/>
              <p:nvPr/>
            </p:nvSpPr>
            <p:spPr>
              <a:xfrm flipH="1" flipV="1">
                <a:off x="7343640" y="3151080"/>
                <a:ext cx="646200" cy="3380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51" name="CustomShape 42"/>
              <p:cNvSpPr/>
              <p:nvPr/>
            </p:nvSpPr>
            <p:spPr>
              <a:xfrm>
                <a:off x="6779520" y="263196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1</a:t>
                </a:r>
                <a:endParaRPr lang="nl-NL" sz="1800" b="0" strike="noStrike" spc="-1">
                  <a:latin typeface="Calibri"/>
                </a:endParaRPr>
              </a:p>
            </p:txBody>
          </p:sp>
          <p:sp>
            <p:nvSpPr>
              <p:cNvPr id="2652" name="CustomShape 43"/>
              <p:cNvSpPr/>
              <p:nvPr/>
            </p:nvSpPr>
            <p:spPr>
              <a:xfrm>
                <a:off x="7286760" y="265752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2</a:t>
                </a:r>
                <a:endParaRPr lang="nl-NL" sz="1800" b="0" strike="noStrike" spc="-1">
                  <a:latin typeface="Calibri"/>
                </a:endParaRPr>
              </a:p>
            </p:txBody>
          </p:sp>
          <p:sp>
            <p:nvSpPr>
              <p:cNvPr id="2653" name="CustomShape 44"/>
              <p:cNvSpPr/>
              <p:nvPr/>
            </p:nvSpPr>
            <p:spPr>
              <a:xfrm>
                <a:off x="7508160" y="331632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3</a:t>
                </a:r>
                <a:endParaRPr lang="nl-NL" sz="1800" b="0" strike="noStrike" spc="-1">
                  <a:latin typeface="Calibri"/>
                </a:endParaRPr>
              </a:p>
            </p:txBody>
          </p:sp>
          <p:sp>
            <p:nvSpPr>
              <p:cNvPr id="2654" name="CustomShape 45"/>
              <p:cNvSpPr/>
              <p:nvPr/>
            </p:nvSpPr>
            <p:spPr>
              <a:xfrm>
                <a:off x="7023240" y="32608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4</a:t>
                </a:r>
                <a:endParaRPr lang="nl-NL" sz="1800" b="0" strike="noStrike" spc="-1">
                  <a:latin typeface="Calibri"/>
                </a:endParaRPr>
              </a:p>
            </p:txBody>
          </p:sp>
          <p:sp>
            <p:nvSpPr>
              <p:cNvPr id="2655" name="CustomShape 46"/>
              <p:cNvSpPr/>
              <p:nvPr/>
            </p:nvSpPr>
            <p:spPr>
              <a:xfrm>
                <a:off x="6453000" y="33098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5</a:t>
                </a:r>
                <a:endParaRPr lang="nl-NL" sz="1800" b="0" strike="noStrike" spc="-1">
                  <a:latin typeface="Calibri"/>
                </a:endParaRPr>
              </a:p>
            </p:txBody>
          </p:sp>
          <p:sp>
            <p:nvSpPr>
              <p:cNvPr id="2656" name="CustomShape 47"/>
              <p:cNvSpPr/>
              <p:nvPr/>
            </p:nvSpPr>
            <p:spPr>
              <a:xfrm>
                <a:off x="6415200" y="2685960"/>
                <a:ext cx="3186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FF0000"/>
                    </a:solidFill>
                    <a:latin typeface="Arial"/>
                    <a:ea typeface="MS PGothic"/>
                  </a:rPr>
                  <a:t>6</a:t>
                </a:r>
                <a:endParaRPr lang="nl-NL" sz="1800" b="0" strike="noStrike" spc="-1">
                  <a:latin typeface="Calibri"/>
                </a:endParaRPr>
              </a:p>
            </p:txBody>
          </p:sp>
        </p:grpSp>
      </p:grpSp>
      <p:sp>
        <p:nvSpPr>
          <p:cNvPr id="2657" name="CustomShape 48"/>
          <p:cNvSpPr/>
          <p:nvPr/>
        </p:nvSpPr>
        <p:spPr>
          <a:xfrm>
            <a:off x="425520" y="3086280"/>
            <a:ext cx="4878000" cy="2131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ts val="2999"/>
              </a:lnSpc>
              <a:spcBef>
                <a:spcPts val="479"/>
              </a:spcBef>
              <a:buClr>
                <a:srgbClr val="000099"/>
              </a:buClr>
              <a:buSzPct val="65000"/>
              <a:buFont typeface="Wingdings" charset="2"/>
              <a:buChar char=""/>
            </a:pPr>
            <a:r>
              <a:rPr lang="en-US" sz="2400" b="0" i="1" u="sng" strike="noStrike" spc="-1">
                <a:solidFill>
                  <a:srgbClr val="CC0000"/>
                </a:solidFill>
                <a:uFillTx/>
                <a:latin typeface="Gill Sans MT"/>
                <a:ea typeface="ＭＳ Ｐゴシック"/>
              </a:rPr>
              <a:t>A:</a:t>
            </a:r>
            <a:r>
              <a:rPr lang="en-US" sz="2400" b="0" i="1" strike="noStrike" spc="-1">
                <a:solidFill>
                  <a:srgbClr val="CC0000"/>
                </a:solidFill>
                <a:latin typeface="Gill Sans MT"/>
                <a:ea typeface="ＭＳ Ｐゴシック"/>
              </a:rPr>
              <a:t>  </a:t>
            </a:r>
            <a:r>
              <a:rPr lang="en-US" sz="2400" b="0" i="1" strike="noStrike" spc="-1">
                <a:solidFill>
                  <a:srgbClr val="000000"/>
                </a:solidFill>
                <a:latin typeface="Gill Sans MT"/>
                <a:ea typeface="ＭＳ Ｐゴシック"/>
              </a:rPr>
              <a:t>each switch has a </a:t>
            </a:r>
            <a:r>
              <a:rPr lang="en-US" sz="2400" b="0" i="1" strike="noStrike" spc="-1">
                <a:solidFill>
                  <a:srgbClr val="CC0000"/>
                </a:solidFill>
                <a:latin typeface="Gill Sans MT"/>
                <a:ea typeface="ＭＳ Ｐゴシック"/>
              </a:rPr>
              <a:t>switch table,</a:t>
            </a:r>
            <a:r>
              <a:rPr lang="en-US" sz="2400" b="0" i="1" strike="noStrike" spc="-1">
                <a:solidFill>
                  <a:srgbClr val="FF0000"/>
                </a:solidFill>
                <a:latin typeface="Gill Sans MT"/>
                <a:ea typeface="ＭＳ Ｐゴシック"/>
              </a:rPr>
              <a:t> </a:t>
            </a:r>
            <a:r>
              <a:rPr lang="en-US" sz="2400" b="0" i="1" strike="noStrike" spc="-1">
                <a:solidFill>
                  <a:srgbClr val="000000"/>
                </a:solidFill>
                <a:latin typeface="Gill Sans MT"/>
                <a:ea typeface="ＭＳ Ｐゴシック"/>
              </a:rPr>
              <a:t>each entry:</a:t>
            </a:r>
            <a:endParaRPr lang="nl-NL" sz="2400" b="0" strike="noStrike" spc="-1">
              <a:latin typeface="Calibri"/>
            </a:endParaRPr>
          </a:p>
          <a:p>
            <a:pPr marL="743040" lvl="1" indent="-285480">
              <a:lnSpc>
                <a:spcPct val="100000"/>
              </a:lnSpc>
              <a:spcBef>
                <a:spcPts val="400"/>
              </a:spcBef>
              <a:buClr>
                <a:srgbClr val="000099"/>
              </a:buClr>
              <a:buFont typeface="Wingdings" charset="2"/>
              <a:buChar char=""/>
            </a:pPr>
            <a:r>
              <a:rPr lang="en-US" sz="2000" b="0" i="1" strike="noStrike" spc="-1">
                <a:solidFill>
                  <a:srgbClr val="000000"/>
                </a:solidFill>
                <a:latin typeface="Gill Sans MT"/>
                <a:ea typeface="ＭＳ Ｐゴシック"/>
              </a:rPr>
              <a:t>(MAC address of host, interface to reach host, time stamp)</a:t>
            </a:r>
            <a:endParaRPr lang="nl-NL" sz="2000" b="0" strike="noStrike" spc="-1">
              <a:latin typeface="Calibri"/>
            </a:endParaRPr>
          </a:p>
          <a:p>
            <a:pPr marL="743040" lvl="1" indent="-285480">
              <a:lnSpc>
                <a:spcPct val="100000"/>
              </a:lnSpc>
              <a:spcBef>
                <a:spcPts val="400"/>
              </a:spcBef>
              <a:buClr>
                <a:srgbClr val="000099"/>
              </a:buClr>
              <a:buFont typeface="Wingdings" charset="2"/>
              <a:buChar char=""/>
            </a:pPr>
            <a:r>
              <a:rPr lang="en-US" sz="2000" b="0" i="1" strike="noStrike" spc="-1">
                <a:solidFill>
                  <a:srgbClr val="000000"/>
                </a:solidFill>
                <a:latin typeface="Gill Sans MT"/>
                <a:ea typeface="ＭＳ Ｐゴシック"/>
              </a:rPr>
              <a:t>looks like a routing table!</a:t>
            </a:r>
            <a:endParaRPr lang="nl-NL" sz="2000" b="0" strike="noStrike" spc="-1">
              <a:latin typeface="Calibri"/>
            </a:endParaRPr>
          </a:p>
        </p:txBody>
      </p:sp>
      <p:pic>
        <p:nvPicPr>
          <p:cNvPr id="2658" name="Picture 22" descr="underline_base"/>
          <p:cNvPicPr/>
          <p:nvPr/>
        </p:nvPicPr>
        <p:blipFill>
          <a:blip r:embed="rId6"/>
          <a:stretch/>
        </p:blipFill>
        <p:spPr>
          <a:xfrm>
            <a:off x="528480" y="1338120"/>
            <a:ext cx="3215880" cy="174240"/>
          </a:xfrm>
          <a:prstGeom prst="rect">
            <a:avLst/>
          </a:prstGeom>
          <a:ln>
            <a:noFill/>
          </a:ln>
        </p:spPr>
      </p:pic>
      <p:sp>
        <p:nvSpPr>
          <p:cNvPr id="2659" name="CustomShape 49"/>
          <p:cNvSpPr/>
          <p:nvPr/>
        </p:nvSpPr>
        <p:spPr>
          <a:xfrm>
            <a:off x="528480" y="5370480"/>
            <a:ext cx="5041440" cy="1160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75000"/>
              </a:lnSpc>
              <a:spcBef>
                <a:spcPts val="479"/>
              </a:spcBef>
            </a:pPr>
            <a:r>
              <a:rPr lang="en-US" sz="2400" b="0" i="1" u="sng" strike="noStrike" spc="-1">
                <a:solidFill>
                  <a:srgbClr val="CC0000"/>
                </a:solidFill>
                <a:uFillTx/>
                <a:latin typeface="Gill Sans MT"/>
                <a:ea typeface="ＭＳ Ｐゴシック"/>
              </a:rPr>
              <a:t>Q:</a:t>
            </a:r>
            <a:r>
              <a:rPr lang="en-US" sz="2400" b="0" i="1" strike="noStrike" spc="-1">
                <a:solidFill>
                  <a:srgbClr val="CC0000"/>
                </a:solidFill>
                <a:latin typeface="Gill Sans MT"/>
                <a:ea typeface="ＭＳ Ｐゴシック"/>
              </a:rPr>
              <a:t> </a:t>
            </a:r>
            <a:r>
              <a:rPr lang="en-US" sz="2400" b="0" i="1" strike="noStrike" spc="-1">
                <a:solidFill>
                  <a:srgbClr val="000000"/>
                </a:solidFill>
                <a:latin typeface="Gill Sans MT"/>
                <a:ea typeface="ＭＳ Ｐゴシック"/>
              </a:rPr>
              <a:t>how are entries created, maintained in switch table? </a:t>
            </a:r>
            <a:endParaRPr lang="nl-NL" sz="2400" b="0" strike="noStrike" spc="-1">
              <a:latin typeface="Calibri"/>
            </a:endParaRPr>
          </a:p>
        </p:txBody>
      </p:sp>
      <p:sp>
        <p:nvSpPr>
          <p:cNvPr id="2660" name="CustomShape 50"/>
          <p:cNvSpPr/>
          <p:nvPr/>
        </p:nvSpPr>
        <p:spPr>
          <a:xfrm>
            <a:off x="8255160" y="570240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21</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2657"/>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1" presetClass="entr" fill="hold" nodeType="clickEffect">
                                  <p:stCondLst>
                                    <p:cond delay="0"/>
                                  </p:stCondLst>
                                  <p:childTnLst>
                                    <p:set>
                                      <p:cBhvr>
                                        <p:cTn id="10" dur="1" fill="hold">
                                          <p:stCondLst>
                                            <p:cond delay="0"/>
                                          </p:stCondLst>
                                        </p:cTn>
                                        <p:tgtEl>
                                          <p:spTgt spid="2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1" name="TextShape 1"/>
          <p:cNvSpPr txBox="1"/>
          <p:nvPr/>
        </p:nvSpPr>
        <p:spPr>
          <a:xfrm>
            <a:off x="457200" y="3846600"/>
            <a:ext cx="3795480" cy="4038120"/>
          </a:xfrm>
          <a:prstGeom prst="rect">
            <a:avLst/>
          </a:prstGeom>
          <a:noFill/>
          <a:ln>
            <a:noFill/>
          </a:ln>
        </p:spPr>
        <p:txBody>
          <a:bodyPr>
            <a:noAutofit/>
          </a:bodyPr>
          <a:lstStyle/>
          <a:p>
            <a:pPr>
              <a:lnSpc>
                <a:spcPct val="90000"/>
              </a:lnSpc>
              <a:spcBef>
                <a:spcPts val="439"/>
              </a:spcBef>
              <a:tabLst>
                <a:tab pos="0" algn="l"/>
              </a:tabLst>
            </a:pPr>
            <a:r>
              <a:rPr lang="en-US" sz="2200" b="0" strike="noStrike" spc="-1">
                <a:solidFill>
                  <a:srgbClr val="000000"/>
                </a:solidFill>
                <a:latin typeface="Gill Sans MT"/>
              </a:rPr>
              <a:t>frame destination, A’, location unknown:</a:t>
            </a:r>
            <a:endParaRPr lang="nl-NL" sz="2200" b="0" strike="noStrike" spc="-1">
              <a:solidFill>
                <a:srgbClr val="000000"/>
              </a:solidFill>
              <a:latin typeface="Arial"/>
            </a:endParaRPr>
          </a:p>
        </p:txBody>
      </p:sp>
      <p:sp>
        <p:nvSpPr>
          <p:cNvPr id="2662" name="TextShape 2"/>
          <p:cNvSpPr txBox="1"/>
          <p:nvPr/>
        </p:nvSpPr>
        <p:spPr>
          <a:xfrm>
            <a:off x="8255160" y="6124680"/>
            <a:ext cx="626760" cy="364680"/>
          </a:xfrm>
          <a:prstGeom prst="rect">
            <a:avLst/>
          </a:prstGeom>
          <a:noFill/>
          <a:ln>
            <a:noFill/>
          </a:ln>
        </p:spPr>
        <p:txBody>
          <a:bodyPr anchor="ctr">
            <a:noAutofit/>
          </a:bodyPr>
          <a:lstStyle/>
          <a:p>
            <a:pPr algn="r">
              <a:lnSpc>
                <a:spcPct val="100000"/>
              </a:lnSpc>
            </a:pPr>
            <a:fld id="{E001AD5B-5ADD-44CB-9548-1427EE71942F}" type="slidenum">
              <a:rPr lang="nl-NL" sz="1000" b="0" strike="noStrike" spc="-1">
                <a:solidFill>
                  <a:srgbClr val="FFFFFF"/>
                </a:solidFill>
                <a:latin typeface="Arial"/>
                <a:ea typeface="ＭＳ Ｐゴシック"/>
              </a:rPr>
              <a:t>50</a:t>
            </a:fld>
            <a:endParaRPr lang="nl-NL" sz="1000" b="0" strike="noStrike" spc="-1">
              <a:latin typeface="Calibri"/>
            </a:endParaRPr>
          </a:p>
        </p:txBody>
      </p:sp>
      <p:grpSp>
        <p:nvGrpSpPr>
          <p:cNvPr id="2663" name="Group 3"/>
          <p:cNvGrpSpPr/>
          <p:nvPr/>
        </p:nvGrpSpPr>
        <p:grpSpPr>
          <a:xfrm>
            <a:off x="4456440" y="1216080"/>
            <a:ext cx="3660480" cy="3595320"/>
            <a:chOff x="4456440" y="1216080"/>
            <a:chExt cx="3660480" cy="3595320"/>
          </a:xfrm>
        </p:grpSpPr>
        <p:sp>
          <p:nvSpPr>
            <p:cNvPr id="2664" name="CustomShape 4"/>
            <p:cNvSpPr/>
            <p:nvPr/>
          </p:nvSpPr>
          <p:spPr>
            <a:xfrm>
              <a:off x="6388920" y="1216080"/>
              <a:ext cx="333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A</a:t>
              </a:r>
              <a:endParaRPr lang="nl-NL" sz="1800" b="0" strike="noStrike" spc="-1">
                <a:latin typeface="Calibri"/>
              </a:endParaRPr>
            </a:p>
          </p:txBody>
        </p:sp>
        <p:sp>
          <p:nvSpPr>
            <p:cNvPr id="2665" name="CustomShape 5"/>
            <p:cNvSpPr/>
            <p:nvPr/>
          </p:nvSpPr>
          <p:spPr>
            <a:xfrm>
              <a:off x="6090480" y="4446720"/>
              <a:ext cx="3823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A’</a:t>
              </a:r>
              <a:endParaRPr lang="nl-NL" sz="1800" b="0" strike="noStrike" spc="-1">
                <a:latin typeface="Calibri"/>
              </a:endParaRPr>
            </a:p>
          </p:txBody>
        </p:sp>
        <p:sp>
          <p:nvSpPr>
            <p:cNvPr id="2666" name="CustomShape 6"/>
            <p:cNvSpPr/>
            <p:nvPr/>
          </p:nvSpPr>
          <p:spPr>
            <a:xfrm>
              <a:off x="7714080" y="1816200"/>
              <a:ext cx="333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B</a:t>
              </a:r>
              <a:endParaRPr lang="nl-NL" sz="1800" b="0" strike="noStrike" spc="-1">
                <a:latin typeface="Calibri"/>
              </a:endParaRPr>
            </a:p>
          </p:txBody>
        </p:sp>
        <p:sp>
          <p:nvSpPr>
            <p:cNvPr id="2667" name="CustomShape 7"/>
            <p:cNvSpPr/>
            <p:nvPr/>
          </p:nvSpPr>
          <p:spPr>
            <a:xfrm>
              <a:off x="4722840" y="3584520"/>
              <a:ext cx="3837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B’</a:t>
              </a:r>
              <a:endParaRPr lang="nl-NL" sz="1800" b="0" strike="noStrike" spc="-1">
                <a:latin typeface="Calibri"/>
              </a:endParaRPr>
            </a:p>
          </p:txBody>
        </p:sp>
        <p:sp>
          <p:nvSpPr>
            <p:cNvPr id="2668" name="CustomShape 8"/>
            <p:cNvSpPr/>
            <p:nvPr/>
          </p:nvSpPr>
          <p:spPr>
            <a:xfrm>
              <a:off x="7467120" y="3584520"/>
              <a:ext cx="3456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C</a:t>
              </a:r>
              <a:endParaRPr lang="nl-NL" sz="1800" b="0" strike="noStrike" spc="-1">
                <a:latin typeface="Calibri"/>
              </a:endParaRPr>
            </a:p>
          </p:txBody>
        </p:sp>
        <p:sp>
          <p:nvSpPr>
            <p:cNvPr id="2669" name="CustomShape 9"/>
            <p:cNvSpPr/>
            <p:nvPr/>
          </p:nvSpPr>
          <p:spPr>
            <a:xfrm>
              <a:off x="4851360" y="1862280"/>
              <a:ext cx="3960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ＭＳ Ｐゴシック"/>
                </a:rPr>
                <a:t>C’</a:t>
              </a:r>
              <a:endParaRPr lang="nl-NL" sz="1800" b="0" strike="noStrike" spc="-1">
                <a:latin typeface="Calibri"/>
              </a:endParaRPr>
            </a:p>
          </p:txBody>
        </p:sp>
        <p:sp>
          <p:nvSpPr>
            <p:cNvPr id="2670" name="Line 10"/>
            <p:cNvSpPr/>
            <p:nvPr/>
          </p:nvSpPr>
          <p:spPr>
            <a:xfrm>
              <a:off x="5411520" y="2562120"/>
              <a:ext cx="720720" cy="2984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71" name="Line 11"/>
            <p:cNvSpPr/>
            <p:nvPr/>
          </p:nvSpPr>
          <p:spPr>
            <a:xfrm>
              <a:off x="6397560" y="2268360"/>
              <a:ext cx="0" cy="504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72" name="Line 12"/>
            <p:cNvSpPr/>
            <p:nvPr/>
          </p:nvSpPr>
          <p:spPr>
            <a:xfrm flipH="1">
              <a:off x="6588000" y="2392200"/>
              <a:ext cx="892080" cy="4842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673" name="Line 13"/>
            <p:cNvSpPr/>
            <p:nvPr/>
          </p:nvSpPr>
          <p:spPr>
            <a:xfrm flipV="1">
              <a:off x="6397560" y="3001680"/>
              <a:ext cx="12600" cy="70956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nvGrpSpPr>
            <p:cNvPr id="2674" name="Group 14"/>
            <p:cNvGrpSpPr/>
            <p:nvPr/>
          </p:nvGrpSpPr>
          <p:grpSpPr>
            <a:xfrm>
              <a:off x="4472640" y="2129400"/>
              <a:ext cx="913320" cy="690120"/>
              <a:chOff x="4472640" y="2129400"/>
              <a:chExt cx="913320" cy="690120"/>
            </a:xfrm>
          </p:grpSpPr>
          <p:sp>
            <p:nvSpPr>
              <p:cNvPr id="2675" name="CustomShape 15"/>
              <p:cNvSpPr/>
              <p:nvPr/>
            </p:nvSpPr>
            <p:spPr>
              <a:xfrm rot="16200000">
                <a:off x="5225760" y="2436840"/>
                <a:ext cx="99720" cy="220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676" name="Group 16"/>
              <p:cNvGrpSpPr/>
              <p:nvPr/>
            </p:nvGrpSpPr>
            <p:grpSpPr>
              <a:xfrm>
                <a:off x="4472640" y="2129400"/>
                <a:ext cx="833760" cy="690120"/>
                <a:chOff x="4472640" y="2129400"/>
                <a:chExt cx="833760" cy="690120"/>
              </a:xfrm>
            </p:grpSpPr>
            <p:pic>
              <p:nvPicPr>
                <p:cNvPr id="2677" name="Picture 50" descr="desktop_computer_stylized_medium"/>
                <p:cNvPicPr/>
                <p:nvPr/>
              </p:nvPicPr>
              <p:blipFill>
                <a:blip r:embed="rId3"/>
                <a:stretch/>
              </p:blipFill>
              <p:spPr>
                <a:xfrm flipH="1">
                  <a:off x="4472640" y="2129400"/>
                  <a:ext cx="833760" cy="690120"/>
                </a:xfrm>
                <a:prstGeom prst="rect">
                  <a:avLst/>
                </a:prstGeom>
                <a:ln>
                  <a:noFill/>
                </a:ln>
              </p:spPr>
            </p:pic>
            <p:sp>
              <p:nvSpPr>
                <p:cNvPr id="2678" name="CustomShape 17"/>
                <p:cNvSpPr/>
                <p:nvPr/>
              </p:nvSpPr>
              <p:spPr>
                <a:xfrm flipH="1">
                  <a:off x="4827240" y="2195640"/>
                  <a:ext cx="405000" cy="315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679" name="Group 18"/>
            <p:cNvGrpSpPr/>
            <p:nvPr/>
          </p:nvGrpSpPr>
          <p:grpSpPr>
            <a:xfrm>
              <a:off x="7264080" y="2066040"/>
              <a:ext cx="852840" cy="741240"/>
              <a:chOff x="7264080" y="2066040"/>
              <a:chExt cx="852840" cy="741240"/>
            </a:xfrm>
          </p:grpSpPr>
          <p:grpSp>
            <p:nvGrpSpPr>
              <p:cNvPr id="2680" name="Group 19"/>
              <p:cNvGrpSpPr/>
              <p:nvPr/>
            </p:nvGrpSpPr>
            <p:grpSpPr>
              <a:xfrm>
                <a:off x="7264080" y="2066040"/>
                <a:ext cx="852840" cy="741240"/>
                <a:chOff x="7264080" y="2066040"/>
                <a:chExt cx="852840" cy="741240"/>
              </a:xfrm>
            </p:grpSpPr>
            <p:pic>
              <p:nvPicPr>
                <p:cNvPr id="2681" name="Picture 45" descr="desktop_computer_stylized_medium"/>
                <p:cNvPicPr/>
                <p:nvPr/>
              </p:nvPicPr>
              <p:blipFill>
                <a:blip r:embed="rId4"/>
                <a:stretch/>
              </p:blipFill>
              <p:spPr>
                <a:xfrm flipH="1">
                  <a:off x="7264080" y="2066040"/>
                  <a:ext cx="852840" cy="741240"/>
                </a:xfrm>
                <a:prstGeom prst="rect">
                  <a:avLst/>
                </a:prstGeom>
                <a:ln>
                  <a:noFill/>
                </a:ln>
              </p:spPr>
            </p:pic>
            <p:sp>
              <p:nvSpPr>
                <p:cNvPr id="2682" name="CustomShape 20"/>
                <p:cNvSpPr/>
                <p:nvPr/>
              </p:nvSpPr>
              <p:spPr>
                <a:xfrm flipH="1">
                  <a:off x="7626600" y="213732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683" name="CustomShape 21"/>
              <p:cNvSpPr/>
              <p:nvPr/>
            </p:nvSpPr>
            <p:spPr>
              <a:xfrm rot="16200000">
                <a:off x="7482600" y="2307600"/>
                <a:ext cx="109080" cy="16488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sp>
          <p:nvSpPr>
            <p:cNvPr id="2684" name="CustomShape 22"/>
            <p:cNvSpPr/>
            <p:nvPr/>
          </p:nvSpPr>
          <p:spPr>
            <a:xfrm>
              <a:off x="6338880" y="2101680"/>
              <a:ext cx="109080" cy="16488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685" name="Group 23"/>
            <p:cNvGrpSpPr/>
            <p:nvPr/>
          </p:nvGrpSpPr>
          <p:grpSpPr>
            <a:xfrm>
              <a:off x="5958360" y="1534680"/>
              <a:ext cx="852840" cy="741240"/>
              <a:chOff x="5958360" y="1534680"/>
              <a:chExt cx="852840" cy="741240"/>
            </a:xfrm>
          </p:grpSpPr>
          <p:pic>
            <p:nvPicPr>
              <p:cNvPr id="2686" name="Picture 45" descr="desktop_computer_stylized_medium"/>
              <p:cNvPicPr/>
              <p:nvPr/>
            </p:nvPicPr>
            <p:blipFill>
              <a:blip r:embed="rId4"/>
              <a:stretch/>
            </p:blipFill>
            <p:spPr>
              <a:xfrm flipH="1">
                <a:off x="5958360" y="1534680"/>
                <a:ext cx="852840" cy="741240"/>
              </a:xfrm>
              <a:prstGeom prst="rect">
                <a:avLst/>
              </a:prstGeom>
              <a:ln>
                <a:noFill/>
              </a:ln>
            </p:spPr>
          </p:pic>
          <p:sp>
            <p:nvSpPr>
              <p:cNvPr id="2687" name="CustomShape 24"/>
              <p:cNvSpPr/>
              <p:nvPr/>
            </p:nvSpPr>
            <p:spPr>
              <a:xfrm flipH="1">
                <a:off x="6320880" y="160560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2688" name="Group 25"/>
            <p:cNvGrpSpPr/>
            <p:nvPr/>
          </p:nvGrpSpPr>
          <p:grpSpPr>
            <a:xfrm>
              <a:off x="5785560" y="3676680"/>
              <a:ext cx="852840" cy="834480"/>
              <a:chOff x="5785560" y="3676680"/>
              <a:chExt cx="852840" cy="834480"/>
            </a:xfrm>
          </p:grpSpPr>
          <p:sp>
            <p:nvSpPr>
              <p:cNvPr id="2689" name="CustomShape 26"/>
              <p:cNvSpPr/>
              <p:nvPr/>
            </p:nvSpPr>
            <p:spPr>
              <a:xfrm>
                <a:off x="6338880" y="3676680"/>
                <a:ext cx="110880" cy="164880"/>
              </a:xfrm>
              <a:prstGeom prst="rect">
                <a:avLst/>
              </a:prstGeom>
              <a:gradFill rotWithShape="0">
                <a:gsLst>
                  <a:gs pos="0">
                    <a:srgbClr val="008000"/>
                  </a:gs>
                  <a:gs pos="50000">
                    <a:srgbClr val="FFFFFF"/>
                  </a:gs>
                  <a:gs pos="100000">
                    <a:srgbClr val="008000"/>
                  </a:gs>
                </a:gsLst>
                <a:lin ang="0"/>
              </a:gradFill>
              <a:ln w="9360">
                <a:solidFill>
                  <a:srgbClr val="008000"/>
                </a:solidFill>
                <a:miter/>
              </a:ln>
            </p:spPr>
            <p:style>
              <a:lnRef idx="0">
                <a:scrgbClr r="0" g="0" b="0"/>
              </a:lnRef>
              <a:fillRef idx="0">
                <a:scrgbClr r="0" g="0" b="0"/>
              </a:fillRef>
              <a:effectRef idx="0">
                <a:scrgbClr r="0" g="0" b="0"/>
              </a:effectRef>
              <a:fontRef idx="minor"/>
            </p:style>
          </p:sp>
          <p:grpSp>
            <p:nvGrpSpPr>
              <p:cNvPr id="2690" name="Group 27"/>
              <p:cNvGrpSpPr/>
              <p:nvPr/>
            </p:nvGrpSpPr>
            <p:grpSpPr>
              <a:xfrm>
                <a:off x="5785560" y="3769920"/>
                <a:ext cx="852840" cy="741240"/>
                <a:chOff x="5785560" y="3769920"/>
                <a:chExt cx="852840" cy="741240"/>
              </a:xfrm>
            </p:grpSpPr>
            <p:pic>
              <p:nvPicPr>
                <p:cNvPr id="2691" name="Picture 45" descr="desktop_computer_stylized_medium"/>
                <p:cNvPicPr/>
                <p:nvPr/>
              </p:nvPicPr>
              <p:blipFill>
                <a:blip r:embed="rId4"/>
                <a:stretch/>
              </p:blipFill>
              <p:spPr>
                <a:xfrm flipH="1">
                  <a:off x="5785560" y="3769920"/>
                  <a:ext cx="852840" cy="741240"/>
                </a:xfrm>
                <a:prstGeom prst="rect">
                  <a:avLst/>
                </a:prstGeom>
                <a:ln>
                  <a:noFill/>
                </a:ln>
              </p:spPr>
            </p:pic>
            <p:sp>
              <p:nvSpPr>
                <p:cNvPr id="2692" name="CustomShape 28"/>
                <p:cNvSpPr/>
                <p:nvPr/>
              </p:nvSpPr>
              <p:spPr>
                <a:xfrm flipH="1">
                  <a:off x="6148080" y="384084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pic>
          <p:nvPicPr>
            <p:cNvPr id="2693" name="Picture 3"/>
            <p:cNvPicPr/>
            <p:nvPr/>
          </p:nvPicPr>
          <p:blipFill>
            <a:blip r:embed="rId5"/>
            <a:stretch/>
          </p:blipFill>
          <p:spPr>
            <a:xfrm>
              <a:off x="6099120" y="2712960"/>
              <a:ext cx="603000" cy="340920"/>
            </a:xfrm>
            <a:prstGeom prst="rect">
              <a:avLst/>
            </a:prstGeom>
            <a:ln>
              <a:noFill/>
            </a:ln>
          </p:spPr>
        </p:pic>
        <p:grpSp>
          <p:nvGrpSpPr>
            <p:cNvPr id="2694" name="Group 29"/>
            <p:cNvGrpSpPr/>
            <p:nvPr/>
          </p:nvGrpSpPr>
          <p:grpSpPr>
            <a:xfrm>
              <a:off x="4456440" y="3013200"/>
              <a:ext cx="913680" cy="690120"/>
              <a:chOff x="4456440" y="3013200"/>
              <a:chExt cx="913680" cy="690120"/>
            </a:xfrm>
          </p:grpSpPr>
          <p:sp>
            <p:nvSpPr>
              <p:cNvPr id="2695" name="CustomShape 30"/>
              <p:cNvSpPr/>
              <p:nvPr/>
            </p:nvSpPr>
            <p:spPr>
              <a:xfrm rot="16200000">
                <a:off x="5209920" y="3321360"/>
                <a:ext cx="99720" cy="220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nvGrpSpPr>
              <p:cNvPr id="2696" name="Group 31"/>
              <p:cNvGrpSpPr/>
              <p:nvPr/>
            </p:nvGrpSpPr>
            <p:grpSpPr>
              <a:xfrm>
                <a:off x="4456440" y="3013200"/>
                <a:ext cx="833760" cy="690120"/>
                <a:chOff x="4456440" y="3013200"/>
                <a:chExt cx="833760" cy="690120"/>
              </a:xfrm>
            </p:grpSpPr>
            <p:pic>
              <p:nvPicPr>
                <p:cNvPr id="2697" name="Picture 50" descr="desktop_computer_stylized_medium"/>
                <p:cNvPicPr/>
                <p:nvPr/>
              </p:nvPicPr>
              <p:blipFill>
                <a:blip r:embed="rId3"/>
                <a:stretch/>
              </p:blipFill>
              <p:spPr>
                <a:xfrm flipH="1">
                  <a:off x="4456440" y="3013200"/>
                  <a:ext cx="833760" cy="690120"/>
                </a:xfrm>
                <a:prstGeom prst="rect">
                  <a:avLst/>
                </a:prstGeom>
                <a:ln>
                  <a:noFill/>
                </a:ln>
              </p:spPr>
            </p:pic>
            <p:sp>
              <p:nvSpPr>
                <p:cNvPr id="2698" name="CustomShape 32"/>
                <p:cNvSpPr/>
                <p:nvPr/>
              </p:nvSpPr>
              <p:spPr>
                <a:xfrm flipH="1">
                  <a:off x="4810680" y="3079440"/>
                  <a:ext cx="405000" cy="3157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grpSp>
          <p:nvGrpSpPr>
            <p:cNvPr id="2699" name="Group 33"/>
            <p:cNvGrpSpPr/>
            <p:nvPr/>
          </p:nvGrpSpPr>
          <p:grpSpPr>
            <a:xfrm>
              <a:off x="7135200" y="2963880"/>
              <a:ext cx="852840" cy="741240"/>
              <a:chOff x="7135200" y="2963880"/>
              <a:chExt cx="852840" cy="741240"/>
            </a:xfrm>
          </p:grpSpPr>
          <p:grpSp>
            <p:nvGrpSpPr>
              <p:cNvPr id="2700" name="Group 34"/>
              <p:cNvGrpSpPr/>
              <p:nvPr/>
            </p:nvGrpSpPr>
            <p:grpSpPr>
              <a:xfrm>
                <a:off x="7135200" y="2963880"/>
                <a:ext cx="852840" cy="741240"/>
                <a:chOff x="7135200" y="2963880"/>
                <a:chExt cx="852840" cy="741240"/>
              </a:xfrm>
            </p:grpSpPr>
            <p:pic>
              <p:nvPicPr>
                <p:cNvPr id="2701" name="Picture 45" descr="desktop_computer_stylized_medium"/>
                <p:cNvPicPr/>
                <p:nvPr/>
              </p:nvPicPr>
              <p:blipFill>
                <a:blip r:embed="rId4"/>
                <a:stretch/>
              </p:blipFill>
              <p:spPr>
                <a:xfrm flipH="1">
                  <a:off x="7135200" y="2963880"/>
                  <a:ext cx="852840" cy="741240"/>
                </a:xfrm>
                <a:prstGeom prst="rect">
                  <a:avLst/>
                </a:prstGeom>
                <a:ln>
                  <a:noFill/>
                </a:ln>
              </p:spPr>
            </p:pic>
            <p:sp>
              <p:nvSpPr>
                <p:cNvPr id="2702" name="CustomShape 35"/>
                <p:cNvSpPr/>
                <p:nvPr/>
              </p:nvSpPr>
              <p:spPr>
                <a:xfrm flipH="1">
                  <a:off x="7497720" y="3035160"/>
                  <a:ext cx="414360" cy="33912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sp>
            <p:nvSpPr>
              <p:cNvPr id="2703" name="CustomShape 36"/>
              <p:cNvSpPr/>
              <p:nvPr/>
            </p:nvSpPr>
            <p:spPr>
              <a:xfrm rot="16200000">
                <a:off x="7352280" y="3204720"/>
                <a:ext cx="110880" cy="166320"/>
              </a:xfrm>
              <a:prstGeom prst="rect">
                <a:avLst/>
              </a:prstGeom>
              <a:gradFill rotWithShape="0">
                <a:gsLst>
                  <a:gs pos="0">
                    <a:srgbClr val="008000"/>
                  </a:gs>
                  <a:gs pos="50000">
                    <a:srgbClr val="FFFFFF"/>
                  </a:gs>
                  <a:gs pos="100000">
                    <a:srgbClr val="008000"/>
                  </a:gs>
                </a:gsLst>
                <a:lin ang="16200000"/>
              </a:gradFill>
              <a:ln w="9360">
                <a:solidFill>
                  <a:srgbClr val="008000"/>
                </a:solidFill>
                <a:miter/>
              </a:ln>
            </p:spPr>
            <p:style>
              <a:lnRef idx="0">
                <a:scrgbClr r="0" g="0" b="0"/>
              </a:lnRef>
              <a:fillRef idx="0">
                <a:scrgbClr r="0" g="0" b="0"/>
              </a:fillRef>
              <a:effectRef idx="0">
                <a:scrgbClr r="0" g="0" b="0"/>
              </a:effectRef>
              <a:fontRef idx="minor"/>
            </p:style>
          </p:sp>
        </p:grpSp>
        <p:sp>
          <p:nvSpPr>
            <p:cNvPr id="2704" name="Line 37"/>
            <p:cNvSpPr/>
            <p:nvPr/>
          </p:nvSpPr>
          <p:spPr>
            <a:xfrm flipV="1">
              <a:off x="5384520" y="2997000"/>
              <a:ext cx="744480" cy="4507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05" name="Line 38"/>
            <p:cNvSpPr/>
            <p:nvPr/>
          </p:nvSpPr>
          <p:spPr>
            <a:xfrm flipH="1" flipV="1">
              <a:off x="6692760" y="2941560"/>
              <a:ext cx="646200" cy="33804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06" name="CustomShape 39"/>
            <p:cNvSpPr/>
            <p:nvPr/>
          </p:nvSpPr>
          <p:spPr>
            <a:xfrm>
              <a:off x="6128640" y="24224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1</a:t>
              </a:r>
              <a:endParaRPr lang="nl-NL" sz="1800" b="0" strike="noStrike" spc="-1">
                <a:latin typeface="Calibri"/>
              </a:endParaRPr>
            </a:p>
          </p:txBody>
        </p:sp>
        <p:sp>
          <p:nvSpPr>
            <p:cNvPr id="2707" name="CustomShape 40"/>
            <p:cNvSpPr/>
            <p:nvPr/>
          </p:nvSpPr>
          <p:spPr>
            <a:xfrm>
              <a:off x="6635880" y="244800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2</a:t>
              </a:r>
              <a:endParaRPr lang="nl-NL" sz="1800" b="0" strike="noStrike" spc="-1">
                <a:latin typeface="Calibri"/>
              </a:endParaRPr>
            </a:p>
          </p:txBody>
        </p:sp>
        <p:sp>
          <p:nvSpPr>
            <p:cNvPr id="2708" name="CustomShape 41"/>
            <p:cNvSpPr/>
            <p:nvPr/>
          </p:nvSpPr>
          <p:spPr>
            <a:xfrm>
              <a:off x="6857280" y="310680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3</a:t>
              </a:r>
              <a:endParaRPr lang="nl-NL" sz="1800" b="0" strike="noStrike" spc="-1">
                <a:latin typeface="Calibri"/>
              </a:endParaRPr>
            </a:p>
          </p:txBody>
        </p:sp>
        <p:sp>
          <p:nvSpPr>
            <p:cNvPr id="2709" name="CustomShape 42"/>
            <p:cNvSpPr/>
            <p:nvPr/>
          </p:nvSpPr>
          <p:spPr>
            <a:xfrm>
              <a:off x="6372360" y="305100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4</a:t>
              </a:r>
              <a:endParaRPr lang="nl-NL" sz="1800" b="0" strike="noStrike" spc="-1">
                <a:latin typeface="Calibri"/>
              </a:endParaRPr>
            </a:p>
          </p:txBody>
        </p:sp>
        <p:sp>
          <p:nvSpPr>
            <p:cNvPr id="2710" name="CustomShape 43"/>
            <p:cNvSpPr/>
            <p:nvPr/>
          </p:nvSpPr>
          <p:spPr>
            <a:xfrm>
              <a:off x="5802120" y="310032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0000"/>
                  </a:solidFill>
                  <a:latin typeface="Arial"/>
                  <a:ea typeface="MS PGothic"/>
                </a:rPr>
                <a:t>5</a:t>
              </a:r>
              <a:endParaRPr lang="nl-NL" sz="1800" b="0" strike="noStrike" spc="-1">
                <a:latin typeface="Calibri"/>
              </a:endParaRPr>
            </a:p>
          </p:txBody>
        </p:sp>
        <p:sp>
          <p:nvSpPr>
            <p:cNvPr id="2711" name="CustomShape 44"/>
            <p:cNvSpPr/>
            <p:nvPr/>
          </p:nvSpPr>
          <p:spPr>
            <a:xfrm>
              <a:off x="5764320" y="2476440"/>
              <a:ext cx="3186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FF0000"/>
                  </a:solidFill>
                  <a:latin typeface="Arial"/>
                  <a:ea typeface="MS PGothic"/>
                </a:rPr>
                <a:t>6</a:t>
              </a:r>
              <a:endParaRPr lang="nl-NL" sz="1800" b="0" strike="noStrike" spc="-1">
                <a:latin typeface="Calibri"/>
              </a:endParaRPr>
            </a:p>
          </p:txBody>
        </p:sp>
      </p:grpSp>
      <p:grpSp>
        <p:nvGrpSpPr>
          <p:cNvPr id="2712" name="Group 45"/>
          <p:cNvGrpSpPr/>
          <p:nvPr/>
        </p:nvGrpSpPr>
        <p:grpSpPr>
          <a:xfrm>
            <a:off x="6774840" y="1224000"/>
            <a:ext cx="1432080" cy="364680"/>
            <a:chOff x="6774840" y="1224000"/>
            <a:chExt cx="1432080" cy="364680"/>
          </a:xfrm>
        </p:grpSpPr>
        <p:sp>
          <p:nvSpPr>
            <p:cNvPr id="2713" name="CustomShape 46"/>
            <p:cNvSpPr/>
            <p:nvPr/>
          </p:nvSpPr>
          <p:spPr>
            <a:xfrm>
              <a:off x="6811920" y="1268280"/>
              <a:ext cx="1395000" cy="26316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2714" name="CustomShape 47"/>
            <p:cNvSpPr/>
            <p:nvPr/>
          </p:nvSpPr>
          <p:spPr>
            <a:xfrm>
              <a:off x="6774840" y="1224000"/>
              <a:ext cx="5731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A A’</a:t>
              </a:r>
              <a:endParaRPr lang="nl-NL" sz="1800" b="0" strike="noStrike" spc="-1">
                <a:latin typeface="Calibri"/>
              </a:endParaRPr>
            </a:p>
          </p:txBody>
        </p:sp>
        <p:sp>
          <p:nvSpPr>
            <p:cNvPr id="2715" name="Line 48"/>
            <p:cNvSpPr/>
            <p:nvPr/>
          </p:nvSpPr>
          <p:spPr>
            <a:xfrm>
              <a:off x="7073640" y="125712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16" name="Line 49"/>
            <p:cNvSpPr/>
            <p:nvPr/>
          </p:nvSpPr>
          <p:spPr>
            <a:xfrm>
              <a:off x="7359480" y="126504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717" name="Group 50"/>
          <p:cNvGrpSpPr/>
          <p:nvPr/>
        </p:nvGrpSpPr>
        <p:grpSpPr>
          <a:xfrm>
            <a:off x="6994440" y="525600"/>
            <a:ext cx="1444320" cy="713880"/>
            <a:chOff x="6994440" y="525600"/>
            <a:chExt cx="1444320" cy="713880"/>
          </a:xfrm>
        </p:grpSpPr>
        <p:sp>
          <p:nvSpPr>
            <p:cNvPr id="2718" name="Line 51"/>
            <p:cNvSpPr/>
            <p:nvPr/>
          </p:nvSpPr>
          <p:spPr>
            <a:xfrm flipV="1">
              <a:off x="6994440" y="696600"/>
              <a:ext cx="399960" cy="53820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719" name="Line 52"/>
            <p:cNvSpPr/>
            <p:nvPr/>
          </p:nvSpPr>
          <p:spPr>
            <a:xfrm flipV="1">
              <a:off x="7181640" y="942840"/>
              <a:ext cx="217440" cy="296640"/>
            </a:xfrm>
            <a:prstGeom prst="line">
              <a:avLst/>
            </a:prstGeom>
            <a:ln w="9360">
              <a:solidFill>
                <a:schemeClr val="tx1"/>
              </a:solidFill>
              <a:round/>
              <a:headEnd type="triangle" w="med" len="med"/>
            </a:ln>
          </p:spPr>
          <p:style>
            <a:lnRef idx="0">
              <a:scrgbClr r="0" g="0" b="0"/>
            </a:lnRef>
            <a:fillRef idx="0">
              <a:scrgbClr r="0" g="0" b="0"/>
            </a:fillRef>
            <a:effectRef idx="0">
              <a:scrgbClr r="0" g="0" b="0"/>
            </a:effectRef>
            <a:fontRef idx="minor"/>
          </p:style>
        </p:sp>
        <p:sp>
          <p:nvSpPr>
            <p:cNvPr id="2720" name="CustomShape 53"/>
            <p:cNvSpPr/>
            <p:nvPr/>
          </p:nvSpPr>
          <p:spPr>
            <a:xfrm>
              <a:off x="7376760" y="525600"/>
              <a:ext cx="106200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MS PGothic"/>
                </a:rPr>
                <a:t>Source: A</a:t>
              </a:r>
              <a:endParaRPr lang="nl-NL" sz="1600" b="0" strike="noStrike" spc="-1">
                <a:latin typeface="Calibri"/>
              </a:endParaRPr>
            </a:p>
          </p:txBody>
        </p:sp>
        <p:sp>
          <p:nvSpPr>
            <p:cNvPr id="2721" name="CustomShape 54"/>
            <p:cNvSpPr/>
            <p:nvPr/>
          </p:nvSpPr>
          <p:spPr>
            <a:xfrm>
              <a:off x="7395480" y="781200"/>
              <a:ext cx="88056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000000"/>
                  </a:solidFill>
                  <a:latin typeface="Arial"/>
                  <a:ea typeface="ＭＳ Ｐゴシック"/>
                </a:rPr>
                <a:t>Dest: A’</a:t>
              </a:r>
              <a:endParaRPr lang="nl-NL" sz="1600" b="0" strike="noStrike" spc="-1">
                <a:latin typeface="Calibri"/>
              </a:endParaRPr>
            </a:p>
          </p:txBody>
        </p:sp>
      </p:grpSp>
      <p:grpSp>
        <p:nvGrpSpPr>
          <p:cNvPr id="2722" name="Group 55"/>
          <p:cNvGrpSpPr/>
          <p:nvPr/>
        </p:nvGrpSpPr>
        <p:grpSpPr>
          <a:xfrm>
            <a:off x="4745160" y="4954320"/>
            <a:ext cx="3004920" cy="1444680"/>
            <a:chOff x="4745160" y="4954320"/>
            <a:chExt cx="3004920" cy="1444680"/>
          </a:xfrm>
        </p:grpSpPr>
        <p:sp>
          <p:nvSpPr>
            <p:cNvPr id="2723" name="CustomShape 56"/>
            <p:cNvSpPr/>
            <p:nvPr/>
          </p:nvSpPr>
          <p:spPr>
            <a:xfrm>
              <a:off x="4745160" y="4954680"/>
              <a:ext cx="3004920" cy="14396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724" name="CustomShape 57"/>
            <p:cNvSpPr/>
            <p:nvPr/>
          </p:nvSpPr>
          <p:spPr>
            <a:xfrm>
              <a:off x="4747320" y="4987800"/>
              <a:ext cx="29332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MS PGothic"/>
                </a:rPr>
                <a:t>MAC addr   interface    TTL</a:t>
              </a:r>
              <a:endParaRPr lang="nl-NL" sz="1800" b="0" strike="noStrike" spc="-1">
                <a:latin typeface="Calibri"/>
              </a:endParaRPr>
            </a:p>
          </p:txBody>
        </p:sp>
        <p:sp>
          <p:nvSpPr>
            <p:cNvPr id="2725" name="Line 58"/>
            <p:cNvSpPr/>
            <p:nvPr/>
          </p:nvSpPr>
          <p:spPr>
            <a:xfrm>
              <a:off x="5978520" y="4954320"/>
              <a:ext cx="0" cy="14400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26" name="Line 59"/>
            <p:cNvSpPr/>
            <p:nvPr/>
          </p:nvSpPr>
          <p:spPr>
            <a:xfrm>
              <a:off x="7148160" y="4959000"/>
              <a:ext cx="0" cy="144000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27" name="Line 60"/>
            <p:cNvSpPr/>
            <p:nvPr/>
          </p:nvSpPr>
          <p:spPr>
            <a:xfrm>
              <a:off x="4749480" y="5340240"/>
              <a:ext cx="2994120" cy="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728" name="CustomShape 61"/>
          <p:cNvSpPr/>
          <p:nvPr/>
        </p:nvSpPr>
        <p:spPr>
          <a:xfrm>
            <a:off x="4608360" y="6397560"/>
            <a:ext cx="333036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800" b="0" i="1" strike="noStrike" spc="-1">
                <a:solidFill>
                  <a:srgbClr val="000000"/>
                </a:solidFill>
                <a:latin typeface="Arial"/>
                <a:ea typeface="MS PGothic"/>
              </a:rPr>
              <a:t>switch table - initially empty</a:t>
            </a:r>
            <a:endParaRPr lang="nl-NL" sz="1800" b="0" strike="noStrike" spc="-1">
              <a:latin typeface="Calibri"/>
            </a:endParaRPr>
          </a:p>
        </p:txBody>
      </p:sp>
      <p:grpSp>
        <p:nvGrpSpPr>
          <p:cNvPr id="2729" name="Group 62"/>
          <p:cNvGrpSpPr/>
          <p:nvPr/>
        </p:nvGrpSpPr>
        <p:grpSpPr>
          <a:xfrm>
            <a:off x="5176080" y="5388120"/>
            <a:ext cx="2459160" cy="372600"/>
            <a:chOff x="5176080" y="5388120"/>
            <a:chExt cx="2459160" cy="372600"/>
          </a:xfrm>
        </p:grpSpPr>
        <p:sp>
          <p:nvSpPr>
            <p:cNvPr id="2730" name="CustomShape 63"/>
            <p:cNvSpPr/>
            <p:nvPr/>
          </p:nvSpPr>
          <p:spPr>
            <a:xfrm>
              <a:off x="5176080" y="5396040"/>
              <a:ext cx="333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i="1" strike="noStrike" spc="-1">
                  <a:solidFill>
                    <a:srgbClr val="000000"/>
                  </a:solidFill>
                  <a:latin typeface="Arial"/>
                  <a:ea typeface="MS PGothic"/>
                </a:rPr>
                <a:t>A</a:t>
              </a:r>
              <a:endParaRPr lang="nl-NL" sz="1800" b="0" strike="noStrike" spc="-1">
                <a:latin typeface="Calibri"/>
              </a:endParaRPr>
            </a:p>
          </p:txBody>
        </p:sp>
        <p:sp>
          <p:nvSpPr>
            <p:cNvPr id="2731" name="CustomShape 64"/>
            <p:cNvSpPr/>
            <p:nvPr/>
          </p:nvSpPr>
          <p:spPr>
            <a:xfrm>
              <a:off x="6371640" y="539424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i="1" strike="noStrike" spc="-1">
                  <a:solidFill>
                    <a:srgbClr val="000000"/>
                  </a:solidFill>
                  <a:latin typeface="Arial"/>
                  <a:ea typeface="MS PGothic"/>
                </a:rPr>
                <a:t>1</a:t>
              </a:r>
              <a:endParaRPr lang="nl-NL" sz="1800" b="0" strike="noStrike" spc="-1">
                <a:latin typeface="Calibri"/>
              </a:endParaRPr>
            </a:p>
          </p:txBody>
        </p:sp>
        <p:sp>
          <p:nvSpPr>
            <p:cNvPr id="2732" name="CustomShape 65"/>
            <p:cNvSpPr/>
            <p:nvPr/>
          </p:nvSpPr>
          <p:spPr>
            <a:xfrm>
              <a:off x="7201080" y="5388120"/>
              <a:ext cx="4341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i="1" strike="noStrike" spc="-1">
                  <a:solidFill>
                    <a:srgbClr val="000000"/>
                  </a:solidFill>
                  <a:latin typeface="Arial"/>
                  <a:ea typeface="MS PGothic"/>
                </a:rPr>
                <a:t>60</a:t>
              </a:r>
              <a:endParaRPr lang="nl-NL" sz="1800" b="0" strike="noStrike" spc="-1">
                <a:latin typeface="Calibri"/>
              </a:endParaRPr>
            </a:p>
          </p:txBody>
        </p:sp>
      </p:grpSp>
      <p:grpSp>
        <p:nvGrpSpPr>
          <p:cNvPr id="2733" name="Group 66"/>
          <p:cNvGrpSpPr/>
          <p:nvPr/>
        </p:nvGrpSpPr>
        <p:grpSpPr>
          <a:xfrm>
            <a:off x="5795280" y="2881440"/>
            <a:ext cx="1432080" cy="364680"/>
            <a:chOff x="5795280" y="2881440"/>
            <a:chExt cx="1432080" cy="364680"/>
          </a:xfrm>
        </p:grpSpPr>
        <p:sp>
          <p:nvSpPr>
            <p:cNvPr id="2734" name="CustomShape 67"/>
            <p:cNvSpPr/>
            <p:nvPr/>
          </p:nvSpPr>
          <p:spPr>
            <a:xfrm>
              <a:off x="5832360" y="2925720"/>
              <a:ext cx="1395000" cy="26316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2735" name="CustomShape 68"/>
            <p:cNvSpPr/>
            <p:nvPr/>
          </p:nvSpPr>
          <p:spPr>
            <a:xfrm>
              <a:off x="5795280" y="2881440"/>
              <a:ext cx="5731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A A’</a:t>
              </a:r>
              <a:endParaRPr lang="nl-NL" sz="1800" b="0" strike="noStrike" spc="-1">
                <a:latin typeface="Calibri"/>
              </a:endParaRPr>
            </a:p>
          </p:txBody>
        </p:sp>
        <p:sp>
          <p:nvSpPr>
            <p:cNvPr id="2736" name="Line 69"/>
            <p:cNvSpPr/>
            <p:nvPr/>
          </p:nvSpPr>
          <p:spPr>
            <a:xfrm>
              <a:off x="6094080" y="291456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37" name="Line 70"/>
            <p:cNvSpPr/>
            <p:nvPr/>
          </p:nvSpPr>
          <p:spPr>
            <a:xfrm>
              <a:off x="6379920" y="292248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738" name="Group 71"/>
          <p:cNvGrpSpPr/>
          <p:nvPr/>
        </p:nvGrpSpPr>
        <p:grpSpPr>
          <a:xfrm>
            <a:off x="5795280" y="2879640"/>
            <a:ext cx="1432080" cy="364680"/>
            <a:chOff x="5795280" y="2879640"/>
            <a:chExt cx="1432080" cy="364680"/>
          </a:xfrm>
        </p:grpSpPr>
        <p:sp>
          <p:nvSpPr>
            <p:cNvPr id="2739" name="CustomShape 72"/>
            <p:cNvSpPr/>
            <p:nvPr/>
          </p:nvSpPr>
          <p:spPr>
            <a:xfrm>
              <a:off x="5832360" y="2924280"/>
              <a:ext cx="1395000" cy="26316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2740" name="CustomShape 73"/>
            <p:cNvSpPr/>
            <p:nvPr/>
          </p:nvSpPr>
          <p:spPr>
            <a:xfrm>
              <a:off x="5795280" y="2879640"/>
              <a:ext cx="5731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A A’</a:t>
              </a:r>
              <a:endParaRPr lang="nl-NL" sz="1800" b="0" strike="noStrike" spc="-1">
                <a:latin typeface="Calibri"/>
              </a:endParaRPr>
            </a:p>
          </p:txBody>
        </p:sp>
        <p:sp>
          <p:nvSpPr>
            <p:cNvPr id="2741" name="Line 74"/>
            <p:cNvSpPr/>
            <p:nvPr/>
          </p:nvSpPr>
          <p:spPr>
            <a:xfrm>
              <a:off x="6094080" y="291276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42" name="Line 75"/>
            <p:cNvSpPr/>
            <p:nvPr/>
          </p:nvSpPr>
          <p:spPr>
            <a:xfrm>
              <a:off x="6379920" y="292068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743" name="Group 76"/>
          <p:cNvGrpSpPr/>
          <p:nvPr/>
        </p:nvGrpSpPr>
        <p:grpSpPr>
          <a:xfrm>
            <a:off x="5795280" y="2882880"/>
            <a:ext cx="1432080" cy="364680"/>
            <a:chOff x="5795280" y="2882880"/>
            <a:chExt cx="1432080" cy="364680"/>
          </a:xfrm>
        </p:grpSpPr>
        <p:sp>
          <p:nvSpPr>
            <p:cNvPr id="2744" name="CustomShape 77"/>
            <p:cNvSpPr/>
            <p:nvPr/>
          </p:nvSpPr>
          <p:spPr>
            <a:xfrm>
              <a:off x="5832360" y="2927520"/>
              <a:ext cx="1395000" cy="26316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2745" name="CustomShape 78"/>
            <p:cNvSpPr/>
            <p:nvPr/>
          </p:nvSpPr>
          <p:spPr>
            <a:xfrm>
              <a:off x="5795280" y="2882880"/>
              <a:ext cx="5731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A A’</a:t>
              </a:r>
              <a:endParaRPr lang="nl-NL" sz="1800" b="0" strike="noStrike" spc="-1">
                <a:latin typeface="Calibri"/>
              </a:endParaRPr>
            </a:p>
          </p:txBody>
        </p:sp>
        <p:sp>
          <p:nvSpPr>
            <p:cNvPr id="2746" name="Line 79"/>
            <p:cNvSpPr/>
            <p:nvPr/>
          </p:nvSpPr>
          <p:spPr>
            <a:xfrm>
              <a:off x="6094080" y="291600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47" name="Line 80"/>
            <p:cNvSpPr/>
            <p:nvPr/>
          </p:nvSpPr>
          <p:spPr>
            <a:xfrm>
              <a:off x="6379920" y="292392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748" name="Group 81"/>
          <p:cNvGrpSpPr/>
          <p:nvPr/>
        </p:nvGrpSpPr>
        <p:grpSpPr>
          <a:xfrm>
            <a:off x="5795280" y="2882880"/>
            <a:ext cx="1432080" cy="364680"/>
            <a:chOff x="5795280" y="2882880"/>
            <a:chExt cx="1432080" cy="364680"/>
          </a:xfrm>
        </p:grpSpPr>
        <p:sp>
          <p:nvSpPr>
            <p:cNvPr id="2749" name="CustomShape 82"/>
            <p:cNvSpPr/>
            <p:nvPr/>
          </p:nvSpPr>
          <p:spPr>
            <a:xfrm>
              <a:off x="5832360" y="2927520"/>
              <a:ext cx="1395000" cy="26316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2750" name="CustomShape 83"/>
            <p:cNvSpPr/>
            <p:nvPr/>
          </p:nvSpPr>
          <p:spPr>
            <a:xfrm>
              <a:off x="5795280" y="2882880"/>
              <a:ext cx="5731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A A’</a:t>
              </a:r>
              <a:endParaRPr lang="nl-NL" sz="1800" b="0" strike="noStrike" spc="-1">
                <a:latin typeface="Calibri"/>
              </a:endParaRPr>
            </a:p>
          </p:txBody>
        </p:sp>
        <p:sp>
          <p:nvSpPr>
            <p:cNvPr id="2751" name="Line 84"/>
            <p:cNvSpPr/>
            <p:nvPr/>
          </p:nvSpPr>
          <p:spPr>
            <a:xfrm>
              <a:off x="6094080" y="291600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52" name="Line 85"/>
            <p:cNvSpPr/>
            <p:nvPr/>
          </p:nvSpPr>
          <p:spPr>
            <a:xfrm>
              <a:off x="6379920" y="292392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grpSp>
        <p:nvGrpSpPr>
          <p:cNvPr id="2753" name="Group 86"/>
          <p:cNvGrpSpPr/>
          <p:nvPr/>
        </p:nvGrpSpPr>
        <p:grpSpPr>
          <a:xfrm>
            <a:off x="5792040" y="2879640"/>
            <a:ext cx="1432440" cy="364680"/>
            <a:chOff x="5792040" y="2879640"/>
            <a:chExt cx="1432440" cy="364680"/>
          </a:xfrm>
        </p:grpSpPr>
        <p:sp>
          <p:nvSpPr>
            <p:cNvPr id="2754" name="CustomShape 87"/>
            <p:cNvSpPr/>
            <p:nvPr/>
          </p:nvSpPr>
          <p:spPr>
            <a:xfrm>
              <a:off x="5829480" y="2924280"/>
              <a:ext cx="1395000" cy="26316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2755" name="CustomShape 88"/>
            <p:cNvSpPr/>
            <p:nvPr/>
          </p:nvSpPr>
          <p:spPr>
            <a:xfrm>
              <a:off x="5792040" y="2879640"/>
              <a:ext cx="5731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A A’</a:t>
              </a:r>
              <a:endParaRPr lang="nl-NL" sz="1800" b="0" strike="noStrike" spc="-1">
                <a:latin typeface="Calibri"/>
              </a:endParaRPr>
            </a:p>
          </p:txBody>
        </p:sp>
        <p:sp>
          <p:nvSpPr>
            <p:cNvPr id="2756" name="Line 89"/>
            <p:cNvSpPr/>
            <p:nvPr/>
          </p:nvSpPr>
          <p:spPr>
            <a:xfrm>
              <a:off x="6091200" y="291276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57" name="Line 90"/>
            <p:cNvSpPr/>
            <p:nvPr/>
          </p:nvSpPr>
          <p:spPr>
            <a:xfrm>
              <a:off x="6376680" y="292068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758" name="CustomShape 91"/>
          <p:cNvSpPr/>
          <p:nvPr/>
        </p:nvSpPr>
        <p:spPr>
          <a:xfrm>
            <a:off x="1565280" y="4119480"/>
            <a:ext cx="877680" cy="425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200" b="0" i="1" strike="noStrike" spc="-1">
                <a:solidFill>
                  <a:srgbClr val="CC0000"/>
                </a:solidFill>
                <a:latin typeface="Gill Sans MT"/>
                <a:ea typeface="MS PGothic"/>
              </a:rPr>
              <a:t>flood</a:t>
            </a:r>
            <a:endParaRPr lang="nl-NL" sz="2200" b="0" strike="noStrike" spc="-1">
              <a:latin typeface="Calibri"/>
            </a:endParaRPr>
          </a:p>
        </p:txBody>
      </p:sp>
      <p:grpSp>
        <p:nvGrpSpPr>
          <p:cNvPr id="2759" name="Group 92"/>
          <p:cNvGrpSpPr/>
          <p:nvPr/>
        </p:nvGrpSpPr>
        <p:grpSpPr>
          <a:xfrm>
            <a:off x="6126840" y="3981600"/>
            <a:ext cx="1432440" cy="364680"/>
            <a:chOff x="6126840" y="3981600"/>
            <a:chExt cx="1432440" cy="364680"/>
          </a:xfrm>
        </p:grpSpPr>
        <p:sp>
          <p:nvSpPr>
            <p:cNvPr id="2760" name="CustomShape 93"/>
            <p:cNvSpPr/>
            <p:nvPr/>
          </p:nvSpPr>
          <p:spPr>
            <a:xfrm>
              <a:off x="6164280" y="4025880"/>
              <a:ext cx="1395000" cy="263160"/>
            </a:xfrm>
            <a:prstGeom prst="rect">
              <a:avLst/>
            </a:prstGeom>
            <a:solidFill>
              <a:schemeClr val="accent2"/>
            </a:solidFill>
            <a:ln w="9360">
              <a:solidFill>
                <a:schemeClr val="tx1"/>
              </a:solidFill>
              <a:miter/>
            </a:ln>
          </p:spPr>
          <p:style>
            <a:lnRef idx="0">
              <a:scrgbClr r="0" g="0" b="0"/>
            </a:lnRef>
            <a:fillRef idx="0">
              <a:scrgbClr r="0" g="0" b="0"/>
            </a:fillRef>
            <a:effectRef idx="0">
              <a:scrgbClr r="0" g="0" b="0"/>
            </a:effectRef>
            <a:fontRef idx="minor"/>
          </p:style>
        </p:sp>
        <p:sp>
          <p:nvSpPr>
            <p:cNvPr id="2761" name="CustomShape 94"/>
            <p:cNvSpPr/>
            <p:nvPr/>
          </p:nvSpPr>
          <p:spPr>
            <a:xfrm>
              <a:off x="6126840" y="3981600"/>
              <a:ext cx="57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FFFFFF"/>
                  </a:solidFill>
                  <a:latin typeface="Arial"/>
                  <a:ea typeface="ＭＳ Ｐゴシック"/>
                </a:rPr>
                <a:t>A’ A</a:t>
              </a:r>
              <a:endParaRPr lang="nl-NL" sz="1800" b="0" strike="noStrike" spc="-1">
                <a:latin typeface="Calibri"/>
              </a:endParaRPr>
            </a:p>
          </p:txBody>
        </p:sp>
        <p:sp>
          <p:nvSpPr>
            <p:cNvPr id="2762" name="Line 95"/>
            <p:cNvSpPr/>
            <p:nvPr/>
          </p:nvSpPr>
          <p:spPr>
            <a:xfrm>
              <a:off x="6459480" y="401472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sp>
          <p:nvSpPr>
            <p:cNvPr id="2763" name="Line 96"/>
            <p:cNvSpPr/>
            <p:nvPr/>
          </p:nvSpPr>
          <p:spPr>
            <a:xfrm>
              <a:off x="6711840" y="4022640"/>
              <a:ext cx="0" cy="263520"/>
            </a:xfrm>
            <a:prstGeom prst="line">
              <a:avLst/>
            </a:prstGeom>
            <a:ln w="9360">
              <a:solidFill>
                <a:schemeClr val="tx1"/>
              </a:solidFill>
              <a:round/>
            </a:ln>
          </p:spPr>
          <p:style>
            <a:lnRef idx="0">
              <a:scrgbClr r="0" g="0" b="0"/>
            </a:lnRef>
            <a:fillRef idx="0">
              <a:scrgbClr r="0" g="0" b="0"/>
            </a:fillRef>
            <a:effectRef idx="0">
              <a:scrgbClr r="0" g="0" b="0"/>
            </a:effectRef>
            <a:fontRef idx="minor"/>
          </p:style>
        </p:sp>
      </p:grpSp>
      <p:sp>
        <p:nvSpPr>
          <p:cNvPr id="2764" name="CustomShape 97"/>
          <p:cNvSpPr/>
          <p:nvPr/>
        </p:nvSpPr>
        <p:spPr>
          <a:xfrm>
            <a:off x="457200" y="4762440"/>
            <a:ext cx="3066840" cy="94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Bef>
                <a:spcPts val="439"/>
              </a:spcBef>
            </a:pPr>
            <a:r>
              <a:rPr lang="en-US" sz="2200" b="0" strike="noStrike" spc="-1">
                <a:solidFill>
                  <a:srgbClr val="000000"/>
                </a:solidFill>
                <a:latin typeface="Gill Sans MT"/>
                <a:ea typeface="MS PGothic"/>
              </a:rPr>
              <a:t>destination A location known:</a:t>
            </a:r>
            <a:endParaRPr lang="nl-NL" sz="2200" b="0" strike="noStrike" spc="-1">
              <a:latin typeface="Calibri"/>
            </a:endParaRPr>
          </a:p>
        </p:txBody>
      </p:sp>
      <p:grpSp>
        <p:nvGrpSpPr>
          <p:cNvPr id="2765" name="Group 98"/>
          <p:cNvGrpSpPr/>
          <p:nvPr/>
        </p:nvGrpSpPr>
        <p:grpSpPr>
          <a:xfrm>
            <a:off x="5168160" y="5673600"/>
            <a:ext cx="2463840" cy="372600"/>
            <a:chOff x="5168160" y="5673600"/>
            <a:chExt cx="2463840" cy="372600"/>
          </a:xfrm>
        </p:grpSpPr>
        <p:sp>
          <p:nvSpPr>
            <p:cNvPr id="2766" name="CustomShape 99"/>
            <p:cNvSpPr/>
            <p:nvPr/>
          </p:nvSpPr>
          <p:spPr>
            <a:xfrm>
              <a:off x="5168160" y="5681520"/>
              <a:ext cx="3837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i="1" strike="noStrike" spc="-1">
                  <a:solidFill>
                    <a:srgbClr val="000000"/>
                  </a:solidFill>
                  <a:latin typeface="Arial"/>
                  <a:ea typeface="ＭＳ Ｐゴシック"/>
                </a:rPr>
                <a:t>A’</a:t>
              </a:r>
              <a:endParaRPr lang="nl-NL" sz="1800" b="0" strike="noStrike" spc="-1">
                <a:latin typeface="Calibri"/>
              </a:endParaRPr>
            </a:p>
          </p:txBody>
        </p:sp>
        <p:sp>
          <p:nvSpPr>
            <p:cNvPr id="2767" name="CustomShape 100"/>
            <p:cNvSpPr/>
            <p:nvPr/>
          </p:nvSpPr>
          <p:spPr>
            <a:xfrm>
              <a:off x="6373800" y="5680080"/>
              <a:ext cx="307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i="1" strike="noStrike" spc="-1">
                  <a:solidFill>
                    <a:srgbClr val="000000"/>
                  </a:solidFill>
                  <a:latin typeface="Arial"/>
                  <a:ea typeface="MS PGothic"/>
                </a:rPr>
                <a:t>4</a:t>
              </a:r>
              <a:endParaRPr lang="nl-NL" sz="1800" b="0" strike="noStrike" spc="-1">
                <a:latin typeface="Calibri"/>
              </a:endParaRPr>
            </a:p>
          </p:txBody>
        </p:sp>
        <p:sp>
          <p:nvSpPr>
            <p:cNvPr id="2768" name="CustomShape 101"/>
            <p:cNvSpPr/>
            <p:nvPr/>
          </p:nvSpPr>
          <p:spPr>
            <a:xfrm>
              <a:off x="7197840" y="5673600"/>
              <a:ext cx="4341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i="1" strike="noStrike" spc="-1">
                  <a:solidFill>
                    <a:srgbClr val="000000"/>
                  </a:solidFill>
                  <a:latin typeface="Arial"/>
                  <a:ea typeface="MS PGothic"/>
                </a:rPr>
                <a:t>60</a:t>
              </a:r>
              <a:endParaRPr lang="nl-NL" sz="1800" b="0" strike="noStrike" spc="-1">
                <a:latin typeface="Calibri"/>
              </a:endParaRPr>
            </a:p>
          </p:txBody>
        </p:sp>
      </p:grpSp>
      <p:sp>
        <p:nvSpPr>
          <p:cNvPr id="2769" name="CustomShape 102"/>
          <p:cNvSpPr/>
          <p:nvPr/>
        </p:nvSpPr>
        <p:spPr>
          <a:xfrm>
            <a:off x="449280" y="5078520"/>
            <a:ext cx="2720520" cy="531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720">
              <a:lnSpc>
                <a:spcPts val="2999"/>
              </a:lnSpc>
              <a:spcBef>
                <a:spcPts val="439"/>
              </a:spcBef>
              <a:tabLst>
                <a:tab pos="0" algn="l"/>
              </a:tabLst>
            </a:pPr>
            <a:r>
              <a:rPr lang="en-US" sz="2200" b="0" i="1" strike="noStrike" spc="-1">
                <a:solidFill>
                  <a:srgbClr val="CC0000"/>
                </a:solidFill>
                <a:latin typeface="Gill Sans MT"/>
                <a:ea typeface="MS PGothic"/>
              </a:rPr>
              <a:t>            selectively send on just one link</a:t>
            </a:r>
            <a:endParaRPr lang="nl-NL" sz="2200" b="0" strike="noStrike" spc="-1">
              <a:latin typeface="Calibri"/>
            </a:endParaRPr>
          </a:p>
          <a:p>
            <a:pPr marL="343080" indent="-342720">
              <a:lnSpc>
                <a:spcPts val="2999"/>
              </a:lnSpc>
              <a:spcBef>
                <a:spcPts val="439"/>
              </a:spcBef>
              <a:tabLst>
                <a:tab pos="0" algn="l"/>
              </a:tabLst>
            </a:pPr>
            <a:endParaRPr lang="nl-NL" sz="2200" b="0" strike="noStrike" spc="-1">
              <a:latin typeface="Calibri"/>
            </a:endParaRPr>
          </a:p>
        </p:txBody>
      </p:sp>
      <p:sp>
        <p:nvSpPr>
          <p:cNvPr id="2770" name="TextShape 103"/>
          <p:cNvSpPr txBox="1"/>
          <p:nvPr/>
        </p:nvSpPr>
        <p:spPr>
          <a:xfrm>
            <a:off x="2620800" y="20520"/>
            <a:ext cx="3846240" cy="1142640"/>
          </a:xfrm>
          <a:prstGeom prst="rect">
            <a:avLst/>
          </a:prstGeom>
          <a:noFill/>
          <a:ln>
            <a:noFill/>
          </a:ln>
        </p:spPr>
        <p:txBody>
          <a:bodyPr anchor="ctr">
            <a:noAutofit/>
          </a:bodyPr>
          <a:lstStyle/>
          <a:p>
            <a:pPr>
              <a:lnSpc>
                <a:spcPct val="100000"/>
              </a:lnSpc>
            </a:pPr>
            <a:r>
              <a:rPr lang="en-US" sz="3200" b="0" strike="noStrike" spc="-1">
                <a:solidFill>
                  <a:srgbClr val="25167A"/>
                </a:solidFill>
                <a:latin typeface="Arial"/>
              </a:rPr>
              <a:t>Switch: self-learning</a:t>
            </a:r>
            <a:endParaRPr lang="nl-NL" sz="3200" b="0" strike="noStrike" spc="-1">
              <a:solidFill>
                <a:srgbClr val="000000"/>
              </a:solidFill>
              <a:latin typeface="Arial"/>
            </a:endParaRPr>
          </a:p>
        </p:txBody>
      </p:sp>
      <p:pic>
        <p:nvPicPr>
          <p:cNvPr id="2771" name="Picture 21" descr="underline_base"/>
          <p:cNvPicPr/>
          <p:nvPr/>
        </p:nvPicPr>
        <p:blipFill>
          <a:blip r:embed="rId6"/>
          <a:stretch/>
        </p:blipFill>
        <p:spPr>
          <a:xfrm>
            <a:off x="2708280" y="863640"/>
            <a:ext cx="3612960" cy="207720"/>
          </a:xfrm>
          <a:prstGeom prst="rect">
            <a:avLst/>
          </a:prstGeom>
          <a:ln>
            <a:noFill/>
          </a:ln>
        </p:spPr>
      </p:pic>
      <p:sp>
        <p:nvSpPr>
          <p:cNvPr id="2772" name="CustomShape 104"/>
          <p:cNvSpPr/>
          <p:nvPr/>
        </p:nvSpPr>
        <p:spPr>
          <a:xfrm>
            <a:off x="457200" y="1174680"/>
            <a:ext cx="3600000" cy="2501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Bef>
                <a:spcPts val="360"/>
              </a:spcBef>
            </a:pPr>
            <a:r>
              <a:rPr lang="en-US" sz="1800" b="0" strike="noStrike" spc="-1">
                <a:solidFill>
                  <a:srgbClr val="000000"/>
                </a:solidFill>
                <a:latin typeface="Arial"/>
                <a:ea typeface="ＭＳ Ｐゴシック"/>
              </a:rPr>
              <a:t>switch</a:t>
            </a:r>
            <a:r>
              <a:rPr lang="en-US" sz="1800" b="0" strike="noStrike" spc="-1">
                <a:solidFill>
                  <a:srgbClr val="FF0000"/>
                </a:solidFill>
                <a:latin typeface="Arial"/>
                <a:ea typeface="ＭＳ Ｐゴシック"/>
              </a:rPr>
              <a:t> </a:t>
            </a:r>
            <a:r>
              <a:rPr lang="en-US" sz="1800" b="0" i="1" strike="noStrike" spc="-1">
                <a:solidFill>
                  <a:srgbClr val="CC0000"/>
                </a:solidFill>
                <a:latin typeface="Arial"/>
                <a:ea typeface="ＭＳ Ｐゴシック"/>
              </a:rPr>
              <a:t>learns</a:t>
            </a:r>
            <a:r>
              <a:rPr lang="en-US" sz="1800" b="0" strike="noStrike" spc="-1">
                <a:solidFill>
                  <a:srgbClr val="CC0000"/>
                </a:solidFill>
                <a:latin typeface="Arial"/>
                <a:ea typeface="ＭＳ Ｐゴシック"/>
              </a:rPr>
              <a:t> </a:t>
            </a:r>
            <a:r>
              <a:rPr lang="en-US" sz="1800" b="0" strike="noStrike" spc="-1">
                <a:solidFill>
                  <a:srgbClr val="000000"/>
                </a:solidFill>
                <a:latin typeface="Arial"/>
                <a:ea typeface="ＭＳ Ｐゴシック"/>
              </a:rPr>
              <a:t>which hosts can be reached through which interfaces</a:t>
            </a:r>
            <a:endParaRPr lang="nl-NL" sz="1800" b="0" strike="noStrike" spc="-1">
              <a:latin typeface="Calibri"/>
            </a:endParaRPr>
          </a:p>
          <a:p>
            <a:pPr marL="628560" lvl="1" indent="-285480">
              <a:lnSpc>
                <a:spcPct val="100000"/>
              </a:lnSpc>
              <a:spcBef>
                <a:spcPts val="360"/>
              </a:spcBef>
              <a:buClr>
                <a:srgbClr val="000000"/>
              </a:buClr>
              <a:buFont typeface="Arial"/>
              <a:buChar char="•"/>
            </a:pPr>
            <a:r>
              <a:rPr lang="en-US" sz="1800" b="0" strike="noStrike" spc="-1">
                <a:solidFill>
                  <a:srgbClr val="000000"/>
                </a:solidFill>
                <a:latin typeface="Arial"/>
                <a:ea typeface="ＭＳ Ｐゴシック"/>
              </a:rPr>
              <a:t>when frame received, switch “learns”  location of sender</a:t>
            </a:r>
            <a:endParaRPr lang="nl-NL" sz="1800" b="0" strike="noStrike" spc="-1">
              <a:latin typeface="Calibri"/>
            </a:endParaRPr>
          </a:p>
          <a:p>
            <a:pPr marL="628560" lvl="1" indent="-285480">
              <a:lnSpc>
                <a:spcPct val="100000"/>
              </a:lnSpc>
              <a:spcBef>
                <a:spcPts val="360"/>
              </a:spcBef>
              <a:buClr>
                <a:srgbClr val="000000"/>
              </a:buClr>
              <a:buFont typeface="Arial"/>
              <a:buChar char="•"/>
            </a:pPr>
            <a:r>
              <a:rPr lang="en-US" sz="1800" b="0" strike="noStrike" spc="-1">
                <a:solidFill>
                  <a:srgbClr val="000000"/>
                </a:solidFill>
                <a:latin typeface="Arial"/>
                <a:ea typeface="ＭＳ Ｐゴシック"/>
              </a:rPr>
              <a:t>records sender/location pair in switch table</a:t>
            </a:r>
            <a:endParaRPr lang="nl-NL" sz="1800" b="0" strike="noStrike" spc="-1">
              <a:latin typeface="Calibri"/>
            </a:endParaRPr>
          </a:p>
          <a:p>
            <a:pPr marL="628560" lvl="1" indent="-285480">
              <a:lnSpc>
                <a:spcPct val="100000"/>
              </a:lnSpc>
              <a:spcBef>
                <a:spcPts val="360"/>
              </a:spcBef>
              <a:buClr>
                <a:srgbClr val="000000"/>
              </a:buClr>
              <a:buFont typeface="Arial"/>
              <a:buChar char="•"/>
            </a:pPr>
            <a:r>
              <a:rPr lang="en-US" sz="1800" b="0" strike="noStrike" spc="-1">
                <a:solidFill>
                  <a:srgbClr val="000000"/>
                </a:solidFill>
                <a:latin typeface="Arial"/>
                <a:ea typeface="ＭＳ Ｐゴシック"/>
              </a:rPr>
              <a:t>switches do </a:t>
            </a:r>
            <a:r>
              <a:rPr lang="en-US" sz="1800" b="1" strike="noStrike" spc="-1">
                <a:solidFill>
                  <a:srgbClr val="000000"/>
                </a:solidFill>
                <a:latin typeface="Arial"/>
                <a:ea typeface="ＭＳ Ｐゴシック"/>
              </a:rPr>
              <a:t>NOT</a:t>
            </a:r>
            <a:r>
              <a:rPr lang="en-US" sz="1800" b="0" strike="noStrike" spc="-1">
                <a:solidFill>
                  <a:srgbClr val="000000"/>
                </a:solidFill>
                <a:latin typeface="Arial"/>
                <a:ea typeface="ＭＳ Ｐゴシック"/>
              </a:rPr>
              <a:t> use ARP</a:t>
            </a:r>
            <a:endParaRPr lang="nl-NL" sz="1800" b="0" strike="noStrike" spc="-1">
              <a:latin typeface="Calibri"/>
            </a:endParaRPr>
          </a:p>
        </p:txBody>
      </p:sp>
      <p:sp>
        <p:nvSpPr>
          <p:cNvPr id="2773" name="CustomShape 105"/>
          <p:cNvSpPr/>
          <p:nvPr/>
        </p:nvSpPr>
        <p:spPr>
          <a:xfrm>
            <a:off x="8159760" y="39600"/>
            <a:ext cx="196812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22</a:t>
            </a:r>
            <a:endParaRPr lang="nl-NL" sz="1400" b="0" strike="noStrike" spc="-1">
              <a:latin typeface="Calibri"/>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9" presetClass="entr" fill="hold" nodeType="clickEffect">
                                  <p:stCondLst>
                                    <p:cond delay="0"/>
                                  </p:stCondLst>
                                  <p:childTnLst>
                                    <p:set>
                                      <p:cBhvr>
                                        <p:cTn id="6" dur="1" fill="hold">
                                          <p:stCondLst>
                                            <p:cond delay="0"/>
                                          </p:stCondLst>
                                        </p:cTn>
                                        <p:tgtEl>
                                          <p:spTgt spid="2712"/>
                                        </p:tgtEl>
                                        <p:attrNameLst>
                                          <p:attrName>style.visibility</p:attrName>
                                        </p:attrNameLst>
                                      </p:cBhvr>
                                      <p:to>
                                        <p:strVal val="visible"/>
                                      </p:to>
                                    </p:set>
                                    <p:animEffect transition="in" filter="dissolve">
                                      <p:cBhvr additive="repl">
                                        <p:cTn id="7" dur="500"/>
                                        <p:tgtEl>
                                          <p:spTgt spid="2712"/>
                                        </p:tgtEl>
                                      </p:cBhvr>
                                    </p:animEffect>
                                  </p:childTnLst>
                                </p:cTn>
                              </p:par>
                            </p:childTnLst>
                          </p:cTn>
                        </p:par>
                        <p:par>
                          <p:cTn id="8" fill="hold" nodeType="afterEffect">
                            <p:stCondLst>
                              <p:cond delay="500"/>
                            </p:stCondLst>
                            <p:childTnLst>
                              <p:par>
                                <p:cTn id="9" presetID="1" presetClass="entr" fill="hold" nodeType="afterEffect">
                                  <p:stCondLst>
                                    <p:cond delay="0"/>
                                  </p:stCondLst>
                                  <p:childTnLst>
                                    <p:set>
                                      <p:cBhvr>
                                        <p:cTn id="10" dur="1" fill="hold">
                                          <p:stCondLst>
                                            <p:cond delay="0"/>
                                          </p:stCondLst>
                                        </p:cTn>
                                        <p:tgtEl>
                                          <p:spTgt spid="2717"/>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9" presetClass="entr" fill="hold" nodeType="clickEffect">
                                  <p:stCondLst>
                                    <p:cond delay="0"/>
                                  </p:stCondLst>
                                  <p:childTnLst>
                                    <p:set>
                                      <p:cBhvr>
                                        <p:cTn id="14" dur="1" fill="hold">
                                          <p:stCondLst>
                                            <p:cond delay="0"/>
                                          </p:stCondLst>
                                        </p:cTn>
                                        <p:tgtEl>
                                          <p:spTgt spid="2722"/>
                                        </p:tgtEl>
                                        <p:attrNameLst>
                                          <p:attrName>style.visibility</p:attrName>
                                        </p:attrNameLst>
                                      </p:cBhvr>
                                      <p:to>
                                        <p:strVal val="visible"/>
                                      </p:to>
                                    </p:set>
                                    <p:animEffect transition="in" filter="dissolve">
                                      <p:cBhvr additive="repl">
                                        <p:cTn id="15" dur="500"/>
                                        <p:tgtEl>
                                          <p:spTgt spid="2722"/>
                                        </p:tgtEl>
                                      </p:cBhvr>
                                    </p:animEffect>
                                  </p:childTnLst>
                                </p:cTn>
                              </p:par>
                              <p:par>
                                <p:cTn id="16" presetID="9" presetClass="entr" fill="hold" nodeType="withEffect">
                                  <p:stCondLst>
                                    <p:cond delay="0"/>
                                  </p:stCondLst>
                                  <p:childTnLst>
                                    <p:set>
                                      <p:cBhvr>
                                        <p:cTn id="17" dur="1" fill="hold">
                                          <p:stCondLst>
                                            <p:cond delay="0"/>
                                          </p:stCondLst>
                                        </p:cTn>
                                        <p:tgtEl>
                                          <p:spTgt spid="2728"/>
                                        </p:tgtEl>
                                        <p:attrNameLst>
                                          <p:attrName>style.visibility</p:attrName>
                                        </p:attrNameLst>
                                      </p:cBhvr>
                                      <p:to>
                                        <p:strVal val="visible"/>
                                      </p:to>
                                    </p:set>
                                    <p:animEffect transition="in" filter="dissolve">
                                      <p:cBhvr additive="repl">
                                        <p:cTn id="18" dur="500"/>
                                        <p:tgtEl>
                                          <p:spTgt spid="2728"/>
                                        </p:tgtEl>
                                      </p:cBhvr>
                                    </p:animEffect>
                                  </p:childTnLst>
                                </p:cTn>
                              </p:par>
                            </p:childTnLst>
                          </p:cTn>
                        </p:par>
                      </p:childTnLst>
                    </p:cTn>
                  </p:par>
                  <p:par>
                    <p:cTn id="19" fill="hold" nodeType="clickEffect">
                      <p:stCondLst>
                        <p:cond delay="indefinite"/>
                      </p:stCondLst>
                      <p:childTnLst>
                        <p:par>
                          <p:cTn id="20" fill="hold" nodeType="withEffect">
                            <p:stCondLst>
                              <p:cond delay="0"/>
                            </p:stCondLst>
                            <p:childTnLst>
                              <p:par>
                                <p:cTn id="21" presetID="1" presetClass="exit" fill="hold" nodeType="clickEffect">
                                  <p:stCondLst>
                                    <p:cond delay="0"/>
                                  </p:stCondLst>
                                  <p:childTnLst>
                                    <p:set>
                                      <p:cBhvr>
                                        <p:cTn id="22" dur="1" fill="hold">
                                          <p:stCondLst>
                                            <p:cond delay="0"/>
                                          </p:stCondLst>
                                        </p:cTn>
                                        <p:tgtEl>
                                          <p:spTgt spid="2717"/>
                                        </p:tgtEl>
                                        <p:attrNameLst>
                                          <p:attrName>style.visibility</p:attrName>
                                        </p:attrNameLst>
                                      </p:cBhvr>
                                      <p:to>
                                        <p:strVal val="hidden"/>
                                      </p:to>
                                    </p:set>
                                  </p:childTnLst>
                                </p:cTn>
                              </p:par>
                              <p:par>
                                <p:cTn id="23" presetClass="path" fill="hold" nodeType="withEffect">
                                  <p:stCondLst>
                                    <p:cond delay="0"/>
                                  </p:stCondLst>
                                  <p:childTnLst>
                                    <p:animMotion origin="layout" path="M -4.44444E-006 -2.59259E-006 L -0.10694 0.11482 L -0.10694 0.24329 E">
                                      <p:cBhvr>
                                        <p:cTn id="24" dur="2000" fill="hold"/>
                                        <p:tgtEl>
                                          <p:spTgt spid="2712"/>
                                        </p:tgtEl>
                                        <p:attrNameLst>
                                          <p:attrName>ppt_x</p:attrName>
                                          <p:attrName>ppt_y</p:attrName>
                                        </p:attrNameLst>
                                      </p:cBhvr>
                                    </p:animMotion>
                                  </p:childTnLst>
                                </p:cTn>
                              </p:par>
                            </p:childTnLst>
                          </p:cTn>
                        </p:par>
                        <p:par>
                          <p:cTn id="25" fill="hold" nodeType="afterEffect">
                            <p:stCondLst>
                              <p:cond delay="2000"/>
                            </p:stCondLst>
                            <p:childTnLst>
                              <p:par>
                                <p:cTn id="26" presetID="9" presetClass="entr" fill="hold" nodeType="afterEffect">
                                  <p:stCondLst>
                                    <p:cond delay="0"/>
                                  </p:stCondLst>
                                  <p:childTnLst>
                                    <p:set>
                                      <p:cBhvr>
                                        <p:cTn id="27" dur="1" fill="hold">
                                          <p:stCondLst>
                                            <p:cond delay="0"/>
                                          </p:stCondLst>
                                        </p:cTn>
                                        <p:tgtEl>
                                          <p:spTgt spid="2729"/>
                                        </p:tgtEl>
                                        <p:attrNameLst>
                                          <p:attrName>style.visibility</p:attrName>
                                        </p:attrNameLst>
                                      </p:cBhvr>
                                      <p:to>
                                        <p:strVal val="visible"/>
                                      </p:to>
                                    </p:set>
                                    <p:animEffect transition="in" filter="dissolve">
                                      <p:cBhvr additive="repl">
                                        <p:cTn id="28" dur="500"/>
                                        <p:tgtEl>
                                          <p:spTgt spid="2729"/>
                                        </p:tgtEl>
                                      </p:cBhvr>
                                    </p:animEffect>
                                  </p:childTnLst>
                                </p:cTn>
                              </p:par>
                            </p:childTnLst>
                          </p:cTn>
                        </p:par>
                        <p:par>
                          <p:cTn id="29" fill="hold" nodeType="afterEffect">
                            <p:stCondLst>
                              <p:cond delay="2500"/>
                            </p:stCondLst>
                            <p:childTnLst>
                              <p:par>
                                <p:cTn id="30" presetID="1" presetClass="entr" fill="hold" nodeType="afterEffect">
                                  <p:stCondLst>
                                    <p:cond delay="0"/>
                                  </p:stCondLst>
                                  <p:childTnLst>
                                    <p:set>
                                      <p:cBhvr>
                                        <p:cTn id="31" dur="1" fill="hold">
                                          <p:stCondLst>
                                            <p:cond delay="0"/>
                                          </p:stCondLst>
                                        </p:cTn>
                                        <p:tgtEl>
                                          <p:spTgt spid="2661">
                                            <p:txEl>
                                              <p:pRg st="0" end="0"/>
                                            </p:txEl>
                                          </p:spTgt>
                                        </p:tgtEl>
                                        <p:attrNameLst>
                                          <p:attrName>style.visibility</p:attrName>
                                        </p:attrNameLst>
                                      </p:cBhvr>
                                      <p:to>
                                        <p:strVal val="visible"/>
                                      </p:to>
                                    </p:set>
                                  </p:childTnLst>
                                </p:cTn>
                              </p:par>
                            </p:childTnLst>
                          </p:cTn>
                        </p:par>
                      </p:childTnLst>
                    </p:cTn>
                  </p:par>
                  <p:par>
                    <p:cTn id="32" fill="hold" nodeType="clickEffect">
                      <p:stCondLst>
                        <p:cond delay="indefinite"/>
                      </p:stCondLst>
                      <p:childTnLst>
                        <p:par>
                          <p:cTn id="33" fill="hold" nodeType="withEffect">
                            <p:stCondLst>
                              <p:cond delay="0"/>
                            </p:stCondLst>
                            <p:childTnLst>
                              <p:par>
                                <p:cTn id="34" presetID="1" presetClass="entr" fill="hold" nodeType="clickEffect">
                                  <p:stCondLst>
                                    <p:cond delay="0"/>
                                  </p:stCondLst>
                                  <p:childTnLst>
                                    <p:set>
                                      <p:cBhvr>
                                        <p:cTn id="35" dur="1" fill="hold">
                                          <p:stCondLst>
                                            <p:cond delay="0"/>
                                          </p:stCondLst>
                                        </p:cTn>
                                        <p:tgtEl>
                                          <p:spTgt spid="2758"/>
                                        </p:tgtEl>
                                        <p:attrNameLst>
                                          <p:attrName>style.visibility</p:attrName>
                                        </p:attrNameLst>
                                      </p:cBhvr>
                                      <p:to>
                                        <p:strVal val="visible"/>
                                      </p:to>
                                    </p:set>
                                  </p:childTnLst>
                                </p:cTn>
                              </p:par>
                            </p:childTnLst>
                          </p:cTn>
                        </p:par>
                        <p:par>
                          <p:cTn id="36" fill="hold" nodeType="afterEffect">
                            <p:stCondLst>
                              <p:cond delay="0"/>
                            </p:stCondLst>
                            <p:childTnLst>
                              <p:par>
                                <p:cTn id="37" presetID="1" presetClass="exit" fill="hold" nodeType="afterEffect">
                                  <p:stCondLst>
                                    <p:cond delay="0"/>
                                  </p:stCondLst>
                                  <p:childTnLst>
                                    <p:set>
                                      <p:cBhvr>
                                        <p:cTn id="38" dur="1" fill="hold">
                                          <p:stCondLst>
                                            <p:cond delay="0"/>
                                          </p:stCondLst>
                                        </p:cTn>
                                        <p:tgtEl>
                                          <p:spTgt spid="2712"/>
                                        </p:tgtEl>
                                        <p:attrNameLst>
                                          <p:attrName>style.visibility</p:attrName>
                                        </p:attrNameLst>
                                      </p:cBhvr>
                                      <p:to>
                                        <p:strVal val="hidden"/>
                                      </p:to>
                                    </p:set>
                                  </p:childTnLst>
                                </p:cTn>
                              </p:par>
                              <p:par>
                                <p:cTn id="39" presetID="1" presetClass="entr" fill="hold" nodeType="withEffect">
                                  <p:stCondLst>
                                    <p:cond delay="0"/>
                                  </p:stCondLst>
                                  <p:childTnLst>
                                    <p:set>
                                      <p:cBhvr>
                                        <p:cTn id="40" dur="1" fill="hold">
                                          <p:stCondLst>
                                            <p:cond delay="0"/>
                                          </p:stCondLst>
                                        </p:cTn>
                                        <p:tgtEl>
                                          <p:spTgt spid="2733"/>
                                        </p:tgtEl>
                                        <p:attrNameLst>
                                          <p:attrName>style.visibility</p:attrName>
                                        </p:attrNameLst>
                                      </p:cBhvr>
                                      <p:to>
                                        <p:strVal val="visible"/>
                                      </p:to>
                                    </p:set>
                                  </p:childTnLst>
                                </p:cTn>
                              </p:par>
                              <p:par>
                                <p:cTn id="41" presetClass="path" fill="hold" nodeType="withEffect">
                                  <p:stCondLst>
                                    <p:cond delay="0"/>
                                  </p:stCondLst>
                                  <p:childTnLst>
                                    <p:animMotion origin="layout" path="M 2.5E-006 6.2963E-006 L -0.12118 -0.09814 E">
                                      <p:cBhvr>
                                        <p:cTn id="42" dur="2000" fill="hold"/>
                                        <p:tgtEl>
                                          <p:spTgt spid="2733"/>
                                        </p:tgtEl>
                                        <p:attrNameLst>
                                          <p:attrName>ppt_x</p:attrName>
                                          <p:attrName>ppt_y</p:attrName>
                                        </p:attrNameLst>
                                      </p:cBhvr>
                                    </p:animMotion>
                                  </p:childTnLst>
                                </p:cTn>
                              </p:par>
                              <p:par>
                                <p:cTn id="43" presetID="1" presetClass="entr" fill="hold" nodeType="withEffect">
                                  <p:stCondLst>
                                    <p:cond delay="0"/>
                                  </p:stCondLst>
                                  <p:childTnLst>
                                    <p:set>
                                      <p:cBhvr>
                                        <p:cTn id="44" dur="1" fill="hold">
                                          <p:stCondLst>
                                            <p:cond delay="0"/>
                                          </p:stCondLst>
                                        </p:cTn>
                                        <p:tgtEl>
                                          <p:spTgt spid="2738"/>
                                        </p:tgtEl>
                                        <p:attrNameLst>
                                          <p:attrName>style.visibility</p:attrName>
                                        </p:attrNameLst>
                                      </p:cBhvr>
                                      <p:to>
                                        <p:strVal val="visible"/>
                                      </p:to>
                                    </p:set>
                                  </p:childTnLst>
                                </p:cTn>
                              </p:par>
                              <p:par>
                                <p:cTn id="45" presetClass="path" fill="hold" nodeType="withEffect">
                                  <p:stCondLst>
                                    <p:cond delay="0"/>
                                  </p:stCondLst>
                                  <p:childTnLst>
                                    <p:animMotion origin="layout" path="M 3.61111E-006 -7.40741E-007 L -0.09532 0.14352 E">
                                      <p:cBhvr>
                                        <p:cTn id="46" dur="2000" fill="hold"/>
                                        <p:tgtEl>
                                          <p:spTgt spid="2738"/>
                                        </p:tgtEl>
                                        <p:attrNameLst>
                                          <p:attrName>ppt_x</p:attrName>
                                          <p:attrName>ppt_y</p:attrName>
                                        </p:attrNameLst>
                                      </p:cBhvr>
                                    </p:animMotion>
                                  </p:childTnLst>
                                </p:cTn>
                              </p:par>
                              <p:par>
                                <p:cTn id="47" presetID="1" presetClass="entr" fill="hold" nodeType="withEffect">
                                  <p:stCondLst>
                                    <p:cond delay="0"/>
                                  </p:stCondLst>
                                  <p:childTnLst>
                                    <p:set>
                                      <p:cBhvr>
                                        <p:cTn id="48" dur="1" fill="hold">
                                          <p:stCondLst>
                                            <p:cond delay="0"/>
                                          </p:stCondLst>
                                        </p:cTn>
                                        <p:tgtEl>
                                          <p:spTgt spid="2743"/>
                                        </p:tgtEl>
                                        <p:attrNameLst>
                                          <p:attrName>style.visibility</p:attrName>
                                        </p:attrNameLst>
                                      </p:cBhvr>
                                      <p:to>
                                        <p:strVal val="visible"/>
                                      </p:to>
                                    </p:set>
                                  </p:childTnLst>
                                </p:cTn>
                              </p:par>
                              <p:par>
                                <p:cTn id="49" presetClass="path" fill="hold" nodeType="withEffect">
                                  <p:stCondLst>
                                    <p:cond delay="0"/>
                                  </p:stCondLst>
                                  <p:childTnLst>
                                    <p:animMotion origin="layout" path="M 3.61111E-006 -7.40741E-007 L 0.03489 0.15509 E">
                                      <p:cBhvr>
                                        <p:cTn id="50" dur="2000" fill="hold"/>
                                        <p:tgtEl>
                                          <p:spTgt spid="2743"/>
                                        </p:tgtEl>
                                        <p:attrNameLst>
                                          <p:attrName>ppt_x</p:attrName>
                                          <p:attrName>ppt_y</p:attrName>
                                        </p:attrNameLst>
                                      </p:cBhvr>
                                    </p:animMotion>
                                  </p:childTnLst>
                                </p:cTn>
                              </p:par>
                              <p:par>
                                <p:cTn id="51" presetID="1" presetClass="entr" fill="hold" nodeType="withEffect">
                                  <p:stCondLst>
                                    <p:cond delay="0"/>
                                  </p:stCondLst>
                                  <p:childTnLst>
                                    <p:set>
                                      <p:cBhvr>
                                        <p:cTn id="52" dur="1" fill="hold">
                                          <p:stCondLst>
                                            <p:cond delay="0"/>
                                          </p:stCondLst>
                                        </p:cTn>
                                        <p:tgtEl>
                                          <p:spTgt spid="2748"/>
                                        </p:tgtEl>
                                        <p:attrNameLst>
                                          <p:attrName>style.visibility</p:attrName>
                                        </p:attrNameLst>
                                      </p:cBhvr>
                                      <p:to>
                                        <p:strVal val="visible"/>
                                      </p:to>
                                    </p:set>
                                  </p:childTnLst>
                                </p:cTn>
                              </p:par>
                              <p:par>
                                <p:cTn id="53" presetClass="path" fill="hold" nodeType="withEffect">
                                  <p:stCondLst>
                                    <p:cond delay="0"/>
                                  </p:stCondLst>
                                  <p:childTnLst>
                                    <p:animMotion origin="layout" path="M 3.61111E-006 -7.40741E-007 L 0.16163 0.06667 E">
                                      <p:cBhvr>
                                        <p:cTn id="54" dur="2000" fill="hold"/>
                                        <p:tgtEl>
                                          <p:spTgt spid="2748"/>
                                        </p:tgtEl>
                                        <p:attrNameLst>
                                          <p:attrName>ppt_x</p:attrName>
                                          <p:attrName>ppt_y</p:attrName>
                                        </p:attrNameLst>
                                      </p:cBhvr>
                                    </p:animMotion>
                                  </p:childTnLst>
                                </p:cTn>
                              </p:par>
                              <p:par>
                                <p:cTn id="55" presetID="1" presetClass="entr" fill="hold" nodeType="withEffect">
                                  <p:stCondLst>
                                    <p:cond delay="0"/>
                                  </p:stCondLst>
                                  <p:childTnLst>
                                    <p:set>
                                      <p:cBhvr>
                                        <p:cTn id="56" dur="1" fill="hold">
                                          <p:stCondLst>
                                            <p:cond delay="0"/>
                                          </p:stCondLst>
                                        </p:cTn>
                                        <p:tgtEl>
                                          <p:spTgt spid="2753"/>
                                        </p:tgtEl>
                                        <p:attrNameLst>
                                          <p:attrName>style.visibility</p:attrName>
                                        </p:attrNameLst>
                                      </p:cBhvr>
                                      <p:to>
                                        <p:strVal val="visible"/>
                                      </p:to>
                                    </p:set>
                                  </p:childTnLst>
                                </p:cTn>
                              </p:par>
                              <p:par>
                                <p:cTn id="57" presetClass="path" fill="hold" nodeType="withEffect">
                                  <p:stCondLst>
                                    <p:cond delay="0"/>
                                  </p:stCondLst>
                                  <p:childTnLst>
                                    <p:animMotion origin="layout" path="M 8.33333E-007 -3.7037E-006 L 0.11545 -0.10231 E">
                                      <p:cBhvr>
                                        <p:cTn id="58" dur="2000" fill="hold"/>
                                        <p:tgtEl>
                                          <p:spTgt spid="2753"/>
                                        </p:tgtEl>
                                        <p:attrNameLst>
                                          <p:attrName>ppt_x</p:attrName>
                                          <p:attrName>ppt_y</p:attrName>
                                        </p:attrNameLst>
                                      </p:cBhvr>
                                    </p:animMotion>
                                  </p:childTnLst>
                                </p:cTn>
                              </p:par>
                            </p:childTnLst>
                          </p:cTn>
                        </p:par>
                        <p:par>
                          <p:cTn id="59" fill="hold" nodeType="afterEffect">
                            <p:stCondLst>
                              <p:cond delay="2000"/>
                            </p:stCondLst>
                            <p:childTnLst>
                              <p:par>
                                <p:cTn id="60" presetID="1" presetClass="exit" fill="hold" nodeType="afterEffect">
                                  <p:stCondLst>
                                    <p:cond delay="0"/>
                                  </p:stCondLst>
                                  <p:childTnLst>
                                    <p:set>
                                      <p:cBhvr>
                                        <p:cTn id="61" dur="1" fill="hold">
                                          <p:stCondLst>
                                            <p:cond delay="0"/>
                                          </p:stCondLst>
                                        </p:cTn>
                                        <p:tgtEl>
                                          <p:spTgt spid="2753"/>
                                        </p:tgtEl>
                                        <p:attrNameLst>
                                          <p:attrName>style.visibility</p:attrName>
                                        </p:attrNameLst>
                                      </p:cBhvr>
                                      <p:to>
                                        <p:strVal val="hidden"/>
                                      </p:to>
                                    </p:set>
                                  </p:childTnLst>
                                </p:cTn>
                              </p:par>
                              <p:par>
                                <p:cTn id="62" presetID="1" presetClass="exit" fill="hold" nodeType="withEffect">
                                  <p:stCondLst>
                                    <p:cond delay="0"/>
                                  </p:stCondLst>
                                  <p:childTnLst>
                                    <p:set>
                                      <p:cBhvr>
                                        <p:cTn id="63" dur="1" fill="hold">
                                          <p:stCondLst>
                                            <p:cond delay="0"/>
                                          </p:stCondLst>
                                        </p:cTn>
                                        <p:tgtEl>
                                          <p:spTgt spid="2748"/>
                                        </p:tgtEl>
                                        <p:attrNameLst>
                                          <p:attrName>style.visibility</p:attrName>
                                        </p:attrNameLst>
                                      </p:cBhvr>
                                      <p:to>
                                        <p:strVal val="hidden"/>
                                      </p:to>
                                    </p:set>
                                  </p:childTnLst>
                                </p:cTn>
                              </p:par>
                              <p:par>
                                <p:cTn id="64" presetID="1" presetClass="exit" fill="hold" nodeType="withEffect">
                                  <p:stCondLst>
                                    <p:cond delay="0"/>
                                  </p:stCondLst>
                                  <p:childTnLst>
                                    <p:set>
                                      <p:cBhvr>
                                        <p:cTn id="65" dur="1" fill="hold">
                                          <p:stCondLst>
                                            <p:cond delay="0"/>
                                          </p:stCondLst>
                                        </p:cTn>
                                        <p:tgtEl>
                                          <p:spTgt spid="2743"/>
                                        </p:tgtEl>
                                        <p:attrNameLst>
                                          <p:attrName>style.visibility</p:attrName>
                                        </p:attrNameLst>
                                      </p:cBhvr>
                                      <p:to>
                                        <p:strVal val="hidden"/>
                                      </p:to>
                                    </p:set>
                                  </p:childTnLst>
                                </p:cTn>
                              </p:par>
                              <p:par>
                                <p:cTn id="66" presetID="1" presetClass="exit" fill="hold" nodeType="withEffect">
                                  <p:stCondLst>
                                    <p:cond delay="0"/>
                                  </p:stCondLst>
                                  <p:childTnLst>
                                    <p:set>
                                      <p:cBhvr>
                                        <p:cTn id="67" dur="1" fill="hold">
                                          <p:stCondLst>
                                            <p:cond delay="0"/>
                                          </p:stCondLst>
                                        </p:cTn>
                                        <p:tgtEl>
                                          <p:spTgt spid="2738"/>
                                        </p:tgtEl>
                                        <p:attrNameLst>
                                          <p:attrName>style.visibility</p:attrName>
                                        </p:attrNameLst>
                                      </p:cBhvr>
                                      <p:to>
                                        <p:strVal val="hidden"/>
                                      </p:to>
                                    </p:set>
                                  </p:childTnLst>
                                </p:cTn>
                              </p:par>
                              <p:par>
                                <p:cTn id="68" presetID="1" presetClass="exit" fill="hold" nodeType="withEffect">
                                  <p:stCondLst>
                                    <p:cond delay="0"/>
                                  </p:stCondLst>
                                  <p:childTnLst>
                                    <p:set>
                                      <p:cBhvr>
                                        <p:cTn id="69" dur="1" fill="hold">
                                          <p:stCondLst>
                                            <p:cond delay="0"/>
                                          </p:stCondLst>
                                        </p:cTn>
                                        <p:tgtEl>
                                          <p:spTgt spid="2733"/>
                                        </p:tgtEl>
                                        <p:attrNameLst>
                                          <p:attrName>style.visibility</p:attrName>
                                        </p:attrNameLst>
                                      </p:cBhvr>
                                      <p:to>
                                        <p:strVal val="hidden"/>
                                      </p:to>
                                    </p:set>
                                  </p:childTnLst>
                                </p:cTn>
                              </p:par>
                            </p:childTnLst>
                          </p:cTn>
                        </p:par>
                      </p:childTnLst>
                    </p:cTn>
                  </p:par>
                  <p:par>
                    <p:cTn id="70" fill="hold" nodeType="clickEffect">
                      <p:stCondLst>
                        <p:cond delay="indefinite"/>
                      </p:stCondLst>
                      <p:childTnLst>
                        <p:par>
                          <p:cTn id="71" fill="hold" nodeType="withEffect">
                            <p:stCondLst>
                              <p:cond delay="0"/>
                            </p:stCondLst>
                            <p:childTnLst>
                              <p:par>
                                <p:cTn id="72" presetID="9" presetClass="entr" fill="hold" nodeType="clickEffect">
                                  <p:stCondLst>
                                    <p:cond delay="0"/>
                                  </p:stCondLst>
                                  <p:childTnLst>
                                    <p:set>
                                      <p:cBhvr>
                                        <p:cTn id="73" dur="1" fill="hold">
                                          <p:stCondLst>
                                            <p:cond delay="0"/>
                                          </p:stCondLst>
                                        </p:cTn>
                                        <p:tgtEl>
                                          <p:spTgt spid="2759"/>
                                        </p:tgtEl>
                                        <p:attrNameLst>
                                          <p:attrName>style.visibility</p:attrName>
                                        </p:attrNameLst>
                                      </p:cBhvr>
                                      <p:to>
                                        <p:strVal val="visible"/>
                                      </p:to>
                                    </p:set>
                                    <p:animEffect transition="in" filter="dissolve">
                                      <p:cBhvr additive="repl">
                                        <p:cTn id="74" dur="500"/>
                                        <p:tgtEl>
                                          <p:spTgt spid="2759"/>
                                        </p:tgtEl>
                                      </p:cBhvr>
                                    </p:animEffect>
                                  </p:childTnLst>
                                </p:cTn>
                              </p:par>
                            </p:childTnLst>
                          </p:cTn>
                        </p:par>
                        <p:par>
                          <p:cTn id="75" fill="hold" nodeType="afterEffect">
                            <p:stCondLst>
                              <p:cond delay="500"/>
                            </p:stCondLst>
                            <p:childTnLst>
                              <p:par>
                                <p:cTn id="76" presetClass="path" fill="hold" nodeType="afterEffect">
                                  <p:stCondLst>
                                    <p:cond delay="0"/>
                                  </p:stCondLst>
                                  <p:childTnLst>
                                    <p:animMotion origin="layout" path="M -0.00139 -0.00509 L -0.03767 -0.17014 E">
                                      <p:cBhvr>
                                        <p:cTn id="77" dur="2000" fill="hold"/>
                                        <p:tgtEl>
                                          <p:spTgt spid="2759"/>
                                        </p:tgtEl>
                                        <p:attrNameLst>
                                          <p:attrName>ppt_x</p:attrName>
                                          <p:attrName>ppt_y</p:attrName>
                                        </p:attrNameLst>
                                      </p:cBhvr>
                                    </p:animMotion>
                                  </p:childTnLst>
                                </p:cTn>
                              </p:par>
                            </p:childTnLst>
                          </p:cTn>
                        </p:par>
                        <p:par>
                          <p:cTn id="78" fill="hold" nodeType="afterEffect">
                            <p:stCondLst>
                              <p:cond delay="2500"/>
                            </p:stCondLst>
                            <p:childTnLst>
                              <p:par>
                                <p:cTn id="79" presetID="1" presetClass="entr" fill="hold" nodeType="afterEffect">
                                  <p:stCondLst>
                                    <p:cond delay="0"/>
                                  </p:stCondLst>
                                  <p:childTnLst>
                                    <p:set>
                                      <p:cBhvr>
                                        <p:cTn id="80" dur="1" fill="hold">
                                          <p:stCondLst>
                                            <p:cond delay="0"/>
                                          </p:stCondLst>
                                        </p:cTn>
                                        <p:tgtEl>
                                          <p:spTgt spid="2764">
                                            <p:txEl>
                                              <p:pRg st="0" end="0"/>
                                            </p:txEl>
                                          </p:spTgt>
                                        </p:tgtEl>
                                        <p:attrNameLst>
                                          <p:attrName>style.visibility</p:attrName>
                                        </p:attrNameLst>
                                      </p:cBhvr>
                                      <p:to>
                                        <p:strVal val="visible"/>
                                      </p:to>
                                    </p:set>
                                  </p:childTnLst>
                                </p:cTn>
                              </p:par>
                            </p:childTnLst>
                          </p:cTn>
                        </p:par>
                        <p:par>
                          <p:cTn id="81" fill="hold" nodeType="afterEffect">
                            <p:stCondLst>
                              <p:cond delay="2500"/>
                            </p:stCondLst>
                            <p:childTnLst>
                              <p:par>
                                <p:cTn id="82" presetID="9" presetClass="entr" fill="hold" nodeType="afterEffect">
                                  <p:stCondLst>
                                    <p:cond delay="0"/>
                                  </p:stCondLst>
                                  <p:childTnLst>
                                    <p:set>
                                      <p:cBhvr>
                                        <p:cTn id="83" dur="1" fill="hold">
                                          <p:stCondLst>
                                            <p:cond delay="0"/>
                                          </p:stCondLst>
                                        </p:cTn>
                                        <p:tgtEl>
                                          <p:spTgt spid="2765"/>
                                        </p:tgtEl>
                                        <p:attrNameLst>
                                          <p:attrName>style.visibility</p:attrName>
                                        </p:attrNameLst>
                                      </p:cBhvr>
                                      <p:to>
                                        <p:strVal val="visible"/>
                                      </p:to>
                                    </p:set>
                                    <p:animEffect transition="in" filter="dissolve">
                                      <p:cBhvr additive="repl">
                                        <p:cTn id="84" dur="500"/>
                                        <p:tgtEl>
                                          <p:spTgt spid="2765"/>
                                        </p:tgtEl>
                                      </p:cBhvr>
                                    </p:animEffect>
                                  </p:childTnLst>
                                </p:cTn>
                              </p:par>
                            </p:childTnLst>
                          </p:cTn>
                        </p:par>
                      </p:childTnLst>
                    </p:cTn>
                  </p:par>
                  <p:par>
                    <p:cTn id="85" fill="hold" nodeType="clickEffect">
                      <p:stCondLst>
                        <p:cond delay="indefinite"/>
                      </p:stCondLst>
                      <p:childTnLst>
                        <p:par>
                          <p:cTn id="86" fill="hold" nodeType="withEffect">
                            <p:stCondLst>
                              <p:cond delay="0"/>
                            </p:stCondLst>
                            <p:childTnLst>
                              <p:par>
                                <p:cTn id="87" presetID="1" presetClass="entr" fill="hold" nodeType="clickEffect">
                                  <p:stCondLst>
                                    <p:cond delay="0"/>
                                  </p:stCondLst>
                                  <p:childTnLst>
                                    <p:set>
                                      <p:cBhvr>
                                        <p:cTn id="88" dur="1" fill="hold">
                                          <p:stCondLst>
                                            <p:cond delay="0"/>
                                          </p:stCondLst>
                                        </p:cTn>
                                        <p:tgtEl>
                                          <p:spTgt spid="2769">
                                            <p:txEl>
                                              <p:pRg st="0" end="0"/>
                                            </p:txEl>
                                          </p:spTgt>
                                        </p:tgtEl>
                                        <p:attrNameLst>
                                          <p:attrName>style.visibility</p:attrName>
                                        </p:attrNameLst>
                                      </p:cBhvr>
                                      <p:to>
                                        <p:strVal val="visible"/>
                                      </p:to>
                                    </p:set>
                                  </p:childTnLst>
                                </p:cTn>
                              </p:par>
                            </p:childTnLst>
                          </p:cTn>
                        </p:par>
                        <p:par>
                          <p:cTn id="89" fill="hold" nodeType="afterEffect">
                            <p:stCondLst>
                              <p:cond delay="0"/>
                            </p:stCondLst>
                            <p:childTnLst>
                              <p:par>
                                <p:cTn id="90" presetClass="path" fill="hold" nodeType="afterEffect">
                                  <p:stCondLst>
                                    <p:cond delay="0"/>
                                  </p:stCondLst>
                                  <p:childTnLst>
                                    <p:animMotion origin="layout" path="M -0.03611 -0.1588 L -0.03472 -0.32871 E">
                                      <p:cBhvr>
                                        <p:cTn id="91" dur="2000" fill="hold"/>
                                        <p:tgtEl>
                                          <p:spTgt spid="275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4" name="TextShape 1"/>
          <p:cNvSpPr txBox="1"/>
          <p:nvPr/>
        </p:nvSpPr>
        <p:spPr>
          <a:xfrm>
            <a:off x="457200" y="554040"/>
            <a:ext cx="8229240" cy="1142640"/>
          </a:xfrm>
          <a:prstGeom prst="rect">
            <a:avLst/>
          </a:prstGeom>
          <a:noFill/>
          <a:ln>
            <a:noFill/>
          </a:ln>
        </p:spPr>
        <p:txBody>
          <a:bodyPr anchor="ctr">
            <a:noAutofit/>
          </a:bodyPr>
          <a:lstStyle/>
          <a:p>
            <a:pPr>
              <a:lnSpc>
                <a:spcPct val="100000"/>
              </a:lnSpc>
            </a:pPr>
            <a:r>
              <a:rPr lang="en-US" sz="3200" b="0" strike="noStrike" spc="-1">
                <a:solidFill>
                  <a:srgbClr val="25167A"/>
                </a:solidFill>
                <a:latin typeface="Gill Sans MT"/>
              </a:rPr>
              <a:t>Switches vs. Routers</a:t>
            </a:r>
            <a:endParaRPr lang="nl-NL" sz="3200" b="0" strike="noStrike" spc="-1">
              <a:solidFill>
                <a:srgbClr val="000000"/>
              </a:solidFill>
              <a:latin typeface="Arial"/>
            </a:endParaRPr>
          </a:p>
        </p:txBody>
      </p:sp>
      <p:sp>
        <p:nvSpPr>
          <p:cNvPr id="2775" name="TextShape 2"/>
          <p:cNvSpPr txBox="1"/>
          <p:nvPr/>
        </p:nvSpPr>
        <p:spPr>
          <a:xfrm>
            <a:off x="446040" y="1731960"/>
            <a:ext cx="4174920" cy="4038120"/>
          </a:xfrm>
          <a:prstGeom prst="rect">
            <a:avLst/>
          </a:prstGeom>
          <a:noFill/>
          <a:ln>
            <a:noFill/>
          </a:ln>
        </p:spPr>
        <p:txBody>
          <a:bodyPr>
            <a:normAutofit fontScale="88500" lnSpcReduction="10000"/>
          </a:bodyPr>
          <a:lstStyle/>
          <a:p>
            <a:pPr>
              <a:lnSpc>
                <a:spcPct val="80000"/>
              </a:lnSpc>
              <a:spcBef>
                <a:spcPts val="479"/>
              </a:spcBef>
              <a:tabLst>
                <a:tab pos="0" algn="l"/>
              </a:tabLst>
            </a:pPr>
            <a:r>
              <a:rPr lang="en-US" sz="2400" b="0" strike="noStrike" spc="-1">
                <a:solidFill>
                  <a:srgbClr val="000099"/>
                </a:solidFill>
                <a:latin typeface="Gill Sans MT"/>
              </a:rPr>
              <a:t>both are store-and-forward: </a:t>
            </a:r>
            <a:endParaRPr lang="nl-NL" sz="2400" b="0" strike="noStrike" spc="-1">
              <a:solidFill>
                <a:srgbClr val="000000"/>
              </a:solidFill>
              <a:latin typeface="Arial"/>
            </a:endParaRPr>
          </a:p>
          <a:p>
            <a:pPr marL="231840" indent="-231480">
              <a:lnSpc>
                <a:spcPct val="100000"/>
              </a:lnSpc>
              <a:spcBef>
                <a:spcPts val="479"/>
              </a:spcBef>
              <a:buClr>
                <a:srgbClr val="CC0000"/>
              </a:buClr>
              <a:buFont typeface="Wingdings" charset="2"/>
              <a:buChar char=""/>
              <a:tabLst>
                <a:tab pos="0" algn="l"/>
              </a:tabLst>
            </a:pPr>
            <a:r>
              <a:rPr lang="en-US" sz="2400" b="0" i="1" strike="noStrike" spc="-1">
                <a:solidFill>
                  <a:srgbClr val="CC0000"/>
                </a:solidFill>
                <a:latin typeface="Gill Sans MT"/>
              </a:rPr>
              <a:t>routers: </a:t>
            </a:r>
            <a:r>
              <a:rPr lang="en-US" sz="2400" b="0" strike="noStrike" spc="-1">
                <a:solidFill>
                  <a:srgbClr val="000000"/>
                </a:solidFill>
                <a:latin typeface="Gill Sans MT"/>
              </a:rPr>
              <a:t>network-layer devices </a:t>
            </a:r>
            <a:br/>
            <a:r>
              <a:rPr lang="en-US" sz="2400" b="0" strike="noStrike" spc="-1">
                <a:solidFill>
                  <a:srgbClr val="000000"/>
                </a:solidFill>
                <a:latin typeface="Gill Sans MT"/>
              </a:rPr>
              <a:t>- examine network-layer headers</a:t>
            </a:r>
            <a:br/>
            <a:r>
              <a:rPr lang="en-US" sz="2400" b="0" strike="noStrike" spc="-1">
                <a:solidFill>
                  <a:srgbClr val="000000"/>
                </a:solidFill>
                <a:latin typeface="Gill Sans MT"/>
              </a:rPr>
              <a:t>- connect different subnets</a:t>
            </a:r>
            <a:endParaRPr lang="nl-NL" sz="2400" b="0" strike="noStrike" spc="-1">
              <a:solidFill>
                <a:srgbClr val="000000"/>
              </a:solidFill>
              <a:latin typeface="Arial"/>
            </a:endParaRPr>
          </a:p>
          <a:p>
            <a:pPr marL="231840" indent="-231480">
              <a:lnSpc>
                <a:spcPct val="100000"/>
              </a:lnSpc>
              <a:spcBef>
                <a:spcPts val="479"/>
              </a:spcBef>
              <a:buClr>
                <a:srgbClr val="CC0000"/>
              </a:buClr>
              <a:buFont typeface="Wingdings" charset="2"/>
              <a:buChar char=""/>
              <a:tabLst>
                <a:tab pos="0" algn="l"/>
              </a:tabLst>
            </a:pPr>
            <a:r>
              <a:rPr lang="en-US" sz="2400" b="0" i="1" strike="noStrike" spc="-1">
                <a:solidFill>
                  <a:srgbClr val="CC0000"/>
                </a:solidFill>
                <a:latin typeface="Gill Sans MT"/>
              </a:rPr>
              <a:t>switches</a:t>
            </a:r>
            <a:r>
              <a:rPr lang="en-US" sz="2400" b="0" i="1" strike="noStrike" spc="-1">
                <a:solidFill>
                  <a:srgbClr val="000000"/>
                </a:solidFill>
                <a:latin typeface="Gill Sans MT"/>
              </a:rPr>
              <a:t>: </a:t>
            </a:r>
            <a:r>
              <a:rPr lang="en-US" sz="2400" b="0" strike="noStrike" spc="-1">
                <a:solidFill>
                  <a:srgbClr val="000000"/>
                </a:solidFill>
                <a:latin typeface="Gill Sans MT"/>
              </a:rPr>
              <a:t>link-layer devices</a:t>
            </a:r>
            <a:br/>
            <a:r>
              <a:rPr lang="en-US" sz="2400" b="0" strike="noStrike" spc="-1">
                <a:solidFill>
                  <a:srgbClr val="000000"/>
                </a:solidFill>
                <a:latin typeface="Gill Sans MT"/>
              </a:rPr>
              <a:t>- examine link-layer headers</a:t>
            </a:r>
            <a:br/>
            <a:r>
              <a:rPr lang="en-US" sz="2400" b="0" strike="noStrike" spc="-1">
                <a:solidFill>
                  <a:srgbClr val="000000"/>
                </a:solidFill>
                <a:latin typeface="Gill Sans MT"/>
              </a:rPr>
              <a:t>- connect devices on same subnet</a:t>
            </a:r>
            <a:endParaRPr lang="nl-NL" sz="2400" b="0" strike="noStrike" spc="-1">
              <a:solidFill>
                <a:srgbClr val="000000"/>
              </a:solidFill>
              <a:latin typeface="Arial"/>
            </a:endParaRPr>
          </a:p>
          <a:p>
            <a:pPr>
              <a:lnSpc>
                <a:spcPct val="80000"/>
              </a:lnSpc>
              <a:tabLst>
                <a:tab pos="0" algn="l"/>
              </a:tabLst>
            </a:pPr>
            <a:endParaRPr lang="nl-NL" sz="2400" b="0" strike="noStrike" spc="-1">
              <a:solidFill>
                <a:srgbClr val="000000"/>
              </a:solidFill>
              <a:latin typeface="Arial"/>
            </a:endParaRPr>
          </a:p>
          <a:p>
            <a:pPr>
              <a:lnSpc>
                <a:spcPct val="80000"/>
              </a:lnSpc>
              <a:tabLst>
                <a:tab pos="0" algn="l"/>
              </a:tabLst>
            </a:pPr>
            <a:r>
              <a:rPr lang="en-US" sz="2400" b="0" strike="noStrike" spc="-1">
                <a:solidFill>
                  <a:srgbClr val="000099"/>
                </a:solidFill>
                <a:latin typeface="Gill Sans MT"/>
              </a:rPr>
              <a:t>both have forwarding tables:</a:t>
            </a:r>
            <a:endParaRPr lang="nl-NL" sz="2400" b="0" strike="noStrike" spc="-1">
              <a:solidFill>
                <a:srgbClr val="000000"/>
              </a:solidFill>
              <a:latin typeface="Arial"/>
            </a:endParaRPr>
          </a:p>
          <a:p>
            <a:pPr marL="231840" indent="-231480">
              <a:lnSpc>
                <a:spcPct val="80000"/>
              </a:lnSpc>
              <a:spcBef>
                <a:spcPts val="479"/>
              </a:spcBef>
              <a:buClr>
                <a:srgbClr val="CC0000"/>
              </a:buClr>
              <a:buFont typeface="Wingdings" charset="2"/>
              <a:buChar char=""/>
              <a:tabLst>
                <a:tab pos="0" algn="l"/>
              </a:tabLst>
            </a:pPr>
            <a:r>
              <a:rPr lang="en-US" sz="2400" b="0" i="1" strike="noStrike" spc="-1">
                <a:solidFill>
                  <a:srgbClr val="CC0000"/>
                </a:solidFill>
                <a:latin typeface="Gill Sans MT"/>
              </a:rPr>
              <a:t>routers: </a:t>
            </a:r>
            <a:r>
              <a:rPr lang="en-US" sz="2400" b="0" strike="noStrike" spc="-1">
                <a:solidFill>
                  <a:srgbClr val="000000"/>
                </a:solidFill>
                <a:latin typeface="Gill Sans MT"/>
              </a:rPr>
              <a:t>compute tables using routing algorithms, IP addresses</a:t>
            </a:r>
            <a:endParaRPr lang="nl-NL" sz="2400" b="0" strike="noStrike" spc="-1">
              <a:solidFill>
                <a:srgbClr val="000000"/>
              </a:solidFill>
              <a:latin typeface="Arial"/>
            </a:endParaRPr>
          </a:p>
          <a:p>
            <a:pPr marL="231840" indent="-231480">
              <a:lnSpc>
                <a:spcPct val="80000"/>
              </a:lnSpc>
              <a:spcBef>
                <a:spcPts val="479"/>
              </a:spcBef>
              <a:buClr>
                <a:srgbClr val="CC0000"/>
              </a:buClr>
              <a:buFont typeface="Wingdings" charset="2"/>
              <a:buChar char=""/>
              <a:tabLst>
                <a:tab pos="0" algn="l"/>
              </a:tabLst>
            </a:pPr>
            <a:r>
              <a:rPr lang="en-US" sz="2400" b="0" i="1" strike="noStrike" spc="-1">
                <a:solidFill>
                  <a:srgbClr val="CC0000"/>
                </a:solidFill>
                <a:latin typeface="Gill Sans MT"/>
              </a:rPr>
              <a:t>switches: </a:t>
            </a:r>
            <a:r>
              <a:rPr lang="en-US" sz="2400" b="0" strike="noStrike" spc="-1">
                <a:solidFill>
                  <a:srgbClr val="000000"/>
                </a:solidFill>
                <a:latin typeface="Gill Sans MT"/>
              </a:rPr>
              <a:t>learn forwarding table using MAC addresses </a:t>
            </a:r>
            <a:endParaRPr lang="nl-NL" sz="2400" b="0" strike="noStrike" spc="-1">
              <a:solidFill>
                <a:srgbClr val="000000"/>
              </a:solidFill>
              <a:latin typeface="Arial"/>
            </a:endParaRPr>
          </a:p>
        </p:txBody>
      </p:sp>
      <p:sp>
        <p:nvSpPr>
          <p:cNvPr id="2776" name="CustomShape 3"/>
          <p:cNvSpPr/>
          <p:nvPr/>
        </p:nvSpPr>
        <p:spPr>
          <a:xfrm flipH="1">
            <a:off x="6543720" y="2103480"/>
            <a:ext cx="637920" cy="852120"/>
          </a:xfrm>
          <a:custGeom>
            <a:avLst/>
            <a:gdLst/>
            <a:ahLst/>
            <a:cxnLst/>
            <a:rect l="l" t="t" r="r" b="b"/>
            <a:pathLst>
              <a:path w="402" h="537">
                <a:moveTo>
                  <a:pt x="402" y="363"/>
                </a:moveTo>
                <a:lnTo>
                  <a:pt x="28" y="0"/>
                </a:lnTo>
                <a:lnTo>
                  <a:pt x="0" y="470"/>
                </a:lnTo>
                <a:lnTo>
                  <a:pt x="242" y="537"/>
                </a:lnTo>
                <a:lnTo>
                  <a:pt x="402" y="363"/>
                </a:lnTo>
                <a:close/>
              </a:path>
            </a:pathLst>
          </a:custGeom>
          <a:gradFill rotWithShape="0">
            <a:gsLst>
              <a:gs pos="0">
                <a:srgbClr val="C0504D"/>
              </a:gs>
              <a:gs pos="100000">
                <a:srgbClr val="FFFFFF"/>
              </a:gs>
            </a:gsLst>
            <a:lin ang="10800000"/>
          </a:gradFill>
          <a:ln>
            <a:noFill/>
          </a:ln>
        </p:spPr>
        <p:style>
          <a:lnRef idx="0">
            <a:scrgbClr r="0" g="0" b="0"/>
          </a:lnRef>
          <a:fillRef idx="0">
            <a:scrgbClr r="0" g="0" b="0"/>
          </a:fillRef>
          <a:effectRef idx="0">
            <a:scrgbClr r="0" g="0" b="0"/>
          </a:effectRef>
          <a:fontRef idx="minor"/>
        </p:style>
      </p:sp>
      <p:sp>
        <p:nvSpPr>
          <p:cNvPr id="2777" name="CustomShape 4"/>
          <p:cNvSpPr/>
          <p:nvPr/>
        </p:nvSpPr>
        <p:spPr>
          <a:xfrm>
            <a:off x="6531120" y="844560"/>
            <a:ext cx="360000" cy="1577520"/>
          </a:xfrm>
          <a:custGeom>
            <a:avLst/>
            <a:gdLst/>
            <a:ahLst/>
            <a:cxnLst/>
            <a:rect l="l" t="t" r="r" b="b"/>
            <a:pathLst>
              <a:path w="267" h="1186">
                <a:moveTo>
                  <a:pt x="254" y="466"/>
                </a:moveTo>
                <a:lnTo>
                  <a:pt x="0" y="0"/>
                </a:lnTo>
                <a:lnTo>
                  <a:pt x="0" y="1186"/>
                </a:lnTo>
                <a:lnTo>
                  <a:pt x="267" y="652"/>
                </a:lnTo>
                <a:lnTo>
                  <a:pt x="254" y="466"/>
                </a:lnTo>
                <a:close/>
              </a:path>
            </a:pathLst>
          </a:custGeom>
          <a:gradFill rotWithShape="0">
            <a:gsLst>
              <a:gs pos="0">
                <a:srgbClr val="C0504D"/>
              </a:gs>
              <a:gs pos="100000">
                <a:srgbClr val="FFFFFF"/>
              </a:gs>
            </a:gsLst>
            <a:lin ang="0"/>
          </a:gradFill>
          <a:ln>
            <a:noFill/>
          </a:ln>
        </p:spPr>
        <p:style>
          <a:lnRef idx="0">
            <a:scrgbClr r="0" g="0" b="0"/>
          </a:lnRef>
          <a:fillRef idx="0">
            <a:scrgbClr r="0" g="0" b="0"/>
          </a:fillRef>
          <a:effectRef idx="0">
            <a:scrgbClr r="0" g="0" b="0"/>
          </a:effectRef>
          <a:fontRef idx="minor"/>
        </p:style>
      </p:sp>
      <p:sp>
        <p:nvSpPr>
          <p:cNvPr id="2778" name="CustomShape 5"/>
          <p:cNvSpPr/>
          <p:nvPr/>
        </p:nvSpPr>
        <p:spPr>
          <a:xfrm>
            <a:off x="5307120" y="851040"/>
            <a:ext cx="1296720" cy="154584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2779" name="CustomShape 6"/>
          <p:cNvSpPr/>
          <p:nvPr/>
        </p:nvSpPr>
        <p:spPr>
          <a:xfrm>
            <a:off x="5259240" y="922320"/>
            <a:ext cx="1272960" cy="1536480"/>
          </a:xfrm>
          <a:prstGeom prst="rect">
            <a:avLst/>
          </a:prstGeom>
          <a:solidFill>
            <a:schemeClr val="bg1"/>
          </a:solidFill>
          <a:ln w="28440">
            <a:solidFill>
              <a:schemeClr val="tx1"/>
            </a:solidFill>
            <a:miter/>
          </a:ln>
        </p:spPr>
        <p:style>
          <a:lnRef idx="0">
            <a:scrgbClr r="0" g="0" b="0"/>
          </a:lnRef>
          <a:fillRef idx="0">
            <a:scrgbClr r="0" g="0" b="0"/>
          </a:fillRef>
          <a:effectRef idx="0">
            <a:scrgbClr r="0" g="0" b="0"/>
          </a:effectRef>
          <a:fontRef idx="minor"/>
        </p:style>
      </p:sp>
      <p:sp>
        <p:nvSpPr>
          <p:cNvPr id="2780" name="Line 7"/>
          <p:cNvSpPr/>
          <p:nvPr/>
        </p:nvSpPr>
        <p:spPr>
          <a:xfrm>
            <a:off x="5259240" y="123948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781" name="CustomShape 8"/>
          <p:cNvSpPr/>
          <p:nvPr/>
        </p:nvSpPr>
        <p:spPr>
          <a:xfrm>
            <a:off x="5216400" y="888840"/>
            <a:ext cx="1317240" cy="15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10000"/>
              </a:lnSpc>
            </a:pPr>
            <a:r>
              <a:rPr lang="en-US" sz="1800" b="0" strike="noStrike" spc="-1">
                <a:solidFill>
                  <a:srgbClr val="000000"/>
                </a:solidFill>
                <a:latin typeface="Arial"/>
                <a:ea typeface="MS PGothic"/>
              </a:rPr>
              <a:t>application</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transport</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network</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link</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physical</a:t>
            </a:r>
            <a:endParaRPr lang="nl-NL" sz="1800" b="0" strike="noStrike" spc="-1">
              <a:latin typeface="Calibri"/>
            </a:endParaRPr>
          </a:p>
        </p:txBody>
      </p:sp>
      <p:sp>
        <p:nvSpPr>
          <p:cNvPr id="2782" name="Line 9"/>
          <p:cNvSpPr/>
          <p:nvPr/>
        </p:nvSpPr>
        <p:spPr>
          <a:xfrm>
            <a:off x="5267160" y="156024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783" name="Line 10"/>
          <p:cNvSpPr/>
          <p:nvPr/>
        </p:nvSpPr>
        <p:spPr>
          <a:xfrm>
            <a:off x="5271840" y="184140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784" name="Line 11"/>
          <p:cNvSpPr/>
          <p:nvPr/>
        </p:nvSpPr>
        <p:spPr>
          <a:xfrm>
            <a:off x="5271840" y="211752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nvGrpSpPr>
          <p:cNvPr id="2785" name="Group 12"/>
          <p:cNvGrpSpPr/>
          <p:nvPr/>
        </p:nvGrpSpPr>
        <p:grpSpPr>
          <a:xfrm>
            <a:off x="6716880" y="3525840"/>
            <a:ext cx="1387080" cy="1033560"/>
            <a:chOff x="6716880" y="3525840"/>
            <a:chExt cx="1387080" cy="1033560"/>
          </a:xfrm>
        </p:grpSpPr>
        <p:sp>
          <p:nvSpPr>
            <p:cNvPr id="2786" name="CustomShape 13"/>
            <p:cNvSpPr/>
            <p:nvPr/>
          </p:nvSpPr>
          <p:spPr>
            <a:xfrm>
              <a:off x="6807240" y="3525840"/>
              <a:ext cx="1296720" cy="94572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2787" name="CustomShape 14"/>
            <p:cNvSpPr/>
            <p:nvPr/>
          </p:nvSpPr>
          <p:spPr>
            <a:xfrm>
              <a:off x="6759720" y="3597120"/>
              <a:ext cx="1272960" cy="945720"/>
            </a:xfrm>
            <a:prstGeom prst="rect">
              <a:avLst/>
            </a:prstGeom>
            <a:solidFill>
              <a:schemeClr val="bg1"/>
            </a:solidFill>
            <a:ln w="28440">
              <a:solidFill>
                <a:schemeClr val="tx1"/>
              </a:solidFill>
              <a:miter/>
            </a:ln>
          </p:spPr>
          <p:style>
            <a:lnRef idx="0">
              <a:scrgbClr r="0" g="0" b="0"/>
            </a:lnRef>
            <a:fillRef idx="0">
              <a:scrgbClr r="0" g="0" b="0"/>
            </a:fillRef>
            <a:effectRef idx="0">
              <a:scrgbClr r="0" g="0" b="0"/>
            </a:effectRef>
            <a:fontRef idx="minor"/>
          </p:style>
        </p:sp>
        <p:sp>
          <p:nvSpPr>
            <p:cNvPr id="2788" name="Line 15"/>
            <p:cNvSpPr/>
            <p:nvPr/>
          </p:nvSpPr>
          <p:spPr>
            <a:xfrm>
              <a:off x="6759360" y="391464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789" name="CustomShape 16"/>
            <p:cNvSpPr/>
            <p:nvPr/>
          </p:nvSpPr>
          <p:spPr>
            <a:xfrm>
              <a:off x="6716880" y="3564000"/>
              <a:ext cx="1317240" cy="99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10000"/>
                </a:lnSpc>
              </a:pPr>
              <a:r>
                <a:rPr lang="en-US" sz="1800" b="0" strike="noStrike" spc="-1">
                  <a:solidFill>
                    <a:srgbClr val="000000"/>
                  </a:solidFill>
                  <a:latin typeface="Arial"/>
                  <a:ea typeface="MS PGothic"/>
                </a:rPr>
                <a:t>network</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link</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physical</a:t>
              </a:r>
              <a:endParaRPr lang="nl-NL" sz="1800" b="0" strike="noStrike" spc="-1">
                <a:latin typeface="Calibri"/>
              </a:endParaRPr>
            </a:p>
          </p:txBody>
        </p:sp>
        <p:sp>
          <p:nvSpPr>
            <p:cNvPr id="2790" name="Line 17"/>
            <p:cNvSpPr/>
            <p:nvPr/>
          </p:nvSpPr>
          <p:spPr>
            <a:xfrm>
              <a:off x="6767280" y="4235400"/>
              <a:ext cx="1263600" cy="2880"/>
            </a:xfrm>
            <a:prstGeom prst="line">
              <a:avLst/>
            </a:prstGeom>
            <a:ln w="28440">
              <a:solidFill>
                <a:schemeClr val="tx1"/>
              </a:solidFill>
              <a:round/>
            </a:ln>
          </p:spPr>
          <p:style>
            <a:lnRef idx="0">
              <a:scrgbClr r="0" g="0" b="0"/>
            </a:lnRef>
            <a:fillRef idx="0">
              <a:scrgbClr r="0" g="0" b="0"/>
            </a:fillRef>
            <a:effectRef idx="0">
              <a:scrgbClr r="0" g="0" b="0"/>
            </a:effectRef>
            <a:fontRef idx="minor"/>
          </p:style>
        </p:sp>
      </p:grpSp>
      <p:grpSp>
        <p:nvGrpSpPr>
          <p:cNvPr id="2791" name="Group 18"/>
          <p:cNvGrpSpPr/>
          <p:nvPr/>
        </p:nvGrpSpPr>
        <p:grpSpPr>
          <a:xfrm>
            <a:off x="7054920" y="2100240"/>
            <a:ext cx="1387080" cy="731880"/>
            <a:chOff x="7054920" y="2100240"/>
            <a:chExt cx="1387080" cy="731880"/>
          </a:xfrm>
        </p:grpSpPr>
        <p:sp>
          <p:nvSpPr>
            <p:cNvPr id="2792" name="CustomShape 19"/>
            <p:cNvSpPr/>
            <p:nvPr/>
          </p:nvSpPr>
          <p:spPr>
            <a:xfrm>
              <a:off x="7145280" y="2100240"/>
              <a:ext cx="1296720" cy="65988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2793" name="CustomShape 20"/>
            <p:cNvSpPr/>
            <p:nvPr/>
          </p:nvSpPr>
          <p:spPr>
            <a:xfrm>
              <a:off x="7097760" y="2171880"/>
              <a:ext cx="1272960" cy="655200"/>
            </a:xfrm>
            <a:prstGeom prst="rect">
              <a:avLst/>
            </a:prstGeom>
            <a:solidFill>
              <a:schemeClr val="bg1"/>
            </a:solidFill>
            <a:ln w="28440">
              <a:solidFill>
                <a:schemeClr val="tx1"/>
              </a:solidFill>
              <a:miter/>
            </a:ln>
          </p:spPr>
          <p:style>
            <a:lnRef idx="0">
              <a:scrgbClr r="0" g="0" b="0"/>
            </a:lnRef>
            <a:fillRef idx="0">
              <a:scrgbClr r="0" g="0" b="0"/>
            </a:fillRef>
            <a:effectRef idx="0">
              <a:scrgbClr r="0" g="0" b="0"/>
            </a:effectRef>
            <a:fontRef idx="minor"/>
          </p:style>
        </p:sp>
        <p:sp>
          <p:nvSpPr>
            <p:cNvPr id="2794" name="Line 21"/>
            <p:cNvSpPr/>
            <p:nvPr/>
          </p:nvSpPr>
          <p:spPr>
            <a:xfrm>
              <a:off x="7097400" y="2489040"/>
              <a:ext cx="126396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795" name="CustomShape 22"/>
            <p:cNvSpPr/>
            <p:nvPr/>
          </p:nvSpPr>
          <p:spPr>
            <a:xfrm>
              <a:off x="7054920" y="2138400"/>
              <a:ext cx="1317240" cy="693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10000"/>
                </a:lnSpc>
              </a:pPr>
              <a:r>
                <a:rPr lang="en-US" sz="1800" b="0" strike="noStrike" spc="-1">
                  <a:solidFill>
                    <a:srgbClr val="000000"/>
                  </a:solidFill>
                  <a:latin typeface="Arial"/>
                  <a:ea typeface="MS PGothic"/>
                </a:rPr>
                <a:t>link</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physical</a:t>
              </a:r>
              <a:endParaRPr lang="nl-NL" sz="1800" b="0" strike="noStrike" spc="-1">
                <a:latin typeface="Calibri"/>
              </a:endParaRPr>
            </a:p>
          </p:txBody>
        </p:sp>
      </p:grpSp>
      <p:sp>
        <p:nvSpPr>
          <p:cNvPr id="2796" name="CustomShape 23"/>
          <p:cNvSpPr/>
          <p:nvPr/>
        </p:nvSpPr>
        <p:spPr>
          <a:xfrm>
            <a:off x="5859720" y="3003480"/>
            <a:ext cx="8928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a:solidFill>
                  <a:srgbClr val="000000"/>
                </a:solidFill>
                <a:latin typeface="Arial"/>
                <a:ea typeface="MS PGothic"/>
              </a:rPr>
              <a:t>switch</a:t>
            </a:r>
            <a:endParaRPr lang="nl-NL" sz="1800" b="0" strike="noStrike" spc="-1">
              <a:latin typeface="Calibri"/>
            </a:endParaRPr>
          </a:p>
        </p:txBody>
      </p:sp>
      <p:grpSp>
        <p:nvGrpSpPr>
          <p:cNvPr id="2797" name="Group 24"/>
          <p:cNvGrpSpPr/>
          <p:nvPr/>
        </p:nvGrpSpPr>
        <p:grpSpPr>
          <a:xfrm>
            <a:off x="4422240" y="1562040"/>
            <a:ext cx="933840" cy="303480"/>
            <a:chOff x="4422240" y="1562040"/>
            <a:chExt cx="933840" cy="303480"/>
          </a:xfrm>
        </p:grpSpPr>
        <p:sp>
          <p:nvSpPr>
            <p:cNvPr id="2798" name="CustomShape 25"/>
            <p:cNvSpPr/>
            <p:nvPr/>
          </p:nvSpPr>
          <p:spPr>
            <a:xfrm>
              <a:off x="4427640" y="1595520"/>
              <a:ext cx="914040" cy="2138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799" name="CustomShape 26"/>
            <p:cNvSpPr/>
            <p:nvPr/>
          </p:nvSpPr>
          <p:spPr>
            <a:xfrm>
              <a:off x="4422240" y="1562040"/>
              <a:ext cx="93384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CC0000"/>
                  </a:solidFill>
                  <a:latin typeface="Arial"/>
                  <a:ea typeface="MS PGothic"/>
                </a:rPr>
                <a:t>datagram</a:t>
              </a:r>
              <a:endParaRPr lang="nl-NL" sz="1400" b="0" strike="noStrike" spc="-1">
                <a:latin typeface="Calibri"/>
              </a:endParaRPr>
            </a:p>
          </p:txBody>
        </p:sp>
      </p:grpSp>
      <p:sp>
        <p:nvSpPr>
          <p:cNvPr id="2800" name="CustomShape 27"/>
          <p:cNvSpPr/>
          <p:nvPr/>
        </p:nvSpPr>
        <p:spPr>
          <a:xfrm>
            <a:off x="5208480" y="4594320"/>
            <a:ext cx="1296720" cy="154584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2801" name="CustomShape 28"/>
          <p:cNvSpPr/>
          <p:nvPr/>
        </p:nvSpPr>
        <p:spPr>
          <a:xfrm>
            <a:off x="5160960" y="4665600"/>
            <a:ext cx="1272960" cy="1536480"/>
          </a:xfrm>
          <a:prstGeom prst="rect">
            <a:avLst/>
          </a:prstGeom>
          <a:solidFill>
            <a:schemeClr val="bg1"/>
          </a:solidFill>
          <a:ln w="28440">
            <a:solidFill>
              <a:schemeClr val="tx1"/>
            </a:solidFill>
            <a:miter/>
          </a:ln>
        </p:spPr>
        <p:style>
          <a:lnRef idx="0">
            <a:scrgbClr r="0" g="0" b="0"/>
          </a:lnRef>
          <a:fillRef idx="0">
            <a:scrgbClr r="0" g="0" b="0"/>
          </a:fillRef>
          <a:effectRef idx="0">
            <a:scrgbClr r="0" g="0" b="0"/>
          </a:effectRef>
          <a:fontRef idx="minor"/>
        </p:style>
      </p:sp>
      <p:sp>
        <p:nvSpPr>
          <p:cNvPr id="2802" name="Line 29"/>
          <p:cNvSpPr/>
          <p:nvPr/>
        </p:nvSpPr>
        <p:spPr>
          <a:xfrm>
            <a:off x="5160960" y="4983120"/>
            <a:ext cx="1263600" cy="288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803" name="CustomShape 30"/>
          <p:cNvSpPr/>
          <p:nvPr/>
        </p:nvSpPr>
        <p:spPr>
          <a:xfrm>
            <a:off x="5118120" y="4632480"/>
            <a:ext cx="1317240" cy="15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10000"/>
              </a:lnSpc>
            </a:pPr>
            <a:r>
              <a:rPr lang="en-US" sz="1800" b="0" strike="noStrike" spc="-1">
                <a:solidFill>
                  <a:srgbClr val="000000"/>
                </a:solidFill>
                <a:latin typeface="Arial"/>
                <a:ea typeface="MS PGothic"/>
              </a:rPr>
              <a:t>application</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transport</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network</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link</a:t>
            </a:r>
            <a:endParaRPr lang="nl-NL" sz="1800" b="0" strike="noStrike" spc="-1">
              <a:latin typeface="Calibri"/>
            </a:endParaRPr>
          </a:p>
          <a:p>
            <a:pPr algn="ctr">
              <a:lnSpc>
                <a:spcPct val="110000"/>
              </a:lnSpc>
            </a:pPr>
            <a:r>
              <a:rPr lang="en-US" sz="1800" b="0" strike="noStrike" spc="-1">
                <a:solidFill>
                  <a:srgbClr val="000000"/>
                </a:solidFill>
                <a:latin typeface="Arial"/>
                <a:ea typeface="MS PGothic"/>
              </a:rPr>
              <a:t>physical</a:t>
            </a:r>
            <a:endParaRPr lang="nl-NL" sz="1800" b="0" strike="noStrike" spc="-1">
              <a:latin typeface="Calibri"/>
            </a:endParaRPr>
          </a:p>
        </p:txBody>
      </p:sp>
      <p:sp>
        <p:nvSpPr>
          <p:cNvPr id="2804" name="Line 31"/>
          <p:cNvSpPr/>
          <p:nvPr/>
        </p:nvSpPr>
        <p:spPr>
          <a:xfrm>
            <a:off x="5168880" y="530352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805" name="Line 32"/>
          <p:cNvSpPr/>
          <p:nvPr/>
        </p:nvSpPr>
        <p:spPr>
          <a:xfrm>
            <a:off x="5173560" y="558468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806" name="Line 33"/>
          <p:cNvSpPr/>
          <p:nvPr/>
        </p:nvSpPr>
        <p:spPr>
          <a:xfrm>
            <a:off x="5173560" y="5860800"/>
            <a:ext cx="1263600" cy="324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807" name="CustomShape 34"/>
          <p:cNvSpPr/>
          <p:nvPr/>
        </p:nvSpPr>
        <p:spPr>
          <a:xfrm>
            <a:off x="6472080" y="4600440"/>
            <a:ext cx="380520" cy="1856880"/>
          </a:xfrm>
          <a:custGeom>
            <a:avLst/>
            <a:gdLst/>
            <a:ahLst/>
            <a:cxnLst/>
            <a:rect l="l" t="t" r="r" b="b"/>
            <a:pathLst>
              <a:path w="240" h="1170">
                <a:moveTo>
                  <a:pt x="0" y="960"/>
                </a:moveTo>
                <a:lnTo>
                  <a:pt x="6" y="0"/>
                </a:lnTo>
                <a:lnTo>
                  <a:pt x="240" y="1092"/>
                </a:lnTo>
                <a:lnTo>
                  <a:pt x="168" y="1170"/>
                </a:lnTo>
                <a:lnTo>
                  <a:pt x="0" y="960"/>
                </a:lnTo>
                <a:close/>
              </a:path>
            </a:pathLst>
          </a:custGeom>
          <a:gradFill rotWithShape="0">
            <a:gsLst>
              <a:gs pos="0">
                <a:srgbClr val="000099"/>
              </a:gs>
              <a:gs pos="100000">
                <a:srgbClr val="FFFFFF"/>
              </a:gs>
            </a:gsLst>
            <a:lin ang="0"/>
          </a:gradFill>
          <a:ln>
            <a:noFill/>
          </a:ln>
        </p:spPr>
        <p:style>
          <a:lnRef idx="0">
            <a:scrgbClr r="0" g="0" b="0"/>
          </a:lnRef>
          <a:fillRef idx="0">
            <a:scrgbClr r="0" g="0" b="0"/>
          </a:fillRef>
          <a:effectRef idx="0">
            <a:scrgbClr r="0" g="0" b="0"/>
          </a:effectRef>
          <a:fontRef idx="minor"/>
        </p:style>
      </p:sp>
      <p:grpSp>
        <p:nvGrpSpPr>
          <p:cNvPr id="2808" name="Group 35"/>
          <p:cNvGrpSpPr/>
          <p:nvPr/>
        </p:nvGrpSpPr>
        <p:grpSpPr>
          <a:xfrm>
            <a:off x="4294080" y="1814400"/>
            <a:ext cx="1095120" cy="333720"/>
            <a:chOff x="4294080" y="1814400"/>
            <a:chExt cx="1095120" cy="333720"/>
          </a:xfrm>
        </p:grpSpPr>
        <p:sp>
          <p:nvSpPr>
            <p:cNvPr id="2809" name="CustomShape 36"/>
            <p:cNvSpPr/>
            <p:nvPr/>
          </p:nvSpPr>
          <p:spPr>
            <a:xfrm>
              <a:off x="4294080" y="1871640"/>
              <a:ext cx="1095120" cy="2138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810" name="CustomShape 37"/>
            <p:cNvSpPr/>
            <p:nvPr/>
          </p:nvSpPr>
          <p:spPr>
            <a:xfrm>
              <a:off x="4473000" y="1814400"/>
              <a:ext cx="69912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CC0000"/>
                  </a:solidFill>
                  <a:latin typeface="Arial"/>
                  <a:ea typeface="MS PGothic"/>
                </a:rPr>
                <a:t>frame</a:t>
              </a:r>
              <a:endParaRPr lang="nl-NL" sz="1600" b="0" strike="noStrike" spc="-1">
                <a:latin typeface="Calibri"/>
              </a:endParaRPr>
            </a:p>
          </p:txBody>
        </p:sp>
      </p:grpSp>
      <p:sp>
        <p:nvSpPr>
          <p:cNvPr id="2811" name="CustomShape 38"/>
          <p:cNvSpPr/>
          <p:nvPr/>
        </p:nvSpPr>
        <p:spPr>
          <a:xfrm>
            <a:off x="5281560" y="723960"/>
            <a:ext cx="2923920" cy="5314680"/>
          </a:xfrm>
          <a:custGeom>
            <a:avLst/>
            <a:gdLst/>
            <a:ahLst/>
            <a:cxnLst/>
            <a:rect l="l" t="t" r="r" b="b"/>
            <a:pathLst>
              <a:path w="1842" h="3348">
                <a:moveTo>
                  <a:pt x="132" y="0"/>
                </a:moveTo>
                <a:lnTo>
                  <a:pt x="138" y="1200"/>
                </a:lnTo>
                <a:lnTo>
                  <a:pt x="1326" y="1200"/>
                </a:lnTo>
                <a:lnTo>
                  <a:pt x="1326" y="948"/>
                </a:lnTo>
                <a:lnTo>
                  <a:pt x="1830" y="948"/>
                </a:lnTo>
                <a:lnTo>
                  <a:pt x="1842" y="2496"/>
                </a:lnTo>
                <a:lnTo>
                  <a:pt x="1656" y="2340"/>
                </a:lnTo>
                <a:lnTo>
                  <a:pt x="1644" y="1896"/>
                </a:lnTo>
                <a:lnTo>
                  <a:pt x="1248" y="1902"/>
                </a:lnTo>
                <a:lnTo>
                  <a:pt x="1230" y="2430"/>
                </a:lnTo>
                <a:lnTo>
                  <a:pt x="774" y="3348"/>
                </a:lnTo>
                <a:lnTo>
                  <a:pt x="6" y="3348"/>
                </a:lnTo>
                <a:lnTo>
                  <a:pt x="0" y="2226"/>
                </a:lnTo>
              </a:path>
            </a:pathLst>
          </a:custGeom>
          <a:noFill/>
          <a:ln w="28440">
            <a:solidFill>
              <a:srgbClr val="FF0000"/>
            </a:solidFill>
            <a:round/>
            <a:tailEnd type="triangle" w="med" len="med"/>
          </a:ln>
        </p:spPr>
        <p:style>
          <a:lnRef idx="0">
            <a:scrgbClr r="0" g="0" b="0"/>
          </a:lnRef>
          <a:fillRef idx="0">
            <a:scrgbClr r="0" g="0" b="0"/>
          </a:fillRef>
          <a:effectRef idx="0">
            <a:scrgbClr r="0" g="0" b="0"/>
          </a:effectRef>
          <a:fontRef idx="minor"/>
        </p:style>
      </p:sp>
      <p:grpSp>
        <p:nvGrpSpPr>
          <p:cNvPr id="2812" name="Group 39"/>
          <p:cNvGrpSpPr/>
          <p:nvPr/>
        </p:nvGrpSpPr>
        <p:grpSpPr>
          <a:xfrm>
            <a:off x="8066160" y="2166840"/>
            <a:ext cx="1095120" cy="333720"/>
            <a:chOff x="8066160" y="2166840"/>
            <a:chExt cx="1095120" cy="333720"/>
          </a:xfrm>
        </p:grpSpPr>
        <p:sp>
          <p:nvSpPr>
            <p:cNvPr id="2813" name="CustomShape 40"/>
            <p:cNvSpPr/>
            <p:nvPr/>
          </p:nvSpPr>
          <p:spPr>
            <a:xfrm>
              <a:off x="8066160" y="2224080"/>
              <a:ext cx="1095120" cy="2138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814" name="CustomShape 41"/>
            <p:cNvSpPr/>
            <p:nvPr/>
          </p:nvSpPr>
          <p:spPr>
            <a:xfrm>
              <a:off x="8244720" y="2166840"/>
              <a:ext cx="69912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CC0000"/>
                  </a:solidFill>
                  <a:latin typeface="Arial"/>
                  <a:ea typeface="MS PGothic"/>
                </a:rPr>
                <a:t>frame</a:t>
              </a:r>
              <a:endParaRPr lang="nl-NL" sz="1600" b="0" strike="noStrike" spc="-1">
                <a:latin typeface="Calibri"/>
              </a:endParaRPr>
            </a:p>
          </p:txBody>
        </p:sp>
      </p:grpSp>
      <p:grpSp>
        <p:nvGrpSpPr>
          <p:cNvPr id="2815" name="Group 42"/>
          <p:cNvGrpSpPr/>
          <p:nvPr/>
        </p:nvGrpSpPr>
        <p:grpSpPr>
          <a:xfrm>
            <a:off x="7742160" y="3919680"/>
            <a:ext cx="1095120" cy="333720"/>
            <a:chOff x="7742160" y="3919680"/>
            <a:chExt cx="1095120" cy="333720"/>
          </a:xfrm>
        </p:grpSpPr>
        <p:sp>
          <p:nvSpPr>
            <p:cNvPr id="2816" name="CustomShape 43"/>
            <p:cNvSpPr/>
            <p:nvPr/>
          </p:nvSpPr>
          <p:spPr>
            <a:xfrm>
              <a:off x="7742160" y="3976560"/>
              <a:ext cx="1095120" cy="2138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817" name="CustomShape 44"/>
            <p:cNvSpPr/>
            <p:nvPr/>
          </p:nvSpPr>
          <p:spPr>
            <a:xfrm>
              <a:off x="7921080" y="3919680"/>
              <a:ext cx="69912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600" b="0" strike="noStrike" spc="-1">
                  <a:solidFill>
                    <a:srgbClr val="CC0000"/>
                  </a:solidFill>
                  <a:latin typeface="Arial"/>
                  <a:ea typeface="MS PGothic"/>
                </a:rPr>
                <a:t>frame</a:t>
              </a:r>
              <a:endParaRPr lang="nl-NL" sz="1600" b="0" strike="noStrike" spc="-1">
                <a:latin typeface="Calibri"/>
              </a:endParaRPr>
            </a:p>
          </p:txBody>
        </p:sp>
      </p:grpSp>
      <p:grpSp>
        <p:nvGrpSpPr>
          <p:cNvPr id="2818" name="Group 45"/>
          <p:cNvGrpSpPr/>
          <p:nvPr/>
        </p:nvGrpSpPr>
        <p:grpSpPr>
          <a:xfrm>
            <a:off x="7822440" y="3638520"/>
            <a:ext cx="933840" cy="303480"/>
            <a:chOff x="7822440" y="3638520"/>
            <a:chExt cx="933840" cy="303480"/>
          </a:xfrm>
        </p:grpSpPr>
        <p:sp>
          <p:nvSpPr>
            <p:cNvPr id="2819" name="CustomShape 46"/>
            <p:cNvSpPr/>
            <p:nvPr/>
          </p:nvSpPr>
          <p:spPr>
            <a:xfrm>
              <a:off x="7827840" y="3672000"/>
              <a:ext cx="914040" cy="2138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2820" name="CustomShape 47"/>
            <p:cNvSpPr/>
            <p:nvPr/>
          </p:nvSpPr>
          <p:spPr>
            <a:xfrm>
              <a:off x="7822440" y="3638520"/>
              <a:ext cx="93384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400" b="0" strike="noStrike" spc="-1">
                  <a:solidFill>
                    <a:srgbClr val="CC0000"/>
                  </a:solidFill>
                  <a:latin typeface="Arial"/>
                  <a:ea typeface="MS PGothic"/>
                </a:rPr>
                <a:t>datagram</a:t>
              </a:r>
              <a:endParaRPr lang="nl-NL" sz="1400" b="0" strike="noStrike" spc="-1">
                <a:latin typeface="Calibri"/>
              </a:endParaRPr>
            </a:p>
          </p:txBody>
        </p:sp>
      </p:grpSp>
      <p:sp>
        <p:nvSpPr>
          <p:cNvPr id="2821" name="CustomShape 48"/>
          <p:cNvSpPr/>
          <p:nvPr/>
        </p:nvSpPr>
        <p:spPr>
          <a:xfrm>
            <a:off x="6424560" y="3533760"/>
            <a:ext cx="361440" cy="923400"/>
          </a:xfrm>
          <a:custGeom>
            <a:avLst/>
            <a:gdLst/>
            <a:ahLst/>
            <a:cxnLst/>
            <a:rect l="l" t="t" r="r" b="b"/>
            <a:pathLst>
              <a:path w="228" h="582">
                <a:moveTo>
                  <a:pt x="228" y="0"/>
                </a:moveTo>
                <a:lnTo>
                  <a:pt x="228" y="582"/>
                </a:lnTo>
                <a:lnTo>
                  <a:pt x="12" y="360"/>
                </a:lnTo>
                <a:lnTo>
                  <a:pt x="0" y="222"/>
                </a:lnTo>
                <a:lnTo>
                  <a:pt x="228" y="0"/>
                </a:lnTo>
                <a:close/>
              </a:path>
            </a:pathLst>
          </a:custGeom>
          <a:gradFill rotWithShape="0">
            <a:gsLst>
              <a:gs pos="0">
                <a:srgbClr val="FFFFFF"/>
              </a:gs>
              <a:gs pos="100000">
                <a:srgbClr val="000099"/>
              </a:gs>
            </a:gsLst>
            <a:lin ang="0"/>
          </a:gradFill>
          <a:ln>
            <a:noFill/>
          </a:ln>
        </p:spPr>
        <p:style>
          <a:lnRef idx="0">
            <a:scrgbClr r="0" g="0" b="0"/>
          </a:lnRef>
          <a:fillRef idx="0">
            <a:scrgbClr r="0" g="0" b="0"/>
          </a:fillRef>
          <a:effectRef idx="0">
            <a:scrgbClr r="0" g="0" b="0"/>
          </a:effectRef>
          <a:fontRef idx="minor"/>
        </p:style>
      </p:sp>
      <p:grpSp>
        <p:nvGrpSpPr>
          <p:cNvPr id="2822" name="Group 49"/>
          <p:cNvGrpSpPr/>
          <p:nvPr/>
        </p:nvGrpSpPr>
        <p:grpSpPr>
          <a:xfrm>
            <a:off x="6482160" y="1347840"/>
            <a:ext cx="761760" cy="693360"/>
            <a:chOff x="6482160" y="1347840"/>
            <a:chExt cx="761760" cy="693360"/>
          </a:xfrm>
        </p:grpSpPr>
        <p:pic>
          <p:nvPicPr>
            <p:cNvPr id="2823" name="Picture 45" descr="desktop_computer_stylized_medium"/>
            <p:cNvPicPr/>
            <p:nvPr/>
          </p:nvPicPr>
          <p:blipFill>
            <a:blip r:embed="rId3"/>
            <a:stretch/>
          </p:blipFill>
          <p:spPr>
            <a:xfrm flipH="1">
              <a:off x="6482160" y="1347840"/>
              <a:ext cx="761760" cy="693360"/>
            </a:xfrm>
            <a:prstGeom prst="rect">
              <a:avLst/>
            </a:prstGeom>
            <a:ln>
              <a:noFill/>
            </a:ln>
          </p:spPr>
        </p:pic>
        <p:sp>
          <p:nvSpPr>
            <p:cNvPr id="2824" name="CustomShape 50"/>
            <p:cNvSpPr/>
            <p:nvPr/>
          </p:nvSpPr>
          <p:spPr>
            <a:xfrm flipH="1">
              <a:off x="6806520" y="1414440"/>
              <a:ext cx="370080" cy="3171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grpSp>
        <p:nvGrpSpPr>
          <p:cNvPr id="2825" name="Group 51"/>
          <p:cNvGrpSpPr/>
          <p:nvPr/>
        </p:nvGrpSpPr>
        <p:grpSpPr>
          <a:xfrm>
            <a:off x="6461280" y="6002280"/>
            <a:ext cx="761760" cy="693360"/>
            <a:chOff x="6461280" y="6002280"/>
            <a:chExt cx="761760" cy="693360"/>
          </a:xfrm>
        </p:grpSpPr>
        <p:pic>
          <p:nvPicPr>
            <p:cNvPr id="2826" name="Picture 45" descr="desktop_computer_stylized_medium"/>
            <p:cNvPicPr/>
            <p:nvPr/>
          </p:nvPicPr>
          <p:blipFill>
            <a:blip r:embed="rId3"/>
            <a:stretch/>
          </p:blipFill>
          <p:spPr>
            <a:xfrm flipH="1">
              <a:off x="6461280" y="6002280"/>
              <a:ext cx="761760" cy="693360"/>
            </a:xfrm>
            <a:prstGeom prst="rect">
              <a:avLst/>
            </a:prstGeom>
            <a:ln>
              <a:noFill/>
            </a:ln>
          </p:spPr>
        </p:pic>
        <p:sp>
          <p:nvSpPr>
            <p:cNvPr id="2827" name="CustomShape 52"/>
            <p:cNvSpPr/>
            <p:nvPr/>
          </p:nvSpPr>
          <p:spPr>
            <a:xfrm flipH="1">
              <a:off x="6785640" y="6068880"/>
              <a:ext cx="370080" cy="317160"/>
            </a:xfrm>
            <a:custGeom>
              <a:avLst/>
              <a:gdLst/>
              <a:ahLst/>
              <a:cxnLst/>
              <a:rect l="l" t="t" r="r" b="b"/>
              <a:pathLst>
                <a:path w="356" h="368">
                  <a:moveTo>
                    <a:pt x="0" y="0"/>
                  </a:moveTo>
                  <a:lnTo>
                    <a:pt x="300" y="14"/>
                  </a:lnTo>
                  <a:lnTo>
                    <a:pt x="356" y="294"/>
                  </a:lnTo>
                  <a:lnTo>
                    <a:pt x="78" y="368"/>
                  </a:lnTo>
                  <a:lnTo>
                    <a:pt x="0" y="0"/>
                  </a:lnTo>
                  <a:close/>
                </a:path>
              </a:pathLst>
            </a:custGeom>
            <a:gradFill rotWithShape="0">
              <a:gsLst>
                <a:gs pos="0">
                  <a:srgbClr val="000099"/>
                </a:gs>
                <a:gs pos="100000">
                  <a:srgbClr val="FFFFFF"/>
                </a:gs>
              </a:gsLst>
              <a:lin ang="8100000"/>
            </a:gradFill>
            <a:ln>
              <a:noFill/>
            </a:ln>
          </p:spPr>
          <p:style>
            <a:lnRef idx="0">
              <a:scrgbClr r="0" g="0" b="0"/>
            </a:lnRef>
            <a:fillRef idx="0">
              <a:scrgbClr r="0" g="0" b="0"/>
            </a:fillRef>
            <a:effectRef idx="0">
              <a:scrgbClr r="0" g="0" b="0"/>
            </a:effectRef>
            <a:fontRef idx="minor"/>
          </p:style>
        </p:sp>
      </p:grpSp>
      <p:pic>
        <p:nvPicPr>
          <p:cNvPr id="2828" name="Picture 3"/>
          <p:cNvPicPr/>
          <p:nvPr/>
        </p:nvPicPr>
        <p:blipFill>
          <a:blip r:embed="rId4"/>
          <a:stretch/>
        </p:blipFill>
        <p:spPr>
          <a:xfrm>
            <a:off x="6113520" y="2671920"/>
            <a:ext cx="877680" cy="390240"/>
          </a:xfrm>
          <a:prstGeom prst="rect">
            <a:avLst/>
          </a:prstGeom>
          <a:ln>
            <a:noFill/>
          </a:ln>
        </p:spPr>
      </p:pic>
      <p:pic>
        <p:nvPicPr>
          <p:cNvPr id="2829" name="Picture 23" descr="underline_base"/>
          <p:cNvPicPr/>
          <p:nvPr/>
        </p:nvPicPr>
        <p:blipFill>
          <a:blip r:embed="rId5"/>
          <a:stretch/>
        </p:blipFill>
        <p:spPr>
          <a:xfrm>
            <a:off x="396720" y="1333440"/>
            <a:ext cx="3695400" cy="172800"/>
          </a:xfrm>
          <a:prstGeom prst="rect">
            <a:avLst/>
          </a:prstGeom>
          <a:ln>
            <a:noFill/>
          </a:ln>
        </p:spPr>
      </p:pic>
      <p:grpSp>
        <p:nvGrpSpPr>
          <p:cNvPr id="2830" name="Group 53"/>
          <p:cNvGrpSpPr/>
          <p:nvPr/>
        </p:nvGrpSpPr>
        <p:grpSpPr>
          <a:xfrm>
            <a:off x="5806800" y="3835440"/>
            <a:ext cx="781200" cy="429840"/>
            <a:chOff x="5806800" y="3835440"/>
            <a:chExt cx="781200" cy="429840"/>
          </a:xfrm>
        </p:grpSpPr>
        <p:sp>
          <p:nvSpPr>
            <p:cNvPr id="2831" name="CustomShape 54"/>
            <p:cNvSpPr/>
            <p:nvPr/>
          </p:nvSpPr>
          <p:spPr>
            <a:xfrm flipV="1">
              <a:off x="5808600" y="3951360"/>
              <a:ext cx="779040" cy="313920"/>
            </a:xfrm>
            <a:prstGeom prst="ellipse">
              <a:avLst/>
            </a:prstGeom>
            <a:gradFill rotWithShape="0">
              <a:gsLst>
                <a:gs pos="0">
                  <a:srgbClr val="953735"/>
                </a:gs>
                <a:gs pos="100000">
                  <a:srgbClr val="D99694"/>
                </a:gs>
              </a:gsLst>
              <a:lin ang="0"/>
            </a:gra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2" name="CustomShape 55"/>
            <p:cNvSpPr/>
            <p:nvPr/>
          </p:nvSpPr>
          <p:spPr>
            <a:xfrm>
              <a:off x="5807160" y="3995640"/>
              <a:ext cx="780840" cy="114120"/>
            </a:xfrm>
            <a:prstGeom prst="rect">
              <a:avLst/>
            </a:prstGeom>
            <a:gradFill rotWithShape="0">
              <a:gsLst>
                <a:gs pos="0">
                  <a:srgbClr val="953735"/>
                </a:gs>
                <a:gs pos="100000">
                  <a:srgbClr val="D99694"/>
                </a:gs>
              </a:gsLst>
              <a:lin ang="10800000"/>
            </a:gradFill>
            <a:ln w="25560">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3" name="CustomShape 56"/>
            <p:cNvSpPr/>
            <p:nvPr/>
          </p:nvSpPr>
          <p:spPr>
            <a:xfrm flipV="1">
              <a:off x="5807160" y="3835440"/>
              <a:ext cx="779040" cy="313920"/>
            </a:xfrm>
            <a:prstGeom prst="ellipse">
              <a:avLst/>
            </a:prstGeom>
            <a:solidFill>
              <a:schemeClr val="bg1">
                <a:lumMod val="75000"/>
              </a:schemeClr>
            </a:solidFill>
            <a:ln w="6480">
              <a:solidFill>
                <a:schemeClr val="tx1"/>
              </a:solidFill>
              <a:round/>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4" name="CustomShape 57"/>
            <p:cNvSpPr/>
            <p:nvPr/>
          </p:nvSpPr>
          <p:spPr>
            <a:xfrm>
              <a:off x="6006960" y="3930480"/>
              <a:ext cx="379080" cy="158400"/>
            </a:xfrm>
            <a:custGeom>
              <a:avLst/>
              <a:gdLst/>
              <a:ahLst/>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5" name="CustomShape 58"/>
            <p:cNvSpPr/>
            <p:nvPr/>
          </p:nvSpPr>
          <p:spPr>
            <a:xfrm>
              <a:off x="5967360" y="3890880"/>
              <a:ext cx="458280" cy="109080"/>
            </a:xfrm>
            <a:custGeom>
              <a:avLst/>
              <a:gdLst/>
              <a:ahLst/>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6" name="CustomShape 59"/>
            <p:cNvSpPr/>
            <p:nvPr/>
          </p:nvSpPr>
          <p:spPr>
            <a:xfrm>
              <a:off x="6267600" y="3984480"/>
              <a:ext cx="169560" cy="95040"/>
            </a:xfrm>
            <a:custGeom>
              <a:avLst/>
              <a:gdLst/>
              <a:ahLst/>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7" name="CustomShape 60"/>
            <p:cNvSpPr/>
            <p:nvPr/>
          </p:nvSpPr>
          <p:spPr>
            <a:xfrm>
              <a:off x="5958000" y="3986280"/>
              <a:ext cx="166320" cy="95040"/>
            </a:xfrm>
            <a:custGeom>
              <a:avLst/>
              <a:gdLst/>
              <a:ahLst/>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8" name="Line 61"/>
            <p:cNvSpPr/>
            <p:nvPr/>
          </p:nvSpPr>
          <p:spPr>
            <a:xfrm flipH="1" flipV="1">
              <a:off x="5806800" y="3993840"/>
              <a:ext cx="1800" cy="12096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sp>
          <p:nvSpPr>
            <p:cNvPr id="2839" name="Line 62"/>
            <p:cNvSpPr/>
            <p:nvPr/>
          </p:nvSpPr>
          <p:spPr>
            <a:xfrm flipH="1" flipV="1">
              <a:off x="6586200" y="3990960"/>
              <a:ext cx="1800" cy="120600"/>
            </a:xfrm>
            <a:prstGeom prst="line">
              <a:avLst/>
            </a:prstGeom>
            <a:ln w="6480">
              <a:solidFill>
                <a:schemeClr val="tx1"/>
              </a:solidFill>
              <a:round/>
            </a:ln>
          </p:spPr>
          <p:style>
            <a:lnRef idx="2">
              <a:schemeClr val="accent1"/>
            </a:lnRef>
            <a:fillRef idx="0">
              <a:schemeClr val="accent1"/>
            </a:fillRef>
            <a:effectRef idx="1">
              <a:schemeClr val="accent1"/>
            </a:effectRef>
            <a:fontRef idx="minor"/>
          </p:style>
        </p:sp>
      </p:grpSp>
      <p:sp>
        <p:nvSpPr>
          <p:cNvPr id="2840" name="TextShape 63"/>
          <p:cNvSpPr txBox="1"/>
          <p:nvPr/>
        </p:nvSpPr>
        <p:spPr>
          <a:xfrm>
            <a:off x="8255160" y="6124680"/>
            <a:ext cx="626760" cy="364680"/>
          </a:xfrm>
          <a:prstGeom prst="rect">
            <a:avLst/>
          </a:prstGeom>
          <a:noFill/>
          <a:ln>
            <a:noFill/>
          </a:ln>
        </p:spPr>
        <p:txBody>
          <a:bodyPr anchor="ctr">
            <a:noAutofit/>
          </a:bodyPr>
          <a:lstStyle/>
          <a:p>
            <a:pPr algn="r">
              <a:lnSpc>
                <a:spcPct val="100000"/>
              </a:lnSpc>
            </a:pPr>
            <a:fld id="{549A989E-EE78-4AE1-BDD1-61D4999D50A0}" type="slidenum">
              <a:rPr lang="nl-NL" sz="1000" b="0" strike="noStrike" spc="-1">
                <a:solidFill>
                  <a:srgbClr val="FFFFFF"/>
                </a:solidFill>
                <a:latin typeface="Arial"/>
                <a:ea typeface="ＭＳ Ｐゴシック"/>
              </a:rPr>
              <a:t>51</a:t>
            </a:fld>
            <a:endParaRPr lang="nl-NL" sz="1000" b="0" strike="noStrike" spc="-1">
              <a:latin typeface="Calibri"/>
            </a:endParaRPr>
          </a:p>
        </p:txBody>
      </p:sp>
      <p:sp>
        <p:nvSpPr>
          <p:cNvPr id="2841" name="CustomShape 64"/>
          <p:cNvSpPr/>
          <p:nvPr/>
        </p:nvSpPr>
        <p:spPr>
          <a:xfrm>
            <a:off x="5022720" y="6539040"/>
            <a:ext cx="19695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z="1400" b="0" strike="noStrike" spc="-1">
                <a:solidFill>
                  <a:srgbClr val="000000"/>
                </a:solidFill>
                <a:latin typeface="Arial"/>
                <a:ea typeface="MS PGothic"/>
              </a:rPr>
              <a:t>Figure 23</a:t>
            </a:r>
            <a:endParaRPr lang="nl-NL" sz="1400" b="0" strike="noStrike" spc="-1">
              <a:latin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2"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BBE797EC-49A1-44CC-BC4F-94CD582FD102}" type="slidenum">
              <a:rPr lang="nl-NL" sz="1000" b="0" strike="noStrike" spc="-1">
                <a:solidFill>
                  <a:srgbClr val="FFFFFF"/>
                </a:solidFill>
                <a:latin typeface="Arial"/>
                <a:ea typeface="ＭＳ Ｐゴシック"/>
              </a:rPr>
              <a:t>52</a:t>
            </a:fld>
            <a:endParaRPr lang="nl-NL" sz="1000" b="0" strike="noStrike" spc="-1">
              <a:latin typeface="Calibri"/>
            </a:endParaRPr>
          </a:p>
        </p:txBody>
      </p:sp>
      <p:sp>
        <p:nvSpPr>
          <p:cNvPr id="2843" name="TextShape 2"/>
          <p:cNvSpPr txBox="1"/>
          <p:nvPr/>
        </p:nvSpPr>
        <p:spPr>
          <a:xfrm>
            <a:off x="457200" y="1901880"/>
            <a:ext cx="8229240" cy="4025520"/>
          </a:xfrm>
          <a:prstGeom prst="rect">
            <a:avLst/>
          </a:prstGeom>
          <a:noFill/>
          <a:ln>
            <a:noFill/>
          </a:ln>
        </p:spPr>
        <p:txBody>
          <a:bodyPr>
            <a:noAutofit/>
          </a:bodyPr>
          <a:lstStyle/>
          <a:p>
            <a:pPr marL="343080" indent="-342720">
              <a:lnSpc>
                <a:spcPct val="100000"/>
              </a:lnSpc>
              <a:spcBef>
                <a:spcPts val="400"/>
              </a:spcBef>
              <a:buClr>
                <a:srgbClr val="000000"/>
              </a:buClr>
              <a:buFont typeface="Arial"/>
              <a:buChar char="•"/>
            </a:pPr>
            <a:r>
              <a:rPr lang="nl-NL" sz="2000" b="0" strike="noStrike" spc="-1" dirty="0">
                <a:solidFill>
                  <a:srgbClr val="000000"/>
                </a:solidFill>
                <a:latin typeface="Arial"/>
              </a:rPr>
              <a:t>Next </a:t>
            </a:r>
            <a:r>
              <a:rPr lang="nl-NL" sz="2000" spc="-1" dirty="0">
                <a:solidFill>
                  <a:srgbClr val="000000"/>
                </a:solidFill>
                <a:latin typeface="Arial"/>
              </a:rPr>
              <a:t>module</a:t>
            </a:r>
            <a:r>
              <a:rPr lang="nl-NL" sz="2000" b="0" strike="noStrike" spc="-1" dirty="0">
                <a:solidFill>
                  <a:srgbClr val="000000"/>
                </a:solidFill>
                <a:latin typeface="Arial"/>
              </a:rPr>
              <a:t> </a:t>
            </a:r>
            <a:r>
              <a:rPr lang="nl-NL" sz="2000" b="0" strike="noStrike" spc="-1" dirty="0" err="1">
                <a:solidFill>
                  <a:srgbClr val="000000"/>
                </a:solidFill>
                <a:latin typeface="Arial"/>
              </a:rPr>
              <a:t>lecture</a:t>
            </a:r>
            <a:r>
              <a:rPr lang="nl-NL" sz="2000" b="0" strike="noStrike" spc="-1" dirty="0">
                <a:solidFill>
                  <a:srgbClr val="000000"/>
                </a:solidFill>
                <a:latin typeface="Arial"/>
              </a:rPr>
              <a:t>: Wireless </a:t>
            </a:r>
            <a:r>
              <a:rPr lang="nl-NL" sz="2000" b="0" strike="noStrike" spc="-1" dirty="0" err="1">
                <a:solidFill>
                  <a:srgbClr val="000000"/>
                </a:solidFill>
                <a:latin typeface="Arial"/>
              </a:rPr>
              <a:t>networks</a:t>
            </a:r>
            <a:br>
              <a:rPr dirty="0"/>
            </a:br>
            <a:r>
              <a:rPr lang="nl-NL" sz="2000" b="0" strike="noStrike" spc="-1" dirty="0">
                <a:solidFill>
                  <a:srgbClr val="000000"/>
                </a:solidFill>
                <a:latin typeface="Arial"/>
              </a:rPr>
              <a:t> </a:t>
            </a:r>
          </a:p>
          <a:p>
            <a:pPr marL="343080" indent="-342720">
              <a:lnSpc>
                <a:spcPct val="100000"/>
              </a:lnSpc>
              <a:spcBef>
                <a:spcPts val="400"/>
              </a:spcBef>
              <a:buClr>
                <a:srgbClr val="000000"/>
              </a:buClr>
              <a:buFont typeface="Arial"/>
              <a:buChar char="•"/>
            </a:pPr>
            <a:r>
              <a:rPr lang="nl-NL" sz="2000" b="0" strike="noStrike" spc="-1" dirty="0" err="1">
                <a:solidFill>
                  <a:srgbClr val="000000"/>
                </a:solidFill>
                <a:latin typeface="Arial"/>
              </a:rPr>
              <a:t>Homework</a:t>
            </a:r>
            <a:r>
              <a:rPr lang="nl-NL" sz="2000" b="0" strike="noStrike" spc="-1" dirty="0">
                <a:solidFill>
                  <a:srgbClr val="000000"/>
                </a:solidFill>
                <a:latin typeface="Arial"/>
              </a:rPr>
              <a:t> - </a:t>
            </a:r>
            <a:r>
              <a:rPr lang="nl-NL" sz="2000" b="0" strike="noStrike" spc="-1" dirty="0" err="1">
                <a:solidFill>
                  <a:srgbClr val="000000"/>
                </a:solidFill>
                <a:latin typeface="Arial"/>
              </a:rPr>
              <a:t>before</a:t>
            </a:r>
            <a:r>
              <a:rPr lang="nl-NL" sz="2000" b="0" strike="noStrike" spc="-1" dirty="0">
                <a:solidFill>
                  <a:srgbClr val="000000"/>
                </a:solidFill>
                <a:latin typeface="Arial"/>
              </a:rPr>
              <a:t> </a:t>
            </a:r>
            <a:r>
              <a:rPr lang="nl-NL" sz="2000" b="0" strike="noStrike" spc="-1" dirty="0" err="1">
                <a:solidFill>
                  <a:srgbClr val="000000"/>
                </a:solidFill>
                <a:latin typeface="Arial"/>
              </a:rPr>
              <a:t>the</a:t>
            </a:r>
            <a:r>
              <a:rPr lang="nl-NL" sz="2000" b="0" strike="noStrike" spc="-1" dirty="0">
                <a:solidFill>
                  <a:srgbClr val="000000"/>
                </a:solidFill>
                <a:latin typeface="Arial"/>
              </a:rPr>
              <a:t> next </a:t>
            </a:r>
            <a:r>
              <a:rPr lang="nl-NL" sz="2000" b="0" strike="noStrike" spc="-1" dirty="0" err="1">
                <a:solidFill>
                  <a:srgbClr val="000000"/>
                </a:solidFill>
                <a:latin typeface="Arial"/>
              </a:rPr>
              <a:t>lecture</a:t>
            </a:r>
            <a:r>
              <a:rPr lang="nl-NL" sz="2000" b="0" strike="noStrike" spc="-1" dirty="0">
                <a:solidFill>
                  <a:srgbClr val="000000"/>
                </a:solidFill>
                <a:latin typeface="Arial"/>
              </a:rPr>
              <a:t>:</a:t>
            </a:r>
          </a:p>
          <a:p>
            <a:pPr marL="628560" lvl="1" indent="-285480">
              <a:lnSpc>
                <a:spcPct val="100000"/>
              </a:lnSpc>
              <a:spcBef>
                <a:spcPts val="400"/>
              </a:spcBef>
              <a:buClr>
                <a:srgbClr val="000000"/>
              </a:buClr>
              <a:buFont typeface="Arial"/>
              <a:buChar char="•"/>
            </a:pPr>
            <a:r>
              <a:rPr lang="nl-NL" sz="2000" b="0" i="1" strike="noStrike" spc="-1" dirty="0" err="1">
                <a:solidFill>
                  <a:srgbClr val="000000"/>
                </a:solidFill>
                <a:latin typeface="Arial"/>
              </a:rPr>
              <a:t>study</a:t>
            </a:r>
            <a:r>
              <a:rPr lang="nl-NL" sz="2000" b="0" strike="noStrike" spc="-1" dirty="0">
                <a:solidFill>
                  <a:srgbClr val="000000"/>
                </a:solidFill>
                <a:latin typeface="Arial"/>
              </a:rPr>
              <a:t> </a:t>
            </a:r>
            <a:r>
              <a:rPr lang="nl-NL" sz="2000" b="0" strike="noStrike" spc="-1" dirty="0" err="1">
                <a:solidFill>
                  <a:srgbClr val="000000"/>
                </a:solidFill>
                <a:latin typeface="Arial"/>
              </a:rPr>
              <a:t>the</a:t>
            </a:r>
            <a:r>
              <a:rPr lang="nl-NL" sz="2000" b="0" strike="noStrike" spc="-1" dirty="0">
                <a:solidFill>
                  <a:srgbClr val="000000"/>
                </a:solidFill>
                <a:latin typeface="Arial"/>
              </a:rPr>
              <a:t> </a:t>
            </a:r>
            <a:r>
              <a:rPr lang="nl-NL" sz="2000" b="0" strike="noStrike" spc="-1" dirty="0" err="1">
                <a:solidFill>
                  <a:srgbClr val="000000"/>
                </a:solidFill>
                <a:latin typeface="Arial"/>
              </a:rPr>
              <a:t>materials</a:t>
            </a:r>
            <a:r>
              <a:rPr lang="nl-NL" sz="2000" b="0" strike="noStrike" spc="-1" dirty="0">
                <a:solidFill>
                  <a:srgbClr val="000000"/>
                </a:solidFill>
                <a:latin typeface="Arial"/>
              </a:rPr>
              <a:t> as </a:t>
            </a:r>
            <a:r>
              <a:rPr lang="nl-NL" sz="2000" b="0" strike="noStrike" spc="-1" dirty="0" err="1">
                <a:solidFill>
                  <a:srgbClr val="000000"/>
                </a:solidFill>
                <a:latin typeface="Arial"/>
              </a:rPr>
              <a:t>described</a:t>
            </a:r>
            <a:r>
              <a:rPr lang="nl-NL" sz="2000" b="0" strike="noStrike" spc="-1" dirty="0">
                <a:solidFill>
                  <a:srgbClr val="000000"/>
                </a:solidFill>
                <a:latin typeface="Arial"/>
              </a:rPr>
              <a:t> in </a:t>
            </a:r>
            <a:r>
              <a:rPr lang="nl-NL" sz="2000" b="0" strike="noStrike" spc="-1" dirty="0" err="1">
                <a:solidFill>
                  <a:srgbClr val="000000"/>
                </a:solidFill>
                <a:latin typeface="Arial"/>
              </a:rPr>
              <a:t>the</a:t>
            </a:r>
            <a:r>
              <a:rPr lang="nl-NL" sz="2000" b="0" strike="noStrike" spc="-1" dirty="0">
                <a:solidFill>
                  <a:srgbClr val="000000"/>
                </a:solidFill>
                <a:latin typeface="Arial"/>
              </a:rPr>
              <a:t> </a:t>
            </a:r>
            <a:r>
              <a:rPr lang="nl-NL" sz="2000" b="0" strike="noStrike" spc="-1" dirty="0" err="1">
                <a:solidFill>
                  <a:srgbClr val="000000"/>
                </a:solidFill>
                <a:latin typeface="Arial"/>
              </a:rPr>
              <a:t>study</a:t>
            </a:r>
            <a:r>
              <a:rPr lang="nl-NL" sz="2000" b="0" strike="noStrike" spc="-1" dirty="0">
                <a:solidFill>
                  <a:srgbClr val="000000"/>
                </a:solidFill>
                <a:latin typeface="Arial"/>
              </a:rPr>
              <a:t> guide on DLO</a:t>
            </a:r>
          </a:p>
          <a:p>
            <a:pPr marL="628560" lvl="1" indent="-285480">
              <a:lnSpc>
                <a:spcPct val="100000"/>
              </a:lnSpc>
              <a:spcBef>
                <a:spcPts val="400"/>
              </a:spcBef>
              <a:buClr>
                <a:srgbClr val="000000"/>
              </a:buClr>
              <a:buFont typeface="Arial"/>
              <a:buChar char="•"/>
            </a:pPr>
            <a:r>
              <a:rPr lang="nl-NL" sz="2000" b="0" strike="noStrike" spc="-1" dirty="0">
                <a:solidFill>
                  <a:srgbClr val="000000"/>
                </a:solidFill>
                <a:latin typeface="Arial"/>
              </a:rPr>
              <a:t>make </a:t>
            </a:r>
            <a:r>
              <a:rPr lang="nl-NL" sz="2000" b="0" strike="noStrike" spc="-1" dirty="0" err="1">
                <a:solidFill>
                  <a:srgbClr val="000000"/>
                </a:solidFill>
                <a:latin typeface="Arial"/>
              </a:rPr>
              <a:t>practice</a:t>
            </a:r>
            <a:r>
              <a:rPr lang="nl-NL" sz="2000" b="0" strike="noStrike" spc="-1" dirty="0">
                <a:solidFill>
                  <a:srgbClr val="000000"/>
                </a:solidFill>
                <a:latin typeface="Arial"/>
              </a:rPr>
              <a:t> test #4 </a:t>
            </a:r>
          </a:p>
          <a:p>
            <a:pPr marL="628560" lvl="1" indent="-285480">
              <a:lnSpc>
                <a:spcPct val="100000"/>
              </a:lnSpc>
              <a:spcBef>
                <a:spcPts val="400"/>
              </a:spcBef>
              <a:buClr>
                <a:srgbClr val="000000"/>
              </a:buClr>
              <a:buFont typeface="Arial"/>
              <a:buChar char="•"/>
            </a:pPr>
            <a:r>
              <a:rPr lang="nl-NL" sz="2000" b="0" strike="noStrike" spc="-1" dirty="0">
                <a:solidFill>
                  <a:srgbClr val="000000"/>
                </a:solidFill>
                <a:latin typeface="Arial"/>
              </a:rPr>
              <a:t>finish </a:t>
            </a:r>
            <a:r>
              <a:rPr lang="nl-NL" sz="2000" b="0" strike="noStrike" spc="-1" dirty="0" err="1">
                <a:solidFill>
                  <a:srgbClr val="000000"/>
                </a:solidFill>
                <a:latin typeface="Arial"/>
              </a:rPr>
              <a:t>this</a:t>
            </a:r>
            <a:r>
              <a:rPr lang="nl-NL" sz="2000" b="0" strike="noStrike" spc="-1" dirty="0">
                <a:solidFill>
                  <a:srgbClr val="000000"/>
                </a:solidFill>
                <a:latin typeface="Arial"/>
              </a:rPr>
              <a:t> </a:t>
            </a:r>
            <a:r>
              <a:rPr lang="nl-NL" sz="2000" spc="-1" dirty="0">
                <a:solidFill>
                  <a:srgbClr val="000000"/>
                </a:solidFill>
                <a:latin typeface="Arial"/>
              </a:rPr>
              <a:t>modules</a:t>
            </a:r>
            <a:r>
              <a:rPr lang="nl-NL" sz="2000" b="0" strike="noStrike" spc="-1" dirty="0">
                <a:solidFill>
                  <a:srgbClr val="000000"/>
                </a:solidFill>
                <a:latin typeface="Arial"/>
              </a:rPr>
              <a:t> labs and hand in </a:t>
            </a:r>
            <a:r>
              <a:rPr lang="nl-NL" sz="2000" b="0" strike="noStrike" spc="-1" dirty="0" err="1">
                <a:solidFill>
                  <a:srgbClr val="000000"/>
                </a:solidFill>
                <a:latin typeface="Arial"/>
              </a:rPr>
              <a:t>your</a:t>
            </a:r>
            <a:r>
              <a:rPr lang="nl-NL" sz="2000" b="0" strike="noStrike" spc="-1" dirty="0">
                <a:solidFill>
                  <a:srgbClr val="000000"/>
                </a:solidFill>
                <a:latin typeface="Arial"/>
              </a:rPr>
              <a:t> </a:t>
            </a:r>
            <a:r>
              <a:rPr lang="nl-NL" sz="2000" b="0" strike="noStrike" spc="-1" dirty="0" err="1">
                <a:solidFill>
                  <a:srgbClr val="000000"/>
                </a:solidFill>
                <a:latin typeface="Arial"/>
              </a:rPr>
              <a:t>results</a:t>
            </a:r>
            <a:r>
              <a:rPr lang="nl-NL" sz="2000" b="0" strike="noStrike" spc="-1" dirty="0">
                <a:solidFill>
                  <a:srgbClr val="000000"/>
                </a:solidFill>
                <a:latin typeface="Arial"/>
              </a:rPr>
              <a:t> on DLO</a:t>
            </a:r>
          </a:p>
          <a:p>
            <a:endParaRPr lang="nl-NL" sz="2000" b="0" strike="noStrike" spc="-1" dirty="0">
              <a:solidFill>
                <a:srgbClr val="000000"/>
              </a:solidFill>
              <a:latin typeface="Arial"/>
            </a:endParaRPr>
          </a:p>
        </p:txBody>
      </p:sp>
      <p:sp>
        <p:nvSpPr>
          <p:cNvPr id="2844" name="CustomShape 3"/>
          <p:cNvSpPr/>
          <p:nvPr/>
        </p:nvSpPr>
        <p:spPr>
          <a:xfrm>
            <a:off x="574560" y="506520"/>
            <a:ext cx="6076440" cy="11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2800" b="0" strike="noStrike" spc="-1" dirty="0">
                <a:solidFill>
                  <a:srgbClr val="25167A"/>
                </a:solidFill>
                <a:latin typeface="Arial"/>
                <a:ea typeface="ＭＳ Ｐゴシック"/>
              </a:rPr>
              <a:t>For next </a:t>
            </a:r>
            <a:r>
              <a:rPr lang="en-US" sz="2800" spc="-1" dirty="0">
                <a:solidFill>
                  <a:srgbClr val="25167A"/>
                </a:solidFill>
                <a:latin typeface="Arial"/>
                <a:ea typeface="ＭＳ Ｐゴシック"/>
              </a:rPr>
              <a:t>module</a:t>
            </a:r>
            <a:r>
              <a:rPr lang="en-US" sz="2800" b="0" strike="noStrike" spc="-1" dirty="0">
                <a:solidFill>
                  <a:srgbClr val="25167A"/>
                </a:solidFill>
                <a:latin typeface="Arial"/>
                <a:ea typeface="ＭＳ Ｐゴシック"/>
              </a:rPr>
              <a:t>…</a:t>
            </a:r>
            <a:endParaRPr lang="nl-NL" sz="2800" b="0" strike="noStrike" spc="-1" dirty="0">
              <a:latin typeface="Calibri"/>
            </a:endParaRPr>
          </a:p>
        </p:txBody>
      </p:sp>
      <p:pic>
        <p:nvPicPr>
          <p:cNvPr id="2845" name="Picture 9" descr="underline_base"/>
          <p:cNvPicPr/>
          <p:nvPr/>
        </p:nvPicPr>
        <p:blipFill>
          <a:blip r:embed="rId2"/>
          <a:stretch/>
        </p:blipFill>
        <p:spPr>
          <a:xfrm>
            <a:off x="574560" y="1255680"/>
            <a:ext cx="2835000" cy="163080"/>
          </a:xfrm>
          <a:prstGeom prst="rect">
            <a:avLst/>
          </a:prstGeom>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3" name="TextShape 1"/>
          <p:cNvSpPr txBox="1"/>
          <p:nvPr/>
        </p:nvSpPr>
        <p:spPr>
          <a:xfrm>
            <a:off x="8255160" y="6124680"/>
            <a:ext cx="626760" cy="364680"/>
          </a:xfrm>
          <a:prstGeom prst="rect">
            <a:avLst/>
          </a:prstGeom>
          <a:noFill/>
          <a:ln>
            <a:noFill/>
          </a:ln>
        </p:spPr>
        <p:txBody>
          <a:bodyPr anchor="ctr">
            <a:noAutofit/>
          </a:bodyPr>
          <a:lstStyle/>
          <a:p>
            <a:pPr algn="r">
              <a:lnSpc>
                <a:spcPct val="100000"/>
              </a:lnSpc>
            </a:pPr>
            <a:fld id="{DE96A891-88D6-4800-9ED0-E59BAA1C78AB}" type="slidenum">
              <a:rPr lang="nl-NL" sz="1000" b="0" strike="noStrike" spc="-1">
                <a:solidFill>
                  <a:srgbClr val="FFFFFF"/>
                </a:solidFill>
                <a:latin typeface="Arial"/>
                <a:ea typeface="ＭＳ Ｐゴシック"/>
              </a:rPr>
              <a:t>53</a:t>
            </a:fld>
            <a:endParaRPr lang="nl-NL" sz="1000" b="0" strike="noStrike" spc="-1">
              <a:latin typeface="Calibri"/>
            </a:endParaRPr>
          </a:p>
        </p:txBody>
      </p:sp>
      <p:sp>
        <p:nvSpPr>
          <p:cNvPr id="2924" name="TextShape 2"/>
          <p:cNvSpPr txBox="1"/>
          <p:nvPr/>
        </p:nvSpPr>
        <p:spPr>
          <a:xfrm>
            <a:off x="457200" y="1901880"/>
            <a:ext cx="8229240" cy="4025520"/>
          </a:xfrm>
          <a:prstGeom prst="rect">
            <a:avLst/>
          </a:prstGeom>
          <a:noFill/>
          <a:ln>
            <a:noFill/>
          </a:ln>
        </p:spPr>
        <p:txBody>
          <a:bodyPr>
            <a:noAutofit/>
          </a:bodyPr>
          <a:lstStyle/>
          <a:p>
            <a:pPr marL="343080" indent="-342720">
              <a:lnSpc>
                <a:spcPct val="100000"/>
              </a:lnSpc>
              <a:spcBef>
                <a:spcPts val="400"/>
              </a:spcBef>
              <a:buClr>
                <a:srgbClr val="000000"/>
              </a:buClr>
              <a:buFont typeface="Arial"/>
              <a:buChar char="•"/>
            </a:pPr>
            <a:r>
              <a:rPr lang="nl-NL" sz="2000" b="0" strike="noStrike" spc="-1" dirty="0">
                <a:solidFill>
                  <a:srgbClr val="000000"/>
                </a:solidFill>
                <a:latin typeface="Arial"/>
              </a:rPr>
              <a:t>Next modules </a:t>
            </a:r>
            <a:r>
              <a:rPr lang="nl-NL" sz="2000" b="0" strike="noStrike" spc="-1" dirty="0" err="1">
                <a:solidFill>
                  <a:srgbClr val="000000"/>
                </a:solidFill>
                <a:latin typeface="Arial"/>
              </a:rPr>
              <a:t>lecture</a:t>
            </a:r>
            <a:r>
              <a:rPr lang="nl-NL" sz="2000" b="0" strike="noStrike" spc="-1" dirty="0">
                <a:solidFill>
                  <a:srgbClr val="000000"/>
                </a:solidFill>
                <a:latin typeface="Arial"/>
              </a:rPr>
              <a:t>: Link </a:t>
            </a:r>
            <a:r>
              <a:rPr lang="nl-NL" sz="2000" b="0" strike="noStrike" spc="-1" dirty="0" err="1">
                <a:solidFill>
                  <a:srgbClr val="000000"/>
                </a:solidFill>
                <a:latin typeface="Arial"/>
              </a:rPr>
              <a:t>layer</a:t>
            </a:r>
            <a:r>
              <a:rPr lang="nl-NL" sz="2000" b="0" strike="noStrike" spc="-1" dirty="0">
                <a:solidFill>
                  <a:srgbClr val="000000"/>
                </a:solidFill>
                <a:latin typeface="Arial"/>
              </a:rPr>
              <a:t> (</a:t>
            </a:r>
            <a:r>
              <a:rPr lang="nl-NL" sz="2000" b="0" strike="noStrike" spc="-1" dirty="0" err="1">
                <a:solidFill>
                  <a:srgbClr val="000000"/>
                </a:solidFill>
                <a:latin typeface="Arial"/>
              </a:rPr>
              <a:t>pt</a:t>
            </a:r>
            <a:r>
              <a:rPr lang="nl-NL" sz="2000" b="0" strike="noStrike" spc="-1" dirty="0">
                <a:solidFill>
                  <a:srgbClr val="000000"/>
                </a:solidFill>
                <a:latin typeface="Arial"/>
              </a:rPr>
              <a:t>. 2) &amp; Wireless </a:t>
            </a:r>
            <a:r>
              <a:rPr lang="nl-NL" sz="2000" b="0" strike="noStrike" spc="-1" dirty="0" err="1">
                <a:solidFill>
                  <a:srgbClr val="000000"/>
                </a:solidFill>
                <a:latin typeface="Arial"/>
              </a:rPr>
              <a:t>networks</a:t>
            </a:r>
            <a:br>
              <a:rPr dirty="0"/>
            </a:br>
            <a:r>
              <a:rPr lang="nl-NL" sz="2000" b="0" strike="noStrike" spc="-1" dirty="0">
                <a:solidFill>
                  <a:srgbClr val="000000"/>
                </a:solidFill>
                <a:latin typeface="Arial"/>
              </a:rPr>
              <a:t> </a:t>
            </a:r>
          </a:p>
          <a:p>
            <a:pPr marL="343080" indent="-342720">
              <a:lnSpc>
                <a:spcPct val="100000"/>
              </a:lnSpc>
              <a:spcBef>
                <a:spcPts val="400"/>
              </a:spcBef>
              <a:buClr>
                <a:srgbClr val="000000"/>
              </a:buClr>
              <a:buFont typeface="Arial"/>
              <a:buChar char="•"/>
            </a:pPr>
            <a:r>
              <a:rPr lang="nl-NL" sz="2000" b="1" strike="noStrike" spc="-1" dirty="0">
                <a:solidFill>
                  <a:srgbClr val="000000"/>
                </a:solidFill>
                <a:latin typeface="Arial"/>
              </a:rPr>
              <a:t>To </a:t>
            </a:r>
            <a:r>
              <a:rPr lang="nl-NL" sz="2000" b="1" strike="noStrike" spc="-1" dirty="0" err="1">
                <a:solidFill>
                  <a:srgbClr val="000000"/>
                </a:solidFill>
                <a:latin typeface="Arial"/>
              </a:rPr>
              <a:t>prepare</a:t>
            </a:r>
            <a:r>
              <a:rPr lang="nl-NL" sz="2000" b="1" strike="noStrike" spc="-1" dirty="0">
                <a:solidFill>
                  <a:srgbClr val="000000"/>
                </a:solidFill>
                <a:latin typeface="Arial"/>
              </a:rPr>
              <a:t> </a:t>
            </a:r>
            <a:r>
              <a:rPr lang="nl-NL" sz="2000" b="1" strike="noStrike" spc="-1" dirty="0" err="1">
                <a:solidFill>
                  <a:srgbClr val="000000"/>
                </a:solidFill>
                <a:latin typeface="Arial"/>
              </a:rPr>
              <a:t>for</a:t>
            </a:r>
            <a:r>
              <a:rPr lang="nl-NL" sz="2000" b="1" strike="noStrike" spc="-1" dirty="0">
                <a:solidFill>
                  <a:srgbClr val="000000"/>
                </a:solidFill>
                <a:latin typeface="Arial"/>
              </a:rPr>
              <a:t> next </a:t>
            </a:r>
            <a:r>
              <a:rPr lang="nl-NL" sz="2000" b="1" strike="noStrike" spc="-1" dirty="0" err="1">
                <a:solidFill>
                  <a:srgbClr val="000000"/>
                </a:solidFill>
                <a:latin typeface="Arial"/>
              </a:rPr>
              <a:t>mosules</a:t>
            </a:r>
            <a:r>
              <a:rPr lang="nl-NL" sz="2000" b="1" strike="noStrike" spc="-1" dirty="0">
                <a:solidFill>
                  <a:srgbClr val="000000"/>
                </a:solidFill>
                <a:latin typeface="Arial"/>
              </a:rPr>
              <a:t> practical lab:</a:t>
            </a:r>
            <a:br>
              <a:rPr dirty="0"/>
            </a:br>
            <a:r>
              <a:rPr lang="nl-NL" sz="2000" b="0" i="1" strike="noStrike" spc="-1" dirty="0">
                <a:solidFill>
                  <a:srgbClr val="000000"/>
                </a:solidFill>
                <a:latin typeface="Arial"/>
              </a:rPr>
              <a:t>read</a:t>
            </a:r>
            <a:r>
              <a:rPr lang="nl-NL" sz="2000" b="0" strike="noStrike" spc="-1" dirty="0">
                <a:solidFill>
                  <a:srgbClr val="000000"/>
                </a:solidFill>
                <a:latin typeface="Arial"/>
              </a:rPr>
              <a:t> </a:t>
            </a:r>
            <a:r>
              <a:rPr lang="nl-NL" sz="2000" b="0" strike="noStrike" spc="-1" dirty="0" err="1">
                <a:solidFill>
                  <a:srgbClr val="000000"/>
                </a:solidFill>
                <a:latin typeface="Arial"/>
              </a:rPr>
              <a:t>chapter</a:t>
            </a:r>
            <a:r>
              <a:rPr lang="nl-NL" sz="2000" b="0" strike="noStrike" spc="-1" dirty="0">
                <a:solidFill>
                  <a:srgbClr val="000000"/>
                </a:solidFill>
                <a:latin typeface="Arial"/>
              </a:rPr>
              <a:t> 5.7 on SNMP in </a:t>
            </a:r>
            <a:r>
              <a:rPr lang="nl-NL" sz="2000" b="0" strike="noStrike" spc="-1" dirty="0" err="1">
                <a:solidFill>
                  <a:srgbClr val="000000"/>
                </a:solidFill>
                <a:latin typeface="Arial"/>
              </a:rPr>
              <a:t>Kurose</a:t>
            </a:r>
            <a:r>
              <a:rPr lang="nl-NL" sz="2000" b="0" strike="noStrike" spc="-1" dirty="0">
                <a:solidFill>
                  <a:srgbClr val="000000"/>
                </a:solidFill>
                <a:latin typeface="Arial"/>
              </a:rPr>
              <a:t> &amp; Ross!!!</a:t>
            </a:r>
          </a:p>
          <a:p>
            <a:pPr>
              <a:lnSpc>
                <a:spcPct val="100000"/>
              </a:lnSpc>
              <a:spcBef>
                <a:spcPts val="400"/>
              </a:spcBef>
            </a:pPr>
            <a:endParaRPr lang="nl-NL" sz="2000" b="0" strike="noStrike" spc="-1" dirty="0">
              <a:solidFill>
                <a:srgbClr val="000000"/>
              </a:solidFill>
              <a:latin typeface="Arial"/>
            </a:endParaRPr>
          </a:p>
          <a:p>
            <a:endParaRPr lang="nl-NL" sz="2000" b="0" strike="noStrike" spc="-1" dirty="0">
              <a:solidFill>
                <a:srgbClr val="000000"/>
              </a:solidFill>
              <a:latin typeface="Arial"/>
            </a:endParaRPr>
          </a:p>
        </p:txBody>
      </p:sp>
      <p:sp>
        <p:nvSpPr>
          <p:cNvPr id="2925" name="CustomShape 3"/>
          <p:cNvSpPr/>
          <p:nvPr/>
        </p:nvSpPr>
        <p:spPr>
          <a:xfrm>
            <a:off x="574560" y="506520"/>
            <a:ext cx="6076440" cy="11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2800" b="0" strike="noStrike" spc="-1" dirty="0">
                <a:solidFill>
                  <a:srgbClr val="25167A"/>
                </a:solidFill>
                <a:latin typeface="Arial"/>
                <a:ea typeface="ＭＳ Ｐゴシック"/>
              </a:rPr>
              <a:t>For next module…</a:t>
            </a:r>
            <a:endParaRPr lang="nl-NL" sz="2800" b="0" strike="noStrike" spc="-1" dirty="0">
              <a:latin typeface="Calibri"/>
            </a:endParaRPr>
          </a:p>
        </p:txBody>
      </p:sp>
      <p:pic>
        <p:nvPicPr>
          <p:cNvPr id="2926" name="Picture 9" descr="underline_base"/>
          <p:cNvPicPr/>
          <p:nvPr/>
        </p:nvPicPr>
        <p:blipFill>
          <a:blip r:embed="rId2"/>
          <a:stretch/>
        </p:blipFill>
        <p:spPr>
          <a:xfrm>
            <a:off x="574560" y="1255680"/>
            <a:ext cx="2835000" cy="163080"/>
          </a:xfrm>
          <a:prstGeom prst="rect">
            <a:avLst/>
          </a:prstGeom>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nl-NL" sz="3200" b="0" strike="noStrike" spc="-1">
                <a:solidFill>
                  <a:srgbClr val="25167A"/>
                </a:solidFill>
                <a:latin typeface="Arial"/>
              </a:rPr>
              <a:t>Sources</a:t>
            </a:r>
            <a:endParaRPr lang="nl-NL" sz="3200" b="0" strike="noStrike" spc="-1">
              <a:solidFill>
                <a:srgbClr val="000000"/>
              </a:solidFill>
              <a:latin typeface="Arial"/>
            </a:endParaRPr>
          </a:p>
        </p:txBody>
      </p:sp>
      <p:sp>
        <p:nvSpPr>
          <p:cNvPr id="2847" name="TextShape 2"/>
          <p:cNvSpPr txBox="1"/>
          <p:nvPr/>
        </p:nvSpPr>
        <p:spPr>
          <a:xfrm>
            <a:off x="457200" y="2087640"/>
            <a:ext cx="8229240" cy="4038120"/>
          </a:xfrm>
          <a:prstGeom prst="rect">
            <a:avLst/>
          </a:prstGeom>
          <a:noFill/>
          <a:ln>
            <a:noFill/>
          </a:ln>
        </p:spPr>
        <p:txBody>
          <a:bodyPr>
            <a:noAutofit/>
          </a:bodyPr>
          <a:lstStyle/>
          <a:p>
            <a:pPr>
              <a:lnSpc>
                <a:spcPct val="100000"/>
              </a:lnSpc>
              <a:spcBef>
                <a:spcPts val="201"/>
              </a:spcBef>
              <a:tabLst>
                <a:tab pos="0" algn="l"/>
              </a:tabLst>
            </a:pPr>
            <a:r>
              <a:rPr lang="nl-NL" sz="1000" b="0" strike="noStrike" spc="-1">
                <a:solidFill>
                  <a:srgbClr val="000000"/>
                </a:solidFill>
                <a:latin typeface="Arial"/>
              </a:rPr>
              <a:t>Figure 1-23: Kurose and K.W. Ross, Computer Networking, A Top-Down Approach, Pearson Education, 2016</a:t>
            </a: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p:txBody>
      </p:sp>
      <p:sp>
        <p:nvSpPr>
          <p:cNvPr id="2848" name="TextShape 3"/>
          <p:cNvSpPr txBox="1"/>
          <p:nvPr/>
        </p:nvSpPr>
        <p:spPr>
          <a:xfrm>
            <a:off x="8255160" y="6124680"/>
            <a:ext cx="626760" cy="364680"/>
          </a:xfrm>
          <a:prstGeom prst="rect">
            <a:avLst/>
          </a:prstGeom>
          <a:noFill/>
          <a:ln>
            <a:noFill/>
          </a:ln>
        </p:spPr>
        <p:txBody>
          <a:bodyPr anchor="ctr">
            <a:noAutofit/>
          </a:bodyPr>
          <a:lstStyle/>
          <a:p>
            <a:pPr algn="r">
              <a:lnSpc>
                <a:spcPct val="100000"/>
              </a:lnSpc>
              <a:tabLst>
                <a:tab pos="0" algn="l"/>
              </a:tabLst>
            </a:pPr>
            <a:fld id="{893A08E8-19DE-4286-B7A9-CB23D07AB86A}" type="slidenum">
              <a:rPr lang="nl-NL" sz="1000" b="0" strike="noStrike" spc="-1">
                <a:solidFill>
                  <a:srgbClr val="FFFFFF"/>
                </a:solidFill>
                <a:latin typeface="Arial"/>
                <a:ea typeface="ＭＳ Ｐゴシック"/>
              </a:rPr>
              <a:t>54</a:t>
            </a:fld>
            <a:endParaRPr lang="nl-NL" sz="1000" b="0" strike="noStrike" spc="-1">
              <a:latin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7" name="TextShape 1"/>
          <p:cNvSpPr txBox="1"/>
          <p:nvPr/>
        </p:nvSpPr>
        <p:spPr>
          <a:xfrm>
            <a:off x="457200" y="944640"/>
            <a:ext cx="8229240" cy="1142640"/>
          </a:xfrm>
          <a:prstGeom prst="rect">
            <a:avLst/>
          </a:prstGeom>
          <a:noFill/>
          <a:ln>
            <a:noFill/>
          </a:ln>
        </p:spPr>
        <p:txBody>
          <a:bodyPr anchor="ctr">
            <a:noAutofit/>
          </a:bodyPr>
          <a:lstStyle/>
          <a:p>
            <a:pPr>
              <a:lnSpc>
                <a:spcPct val="100000"/>
              </a:lnSpc>
            </a:pPr>
            <a:r>
              <a:rPr lang="nl-NL" sz="3200" b="0" strike="noStrike" spc="-1">
                <a:solidFill>
                  <a:srgbClr val="25167A"/>
                </a:solidFill>
                <a:latin typeface="Arial"/>
              </a:rPr>
              <a:t>Sources</a:t>
            </a:r>
            <a:endParaRPr lang="nl-NL" sz="3200" b="0" strike="noStrike" spc="-1">
              <a:solidFill>
                <a:srgbClr val="000000"/>
              </a:solidFill>
              <a:latin typeface="Arial"/>
            </a:endParaRPr>
          </a:p>
        </p:txBody>
      </p:sp>
      <p:sp>
        <p:nvSpPr>
          <p:cNvPr id="2928" name="TextShape 2"/>
          <p:cNvSpPr txBox="1"/>
          <p:nvPr/>
        </p:nvSpPr>
        <p:spPr>
          <a:xfrm>
            <a:off x="457200" y="2087640"/>
            <a:ext cx="8229240" cy="4038120"/>
          </a:xfrm>
          <a:prstGeom prst="rect">
            <a:avLst/>
          </a:prstGeom>
          <a:noFill/>
          <a:ln>
            <a:noFill/>
          </a:ln>
        </p:spPr>
        <p:txBody>
          <a:bodyPr>
            <a:noAutofit/>
          </a:bodyPr>
          <a:lstStyle/>
          <a:p>
            <a:pPr>
              <a:lnSpc>
                <a:spcPct val="100000"/>
              </a:lnSpc>
              <a:spcBef>
                <a:spcPts val="201"/>
              </a:spcBef>
              <a:tabLst>
                <a:tab pos="0" algn="l"/>
              </a:tabLst>
            </a:pPr>
            <a:r>
              <a:rPr lang="nl-NL" sz="1000" b="0" strike="noStrike" spc="-1">
                <a:solidFill>
                  <a:srgbClr val="000000"/>
                </a:solidFill>
                <a:latin typeface="Arial"/>
              </a:rPr>
              <a:t>Figure 1,2,3,4,5,6,8,10,11,12,13,14,15,16: Kurose and K.W. Ross, Computer Networking, A Top-Down Approach, Pearson Education, 2016</a:t>
            </a: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a:p>
            <a:pPr>
              <a:lnSpc>
                <a:spcPct val="100000"/>
              </a:lnSpc>
              <a:spcBef>
                <a:spcPts val="201"/>
              </a:spcBef>
              <a:tabLst>
                <a:tab pos="0" algn="l"/>
              </a:tabLst>
            </a:pPr>
            <a:endParaRPr lang="nl-NL" sz="1000" b="0" strike="noStrike" spc="-1">
              <a:solidFill>
                <a:srgbClr val="000000"/>
              </a:solidFill>
              <a:latin typeface="Arial"/>
            </a:endParaRPr>
          </a:p>
        </p:txBody>
      </p:sp>
      <p:sp>
        <p:nvSpPr>
          <p:cNvPr id="2929" name="TextShape 3"/>
          <p:cNvSpPr txBox="1"/>
          <p:nvPr/>
        </p:nvSpPr>
        <p:spPr>
          <a:xfrm>
            <a:off x="8255160" y="6124680"/>
            <a:ext cx="626760" cy="364680"/>
          </a:xfrm>
          <a:prstGeom prst="rect">
            <a:avLst/>
          </a:prstGeom>
          <a:noFill/>
          <a:ln>
            <a:noFill/>
          </a:ln>
        </p:spPr>
        <p:txBody>
          <a:bodyPr anchor="ctr">
            <a:noAutofit/>
          </a:bodyPr>
          <a:lstStyle/>
          <a:p>
            <a:pPr algn="r">
              <a:lnSpc>
                <a:spcPct val="100000"/>
              </a:lnSpc>
              <a:tabLst>
                <a:tab pos="0" algn="l"/>
              </a:tabLst>
            </a:pPr>
            <a:fld id="{ED604820-AEE8-4305-8BAC-712B295454FD}" type="slidenum">
              <a:rPr lang="nl-NL" sz="1000" b="0" strike="noStrike" spc="-1">
                <a:solidFill>
                  <a:srgbClr val="FFFFFF"/>
                </a:solidFill>
                <a:latin typeface="Arial"/>
                <a:ea typeface="ＭＳ Ｐゴシック"/>
              </a:rPr>
              <a:t>55</a:t>
            </a:fld>
            <a:endParaRPr lang="nl-NL" sz="1000" b="0" strike="noStrike" spc="-1">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hva-dmci</Template>
  <TotalTime>986</TotalTime>
  <Words>3647</Words>
  <Application>Microsoft Office PowerPoint</Application>
  <PresentationFormat>On-screen Show (4:3)</PresentationFormat>
  <Paragraphs>978</Paragraphs>
  <Slides>55</Slides>
  <Notes>20</Notes>
  <HiddenSlides>0</HiddenSlides>
  <MMClips>1</MMClips>
  <ScaleCrop>false</ScaleCrop>
  <HeadingPairs>
    <vt:vector size="6" baseType="variant">
      <vt:variant>
        <vt:lpstr>Fonts Used</vt:lpstr>
      </vt:variant>
      <vt:variant>
        <vt:i4>11</vt:i4>
      </vt:variant>
      <vt:variant>
        <vt:lpstr>Theme</vt:lpstr>
      </vt:variant>
      <vt:variant>
        <vt:i4>6</vt:i4>
      </vt:variant>
      <vt:variant>
        <vt:lpstr>Slide Titles</vt:lpstr>
      </vt:variant>
      <vt:variant>
        <vt:i4>55</vt:i4>
      </vt:variant>
    </vt:vector>
  </HeadingPairs>
  <TitlesOfParts>
    <vt:vector size="72" baseType="lpstr">
      <vt:lpstr>MS Mincho</vt:lpstr>
      <vt:lpstr>Arial</vt:lpstr>
      <vt:lpstr>Calibri</vt:lpstr>
      <vt:lpstr>Gill Sans</vt:lpstr>
      <vt:lpstr>Gill Sans MT</vt:lpstr>
      <vt:lpstr>Lato</vt:lpstr>
      <vt:lpstr>StarSymbol</vt:lpstr>
      <vt:lpstr>Symbol</vt:lpstr>
      <vt:lpstr>Times New Roman</vt:lpstr>
      <vt:lpstr>Wingdings</vt:lpstr>
      <vt:lpstr>ZapfDingbats</vt:lpstr>
      <vt:lpstr>Office Theme</vt:lpstr>
      <vt:lpstr>Office Theme</vt:lpstr>
      <vt:lpstr>Office Theme</vt:lpstr>
      <vt:lpstr>Office Theme</vt:lpstr>
      <vt:lpstr>Office Theme</vt:lpstr>
      <vt:lpstr>Office Theme</vt:lpstr>
      <vt:lpstr>PowerPoint Presentation</vt:lpstr>
      <vt:lpstr>Agenda</vt:lpstr>
      <vt:lpstr>PowerPoint Presentation</vt:lpstr>
      <vt:lpstr>PowerPoint Presentation</vt:lpstr>
      <vt:lpstr>PowerPoint Presentation</vt:lpstr>
      <vt:lpstr>PowerPoint Presentation</vt:lpstr>
      <vt:lpstr>PowerPoint Presentation</vt:lpstr>
      <vt:lpstr>Border Gateway Patrol Hijacking</vt:lpstr>
      <vt:lpstr>PowerPoint Presentation</vt:lpstr>
      <vt:lpstr>Will a BGP router always choose the route with the shortest AS_PATH length?</vt:lpstr>
      <vt:lpstr>PowerPoint Presentation</vt:lpstr>
      <vt:lpstr>PowerPoint Presentation</vt:lpstr>
      <vt:lpstr>PowerPoint Presentation</vt:lpstr>
      <vt:lpstr>SNMP Example</vt:lpstr>
      <vt:lpstr>Een 'managing server' wil weten hoe lang een bepaald 'managed device' (oftewel een agent) al online is.  Hoe kan de managing server SNMP gebruiken om deze informatie te achterhalen?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Defined Networking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Leg uit welke functie het TTL veld heeft in een ARP tabel.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 1</dc:title>
  <dc:subject/>
  <dc:creator>Irshad</dc:creator>
  <dc:description/>
  <cp:lastModifiedBy>Tiemen Mink</cp:lastModifiedBy>
  <cp:revision>81</cp:revision>
  <dcterms:created xsi:type="dcterms:W3CDTF">2014-09-05T07:57:33Z</dcterms:created>
  <dcterms:modified xsi:type="dcterms:W3CDTF">2023-05-29T09:22:26Z</dcterms:modified>
  <dc:language>nl-NL</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15</vt:i4>
  </property>
  <property fmtid="{D5CDD505-2E9C-101B-9397-08002B2CF9AE}" pid="8" name="PresentationFormat">
    <vt:lpwstr>Diavoorstelling (4:3)</vt:lpwstr>
  </property>
  <property fmtid="{D5CDD505-2E9C-101B-9397-08002B2CF9AE}" pid="9" name="ScaleCrop">
    <vt:bool>false</vt:bool>
  </property>
  <property fmtid="{D5CDD505-2E9C-101B-9397-08002B2CF9AE}" pid="10" name="ShareDoc">
    <vt:bool>false</vt:bool>
  </property>
  <property fmtid="{D5CDD505-2E9C-101B-9397-08002B2CF9AE}" pid="11" name="Slides">
    <vt:i4>31</vt:i4>
  </property>
</Properties>
</file>